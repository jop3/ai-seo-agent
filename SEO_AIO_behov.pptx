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tags/tag1.xml" ContentType="application/vnd.openxmlformats-officedocument.presentationml.tags+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tags/tag2.xml" ContentType="application/vnd.openxmlformats-officedocument.presentationml.tags+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4"/>
    <p:sldMasterId id="2147483681" r:id="rId5"/>
    <p:sldMasterId id="2147483695" r:id="rId6"/>
    <p:sldMasterId id="2147483710" r:id="rId7"/>
    <p:sldMasterId id="2147483721" r:id="rId8"/>
    <p:sldMasterId id="2147483746" r:id="rId9"/>
    <p:sldMasterId id="2147483760" r:id="rId10"/>
    <p:sldMasterId id="2147483776" r:id="rId11"/>
    <p:sldMasterId id="2147483793" r:id="rId12"/>
  </p:sldMasterIdLst>
  <p:notesMasterIdLst>
    <p:notesMasterId r:id="rId36"/>
  </p:notesMasterIdLst>
  <p:handoutMasterIdLst>
    <p:handoutMasterId r:id="rId37"/>
  </p:handoutMasterIdLst>
  <p:sldIdLst>
    <p:sldId id="256" r:id="rId13"/>
    <p:sldId id="270" r:id="rId14"/>
    <p:sldId id="2147483284" r:id="rId15"/>
    <p:sldId id="2147483278" r:id="rId16"/>
    <p:sldId id="258" r:id="rId17"/>
    <p:sldId id="263" r:id="rId18"/>
    <p:sldId id="266" r:id="rId19"/>
    <p:sldId id="267" r:id="rId20"/>
    <p:sldId id="268" r:id="rId21"/>
    <p:sldId id="269" r:id="rId22"/>
    <p:sldId id="2147483279" r:id="rId23"/>
    <p:sldId id="279" r:id="rId24"/>
    <p:sldId id="283" r:id="rId25"/>
    <p:sldId id="322" r:id="rId26"/>
    <p:sldId id="2147483280" r:id="rId27"/>
    <p:sldId id="2141411237" r:id="rId28"/>
    <p:sldId id="2147483282" r:id="rId29"/>
    <p:sldId id="321" r:id="rId30"/>
    <p:sldId id="2147483283" r:id="rId31"/>
    <p:sldId id="323" r:id="rId32"/>
    <p:sldId id="324" r:id="rId33"/>
    <p:sldId id="2147483285" r:id="rId34"/>
    <p:sldId id="2147483286" r:id="rId35"/>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A4E8F00-A192-9D2A-4C9C-579347B78389}" name="Rebecka Stahl" initials="RS" userId="S::rebecka.stahl@apoteket.se::43190f3c-4038-4130-8d68-fb0246bd87f6" providerId="AD"/>
  <p188:author id="{21406D37-F512-9C59-914D-2E45547BFDCB}" name="Christoffer Torninger" initials="CT" userId="S::christoffer.torninger@apoteket.se::f94c1114-cb75-4df4-96de-8309f614e2b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1D6453"/>
    <a:srgbClr val="249555"/>
    <a:srgbClr val="DEE8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7F325-351E-42EC-9F54-1CD1E8F0FF33}" v="143" dt="2025-11-19T15:31:42.703"/>
    <p1510:client id="{58AC9883-E5D4-4FFB-9889-131A60A036FE}" v="21" dt="2025-11-19T15:36:08.640"/>
    <p1510:client id="{5FB4F5BC-1E71-9D8A-5F96-9DBD2223EA88}" v="1" dt="2025-11-19T11:57:46.407"/>
    <p1510:client id="{774B75CF-08A6-456D-9222-F5A1A25FE14B}" v="10" dt="2025-11-19T15:27:45.095"/>
    <p1510:client id="{793E1244-B580-09D9-6392-CB7C401D8DD5}" v="149" dt="2025-11-19T13:46:01.838"/>
    <p1510:client id="{9FF2DFD1-873B-4058-A658-AB9F360D2CD5}" v="1216" dt="2025-11-19T15:25:21.961"/>
    <p1510:client id="{A4A4D0D8-AD90-4FE5-B3A7-AA4DA09A75E9}" v="5" dt="2025-11-19T15:28:34.947"/>
    <p1510:client id="{C2E0B743-C44C-48D6-9C0A-E8B424AF387F}" v="680" dt="2025-11-20T09:00:11.881"/>
  </p1510:revLst>
</p1510:revInfo>
</file>

<file path=ppt/tableStyles.xml><?xml version="1.0" encoding="utf-8"?>
<a:tblStyleLst xmlns:a="http://schemas.openxmlformats.org/drawingml/2006/main" def="{93296810-A885-4BE3-A3E7-6D5BEEA58F35}">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llanmörkt format 2 - Dekorfärg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llanmörkt format 2 - Dekorfärg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p:cViewPr varScale="1">
        <p:scale>
          <a:sx n="119" d="100"/>
          <a:sy n="119" d="100"/>
        </p:scale>
        <p:origin x="856" y="176"/>
      </p:cViewPr>
      <p:guideLst>
        <p:guide orient="horz" pos="2183"/>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viewProps" Target="viewProps.xml"/><Relationship Id="rId21" Type="http://schemas.openxmlformats.org/officeDocument/2006/relationships/slide" Target="slides/slide9.xml"/><Relationship Id="rId34" Type="http://schemas.openxmlformats.org/officeDocument/2006/relationships/slide" Target="slides/slide22.xml"/><Relationship Id="rId42"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microsoft.com/office/2018/10/relationships/authors" Targe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7DD67975-44DD-444A-B4BF-58A310130C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a:extLst>
              <a:ext uri="{FF2B5EF4-FFF2-40B4-BE49-F238E27FC236}">
                <a16:creationId xmlns:a16="http://schemas.microsoft.com/office/drawing/2014/main" id="{26E10E5C-ABD2-45BA-A0DE-8903F03D19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8D8732-8F95-4D1F-9EE3-951ACC109AE4}" type="datetimeFigureOut">
              <a:rPr lang="sv-SE" smtClean="0"/>
              <a:t>2025-11-21</a:t>
            </a:fld>
            <a:endParaRPr lang="sv-SE"/>
          </a:p>
        </p:txBody>
      </p:sp>
      <p:sp>
        <p:nvSpPr>
          <p:cNvPr id="4" name="Platshållare för sidfot 3">
            <a:extLst>
              <a:ext uri="{FF2B5EF4-FFF2-40B4-BE49-F238E27FC236}">
                <a16:creationId xmlns:a16="http://schemas.microsoft.com/office/drawing/2014/main" id="{C8367956-20D7-4AF9-9C7E-BCA92F23B3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5" name="Platshållare för bildnummer 4">
            <a:extLst>
              <a:ext uri="{FF2B5EF4-FFF2-40B4-BE49-F238E27FC236}">
                <a16:creationId xmlns:a16="http://schemas.microsoft.com/office/drawing/2014/main" id="{811FAC37-5E21-44FC-AB6B-54C5BD438E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3A6427-B1C5-4E99-A14B-65A612478539}" type="slidenum">
              <a:rPr lang="sv-SE" smtClean="0"/>
              <a:t>‹#›</a:t>
            </a:fld>
            <a:endParaRPr lang="sv-SE"/>
          </a:p>
        </p:txBody>
      </p:sp>
    </p:spTree>
    <p:extLst>
      <p:ext uri="{BB962C8B-B14F-4D97-AF65-F5344CB8AC3E}">
        <p14:creationId xmlns:p14="http://schemas.microsoft.com/office/powerpoint/2010/main" val="365693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DFBAE3-C234-45D6-9015-CFA1DF050585}" type="datetimeFigureOut">
              <a:rPr lang="sv-SE" smtClean="0"/>
              <a:t>2025-11-21</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43426-C38A-4435-B9B9-A92D4607098E}" type="slidenum">
              <a:rPr lang="sv-SE" smtClean="0"/>
              <a:t>‹#›</a:t>
            </a:fld>
            <a:endParaRPr lang="sv-SE"/>
          </a:p>
        </p:txBody>
      </p:sp>
    </p:spTree>
    <p:extLst>
      <p:ext uri="{BB962C8B-B14F-4D97-AF65-F5344CB8AC3E}">
        <p14:creationId xmlns:p14="http://schemas.microsoft.com/office/powerpoint/2010/main" val="3831911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mslag 1">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658088F-035B-41E2-AF26-A4714D676B9E}"/>
              </a:ext>
            </a:extLst>
          </p:cNvPr>
          <p:cNvSpPr/>
          <p:nvPr userDrawn="1"/>
        </p:nvSpPr>
        <p:spPr>
          <a:xfrm>
            <a:off x="268497" y="265113"/>
            <a:ext cx="11655007"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49" name="Grupp 48">
            <a:extLst>
              <a:ext uri="{FF2B5EF4-FFF2-40B4-BE49-F238E27FC236}">
                <a16:creationId xmlns:a16="http://schemas.microsoft.com/office/drawing/2014/main" id="{A17B1FFD-4C47-445D-89EB-81878920FF40}"/>
              </a:ext>
            </a:extLst>
          </p:cNvPr>
          <p:cNvGrpSpPr/>
          <p:nvPr userDrawn="1"/>
        </p:nvGrpSpPr>
        <p:grpSpPr>
          <a:xfrm>
            <a:off x="5228261" y="5806629"/>
            <a:ext cx="1735478" cy="326438"/>
            <a:chOff x="9835686" y="6074987"/>
            <a:chExt cx="1735478" cy="326438"/>
          </a:xfrm>
        </p:grpSpPr>
        <p:sp>
          <p:nvSpPr>
            <p:cNvPr id="50" name="Frihandsfigur: Form 49">
              <a:extLst>
                <a:ext uri="{FF2B5EF4-FFF2-40B4-BE49-F238E27FC236}">
                  <a16:creationId xmlns:a16="http://schemas.microsoft.com/office/drawing/2014/main" id="{8ABD41B9-904B-4168-9DDC-82CE9BA6415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51" name="Frihandsfigur: Form 50">
              <a:extLst>
                <a:ext uri="{FF2B5EF4-FFF2-40B4-BE49-F238E27FC236}">
                  <a16:creationId xmlns:a16="http://schemas.microsoft.com/office/drawing/2014/main" id="{DC5F6E23-680D-4CDB-82C7-1FE475843758}"/>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52" name="Frihandsfigur: Form 51">
              <a:extLst>
                <a:ext uri="{FF2B5EF4-FFF2-40B4-BE49-F238E27FC236}">
                  <a16:creationId xmlns:a16="http://schemas.microsoft.com/office/drawing/2014/main" id="{3CA1DB4F-E26E-4CE1-991C-1912D405C9E8}"/>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53" name="Frihandsfigur: Form 52">
              <a:extLst>
                <a:ext uri="{FF2B5EF4-FFF2-40B4-BE49-F238E27FC236}">
                  <a16:creationId xmlns:a16="http://schemas.microsoft.com/office/drawing/2014/main" id="{F5DBD882-CB4B-42EF-8D95-A8A532964B91}"/>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54" name="Frihandsfigur: Form 53">
              <a:extLst>
                <a:ext uri="{FF2B5EF4-FFF2-40B4-BE49-F238E27FC236}">
                  <a16:creationId xmlns:a16="http://schemas.microsoft.com/office/drawing/2014/main" id="{23DF994B-D705-4B9D-A06E-F0F281BA7CC3}"/>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55" name="Frihandsfigur: Form 54">
              <a:extLst>
                <a:ext uri="{FF2B5EF4-FFF2-40B4-BE49-F238E27FC236}">
                  <a16:creationId xmlns:a16="http://schemas.microsoft.com/office/drawing/2014/main" id="{67B451CC-70FD-4F86-9F1D-2328ADECE8B6}"/>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56" name="Frihandsfigur: Form 55">
              <a:extLst>
                <a:ext uri="{FF2B5EF4-FFF2-40B4-BE49-F238E27FC236}">
                  <a16:creationId xmlns:a16="http://schemas.microsoft.com/office/drawing/2014/main" id="{B9E1D679-9156-4C54-AB7B-3E98D3B0871B}"/>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57" name="Frihandsfigur: Form 56">
              <a:extLst>
                <a:ext uri="{FF2B5EF4-FFF2-40B4-BE49-F238E27FC236}">
                  <a16:creationId xmlns:a16="http://schemas.microsoft.com/office/drawing/2014/main" id="{0DF0B4B9-54B9-40C8-A3A4-DB17BC0E1CB4}"/>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58" name="Frihandsfigur: Form 57">
              <a:extLst>
                <a:ext uri="{FF2B5EF4-FFF2-40B4-BE49-F238E27FC236}">
                  <a16:creationId xmlns:a16="http://schemas.microsoft.com/office/drawing/2014/main" id="{59A0B482-9D05-4042-A6BA-D2F57C29E3C6}"/>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59" name="Frihandsfigur: Form 58">
              <a:extLst>
                <a:ext uri="{FF2B5EF4-FFF2-40B4-BE49-F238E27FC236}">
                  <a16:creationId xmlns:a16="http://schemas.microsoft.com/office/drawing/2014/main" id="{CF2BF6E7-7585-41A9-B9A2-24EC83C0A937}"/>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pic>
        <p:nvPicPr>
          <p:cNvPr id="26" name="Bildobjekt 25" descr="En bild som visar växt, blomma, löv, yta&#10;&#10;Automatiskt genererad beskrivning">
            <a:extLst>
              <a:ext uri="{FF2B5EF4-FFF2-40B4-BE49-F238E27FC236}">
                <a16:creationId xmlns:a16="http://schemas.microsoft.com/office/drawing/2014/main" id="{28490181-B66A-4CF8-9AEE-D31781DF1FC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2840356">
            <a:off x="-200967" y="-1344068"/>
            <a:ext cx="3930594" cy="5818494"/>
          </a:xfrm>
          <a:custGeom>
            <a:avLst/>
            <a:gdLst>
              <a:gd name="connsiteX0" fmla="*/ 0 w 3930594"/>
              <a:gd name="connsiteY0" fmla="*/ 3131036 h 5818494"/>
              <a:gd name="connsiteX1" fmla="*/ 2885267 w 3930594"/>
              <a:gd name="connsiteY1" fmla="*/ 0 h 5818494"/>
              <a:gd name="connsiteX2" fmla="*/ 3930594 w 3930594"/>
              <a:gd name="connsiteY2" fmla="*/ 0 h 5818494"/>
              <a:gd name="connsiteX3" fmla="*/ 3930594 w 3930594"/>
              <a:gd name="connsiteY3" fmla="*/ 4717888 h 5818494"/>
              <a:gd name="connsiteX4" fmla="*/ 2916379 w 3930594"/>
              <a:gd name="connsiteY4" fmla="*/ 5818494 h 5818494"/>
              <a:gd name="connsiteX5" fmla="*/ 2850268 w 3930594"/>
              <a:gd name="connsiteY5" fmla="*/ 5757573 h 5818494"/>
              <a:gd name="connsiteX6" fmla="*/ 3756985 w 3930594"/>
              <a:gd name="connsiteY6" fmla="*/ 4773621 h 5818494"/>
              <a:gd name="connsiteX7" fmla="*/ 2901386 w 3930594"/>
              <a:gd name="connsiteY7" fmla="*/ 3985182 h 5818494"/>
              <a:gd name="connsiteX8" fmla="*/ 1994669 w 3930594"/>
              <a:gd name="connsiteY8" fmla="*/ 4969134 h 581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0594" h="5818494">
                <a:moveTo>
                  <a:pt x="0" y="3131036"/>
                </a:moveTo>
                <a:lnTo>
                  <a:pt x="2885267" y="0"/>
                </a:lnTo>
                <a:lnTo>
                  <a:pt x="3930594" y="0"/>
                </a:lnTo>
                <a:lnTo>
                  <a:pt x="3930594" y="4717888"/>
                </a:lnTo>
                <a:lnTo>
                  <a:pt x="2916379" y="5818494"/>
                </a:lnTo>
                <a:lnTo>
                  <a:pt x="2850268" y="5757573"/>
                </a:lnTo>
                <a:lnTo>
                  <a:pt x="3756985" y="4773621"/>
                </a:lnTo>
                <a:lnTo>
                  <a:pt x="2901386" y="3985182"/>
                </a:lnTo>
                <a:lnTo>
                  <a:pt x="1994669" y="4969134"/>
                </a:lnTo>
                <a:close/>
              </a:path>
            </a:pathLst>
          </a:custGeom>
        </p:spPr>
      </p:pic>
      <p:pic>
        <p:nvPicPr>
          <p:cNvPr id="30" name="Bildobjekt 29" descr="En bild som visar växt, blomma, löv, yta&#10;&#10;Automatiskt genererad beskrivning">
            <a:extLst>
              <a:ext uri="{FF2B5EF4-FFF2-40B4-BE49-F238E27FC236}">
                <a16:creationId xmlns:a16="http://schemas.microsoft.com/office/drawing/2014/main" id="{66D4B74D-4C69-49E3-8ED4-7643DEA0269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2364484">
            <a:off x="8405243" y="2112531"/>
            <a:ext cx="4012084" cy="6296330"/>
          </a:xfrm>
          <a:custGeom>
            <a:avLst/>
            <a:gdLst>
              <a:gd name="connsiteX0" fmla="*/ 0 w 4266892"/>
              <a:gd name="connsiteY0" fmla="*/ 201691 h 6696211"/>
              <a:gd name="connsiteX1" fmla="*/ 245472 w 4266892"/>
              <a:gd name="connsiteY1" fmla="*/ 0 h 6696211"/>
              <a:gd name="connsiteX2" fmla="*/ 1456806 w 4266892"/>
              <a:gd name="connsiteY2" fmla="*/ 0 h 6696211"/>
              <a:gd name="connsiteX3" fmla="*/ 4266892 w 4266892"/>
              <a:gd name="connsiteY3" fmla="*/ 3420074 h 6696211"/>
              <a:gd name="connsiteX4" fmla="*/ 279602 w 4266892"/>
              <a:gd name="connsiteY4" fmla="*/ 6696211 h 6696211"/>
              <a:gd name="connsiteX5" fmla="*/ 0 w 4266892"/>
              <a:gd name="connsiteY5" fmla="*/ 6355916 h 669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892" h="6696211">
                <a:moveTo>
                  <a:pt x="0" y="201691"/>
                </a:moveTo>
                <a:lnTo>
                  <a:pt x="245472" y="0"/>
                </a:lnTo>
                <a:lnTo>
                  <a:pt x="1456806" y="0"/>
                </a:lnTo>
                <a:lnTo>
                  <a:pt x="4266892" y="3420074"/>
                </a:lnTo>
                <a:lnTo>
                  <a:pt x="279602" y="6696211"/>
                </a:lnTo>
                <a:lnTo>
                  <a:pt x="0" y="6355916"/>
                </a:lnTo>
                <a:close/>
              </a:path>
            </a:pathLst>
          </a:custGeom>
        </p:spPr>
      </p:pic>
      <p:sp>
        <p:nvSpPr>
          <p:cNvPr id="34" name="Rubrik 33">
            <a:extLst>
              <a:ext uri="{FF2B5EF4-FFF2-40B4-BE49-F238E27FC236}">
                <a16:creationId xmlns:a16="http://schemas.microsoft.com/office/drawing/2014/main" id="{428452C1-5ECD-4011-BAC1-E4F6C0A9BEFA}"/>
              </a:ext>
            </a:extLst>
          </p:cNvPr>
          <p:cNvSpPr>
            <a:spLocks noGrp="1"/>
          </p:cNvSpPr>
          <p:nvPr>
            <p:ph type="title"/>
          </p:nvPr>
        </p:nvSpPr>
        <p:spPr>
          <a:xfrm>
            <a:off x="2743200" y="1944694"/>
            <a:ext cx="6705602" cy="1387915"/>
          </a:xfrm>
        </p:spPr>
        <p:txBody>
          <a:bodyPr anchor="b">
            <a:normAutofit/>
          </a:bodyPr>
          <a:lstStyle>
            <a:lvl1pPr algn="ctr">
              <a:defRPr sz="4400">
                <a:solidFill>
                  <a:schemeClr val="tx2"/>
                </a:solidFill>
              </a:defRPr>
            </a:lvl1pPr>
          </a:lstStyle>
          <a:p>
            <a:r>
              <a:rPr lang="sv-SE"/>
              <a:t>Klicka här för att ändra mall för rubrikformat</a:t>
            </a:r>
          </a:p>
        </p:txBody>
      </p:sp>
      <p:sp>
        <p:nvSpPr>
          <p:cNvPr id="35" name="Platshållare för text 11">
            <a:extLst>
              <a:ext uri="{FF2B5EF4-FFF2-40B4-BE49-F238E27FC236}">
                <a16:creationId xmlns:a16="http://schemas.microsoft.com/office/drawing/2014/main" id="{8214634E-D352-4BFE-A1EF-28A325A532D1}"/>
              </a:ext>
            </a:extLst>
          </p:cNvPr>
          <p:cNvSpPr>
            <a:spLocks noGrp="1"/>
          </p:cNvSpPr>
          <p:nvPr>
            <p:ph type="body" sz="quarter" idx="10"/>
          </p:nvPr>
        </p:nvSpPr>
        <p:spPr>
          <a:xfrm>
            <a:off x="2743201" y="3553213"/>
            <a:ext cx="6705602" cy="1014412"/>
          </a:xfrm>
        </p:spPr>
        <p:txBody>
          <a:bodyPr>
            <a:normAutofit/>
          </a:bodyPr>
          <a:lstStyle>
            <a:lvl1pPr marL="0" indent="0" algn="ctr">
              <a:buNone/>
              <a:defRPr sz="2000" b="0"/>
            </a:lvl1pPr>
            <a:lvl2pPr marL="246062" indent="0">
              <a:buNone/>
              <a:defRPr/>
            </a:lvl2pPr>
          </a:lstStyle>
          <a:p>
            <a:pPr lvl="0"/>
            <a:r>
              <a:rPr lang="sv-SE"/>
              <a:t>Klicka här för att ändra format på bakgrundstexten</a:t>
            </a:r>
          </a:p>
        </p:txBody>
      </p:sp>
    </p:spTree>
    <p:extLst>
      <p:ext uri="{BB962C8B-B14F-4D97-AF65-F5344CB8AC3E}">
        <p14:creationId xmlns:p14="http://schemas.microsoft.com/office/powerpoint/2010/main" val="3798551453"/>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Omslag 2">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658088F-035B-41E2-AF26-A4714D676B9E}"/>
              </a:ext>
            </a:extLst>
          </p:cNvPr>
          <p:cNvSpPr/>
          <p:nvPr userDrawn="1"/>
        </p:nvSpPr>
        <p:spPr>
          <a:xfrm>
            <a:off x="6096000" y="265113"/>
            <a:ext cx="5827504"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0" name="Grupp 19">
            <a:extLst>
              <a:ext uri="{FF2B5EF4-FFF2-40B4-BE49-F238E27FC236}">
                <a16:creationId xmlns:a16="http://schemas.microsoft.com/office/drawing/2014/main" id="{49B92327-B5B5-4B47-88B6-13574CE08B3F}"/>
              </a:ext>
            </a:extLst>
          </p:cNvPr>
          <p:cNvGrpSpPr/>
          <p:nvPr userDrawn="1"/>
        </p:nvGrpSpPr>
        <p:grpSpPr>
          <a:xfrm>
            <a:off x="8142013" y="5806629"/>
            <a:ext cx="1735478" cy="326438"/>
            <a:chOff x="9835686" y="6074987"/>
            <a:chExt cx="1735478" cy="326438"/>
          </a:xfrm>
        </p:grpSpPr>
        <p:sp>
          <p:nvSpPr>
            <p:cNvPr id="21" name="Frihandsfigur: Form 20">
              <a:extLst>
                <a:ext uri="{FF2B5EF4-FFF2-40B4-BE49-F238E27FC236}">
                  <a16:creationId xmlns:a16="http://schemas.microsoft.com/office/drawing/2014/main" id="{8B78DF5B-A134-4273-8EC4-C11C314B14F6}"/>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22" name="Frihandsfigur: Form 21">
              <a:extLst>
                <a:ext uri="{FF2B5EF4-FFF2-40B4-BE49-F238E27FC236}">
                  <a16:creationId xmlns:a16="http://schemas.microsoft.com/office/drawing/2014/main" id="{AF9326DA-3BC0-46C4-AAFD-5E90E872BF0C}"/>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23" name="Frihandsfigur: Form 22">
              <a:extLst>
                <a:ext uri="{FF2B5EF4-FFF2-40B4-BE49-F238E27FC236}">
                  <a16:creationId xmlns:a16="http://schemas.microsoft.com/office/drawing/2014/main" id="{14B7F08F-1DB8-44B5-AAD3-FD69FCD5722E}"/>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24" name="Frihandsfigur: Form 23">
              <a:extLst>
                <a:ext uri="{FF2B5EF4-FFF2-40B4-BE49-F238E27FC236}">
                  <a16:creationId xmlns:a16="http://schemas.microsoft.com/office/drawing/2014/main" id="{7708682D-BA12-48BA-8A8F-F296C596852E}"/>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25" name="Frihandsfigur: Form 24">
              <a:extLst>
                <a:ext uri="{FF2B5EF4-FFF2-40B4-BE49-F238E27FC236}">
                  <a16:creationId xmlns:a16="http://schemas.microsoft.com/office/drawing/2014/main" id="{0B57B90D-A872-49DE-B40D-D2C7AABD2D81}"/>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27" name="Frihandsfigur: Form 26">
              <a:extLst>
                <a:ext uri="{FF2B5EF4-FFF2-40B4-BE49-F238E27FC236}">
                  <a16:creationId xmlns:a16="http://schemas.microsoft.com/office/drawing/2014/main" id="{5DEFFAEC-E15F-4791-B340-7BC57293639C}"/>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28" name="Frihandsfigur: Form 27">
              <a:extLst>
                <a:ext uri="{FF2B5EF4-FFF2-40B4-BE49-F238E27FC236}">
                  <a16:creationId xmlns:a16="http://schemas.microsoft.com/office/drawing/2014/main" id="{16FB3D37-E37D-4515-8EA0-D774204068E2}"/>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29" name="Frihandsfigur: Form 28">
              <a:extLst>
                <a:ext uri="{FF2B5EF4-FFF2-40B4-BE49-F238E27FC236}">
                  <a16:creationId xmlns:a16="http://schemas.microsoft.com/office/drawing/2014/main" id="{8B8E9AC7-E0DE-4748-BE48-FDFC3D78016C}"/>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36" name="Frihandsfigur: Form 35">
              <a:extLst>
                <a:ext uri="{FF2B5EF4-FFF2-40B4-BE49-F238E27FC236}">
                  <a16:creationId xmlns:a16="http://schemas.microsoft.com/office/drawing/2014/main" id="{DBB643E1-15F5-4A05-8FA9-2568336A713C}"/>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37" name="Frihandsfigur: Form 36">
              <a:extLst>
                <a:ext uri="{FF2B5EF4-FFF2-40B4-BE49-F238E27FC236}">
                  <a16:creationId xmlns:a16="http://schemas.microsoft.com/office/drawing/2014/main" id="{EB11DA37-C957-40A9-8A1B-DABC66B1DF4C}"/>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3" name="Platshållare för bild 2">
            <a:extLst>
              <a:ext uri="{FF2B5EF4-FFF2-40B4-BE49-F238E27FC236}">
                <a16:creationId xmlns:a16="http://schemas.microsoft.com/office/drawing/2014/main" id="{337F747B-775E-49F7-B3A1-3AA9248BD895}"/>
              </a:ext>
            </a:extLst>
          </p:cNvPr>
          <p:cNvSpPr>
            <a:spLocks noGrp="1"/>
          </p:cNvSpPr>
          <p:nvPr>
            <p:ph type="pic" sz="quarter" idx="11"/>
          </p:nvPr>
        </p:nvSpPr>
        <p:spPr>
          <a:xfrm>
            <a:off x="268496" y="265113"/>
            <a:ext cx="5827504" cy="6321426"/>
          </a:xfrm>
          <a:solidFill>
            <a:schemeClr val="bg1">
              <a:lumMod val="95000"/>
            </a:schemeClr>
          </a:solidFill>
        </p:spPr>
        <p:txBody>
          <a:bodyPr tIns="36000" bIns="1008000" anchor="ctr">
            <a:normAutofit/>
          </a:bodyPr>
          <a:lstStyle>
            <a:lvl1pPr marL="0" indent="0" algn="ctr">
              <a:buNone/>
              <a:defRPr sz="1600">
                <a:solidFill>
                  <a:schemeClr val="tx2"/>
                </a:solidFill>
              </a:defRPr>
            </a:lvl1pPr>
          </a:lstStyle>
          <a:p>
            <a:r>
              <a:rPr lang="sv-SE"/>
              <a:t>Klicka på ikonen för att lägga till en bild</a:t>
            </a:r>
          </a:p>
        </p:txBody>
      </p:sp>
      <p:sp>
        <p:nvSpPr>
          <p:cNvPr id="34" name="Rubrik 33">
            <a:extLst>
              <a:ext uri="{FF2B5EF4-FFF2-40B4-BE49-F238E27FC236}">
                <a16:creationId xmlns:a16="http://schemas.microsoft.com/office/drawing/2014/main" id="{428452C1-5ECD-4011-BAC1-E4F6C0A9BEFA}"/>
              </a:ext>
            </a:extLst>
          </p:cNvPr>
          <p:cNvSpPr>
            <a:spLocks noGrp="1"/>
          </p:cNvSpPr>
          <p:nvPr>
            <p:ph type="title"/>
          </p:nvPr>
        </p:nvSpPr>
        <p:spPr>
          <a:xfrm>
            <a:off x="6451390" y="2291453"/>
            <a:ext cx="5116722" cy="1387915"/>
          </a:xfrm>
        </p:spPr>
        <p:txBody>
          <a:bodyPr anchor="b">
            <a:noAutofit/>
          </a:bodyPr>
          <a:lstStyle>
            <a:lvl1pPr algn="ctr">
              <a:defRPr sz="4000">
                <a:solidFill>
                  <a:schemeClr val="tx2"/>
                </a:solidFill>
              </a:defRPr>
            </a:lvl1pPr>
          </a:lstStyle>
          <a:p>
            <a:r>
              <a:rPr lang="sv-SE"/>
              <a:t>Klicka här för att ändra mall för rubrikformat</a:t>
            </a:r>
          </a:p>
        </p:txBody>
      </p:sp>
      <p:sp>
        <p:nvSpPr>
          <p:cNvPr id="35" name="Platshållare för text 11">
            <a:extLst>
              <a:ext uri="{FF2B5EF4-FFF2-40B4-BE49-F238E27FC236}">
                <a16:creationId xmlns:a16="http://schemas.microsoft.com/office/drawing/2014/main" id="{8214634E-D352-4BFE-A1EF-28A325A532D1}"/>
              </a:ext>
            </a:extLst>
          </p:cNvPr>
          <p:cNvSpPr>
            <a:spLocks noGrp="1"/>
          </p:cNvSpPr>
          <p:nvPr>
            <p:ph type="body" sz="quarter" idx="10"/>
          </p:nvPr>
        </p:nvSpPr>
        <p:spPr>
          <a:xfrm>
            <a:off x="6451391" y="3899972"/>
            <a:ext cx="5116721" cy="1014412"/>
          </a:xfrm>
        </p:spPr>
        <p:txBody>
          <a:bodyPr>
            <a:normAutofit/>
          </a:bodyPr>
          <a:lstStyle>
            <a:lvl1pPr marL="0" indent="0" algn="ctr">
              <a:buNone/>
              <a:defRPr sz="1800" b="0"/>
            </a:lvl1pPr>
            <a:lvl2pPr marL="246062" indent="0">
              <a:buNone/>
              <a:defRPr/>
            </a:lvl2pPr>
          </a:lstStyle>
          <a:p>
            <a:pPr lvl="0"/>
            <a:r>
              <a:rPr lang="sv-SE"/>
              <a:t>Klicka här för att ändra format på bakgrundstexten</a:t>
            </a:r>
          </a:p>
        </p:txBody>
      </p:sp>
      <p:pic>
        <p:nvPicPr>
          <p:cNvPr id="19" name="Bildobjekt 18" descr="En bild som visar växt, blomma, löv, yta&#10;&#10;Automatiskt genererad beskrivning">
            <a:extLst>
              <a:ext uri="{FF2B5EF4-FFF2-40B4-BE49-F238E27FC236}">
                <a16:creationId xmlns:a16="http://schemas.microsoft.com/office/drawing/2014/main" id="{8AA5B1DC-051A-4C13-A043-EFF93FAAAC3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7086934" flipV="1">
            <a:off x="9471011" y="-596868"/>
            <a:ext cx="2785246" cy="3752628"/>
          </a:xfrm>
          <a:custGeom>
            <a:avLst/>
            <a:gdLst>
              <a:gd name="connsiteX0" fmla="*/ 1955847 w 4371941"/>
              <a:gd name="connsiteY0" fmla="*/ 0 h 5890423"/>
              <a:gd name="connsiteX1" fmla="*/ 0 w 4371941"/>
              <a:gd name="connsiteY1" fmla="*/ 3660581 h 5890423"/>
              <a:gd name="connsiteX2" fmla="*/ 4173393 w 4371941"/>
              <a:gd name="connsiteY2" fmla="*/ 5890423 h 5890423"/>
              <a:gd name="connsiteX3" fmla="*/ 4371941 w 4371941"/>
              <a:gd name="connsiteY3" fmla="*/ 5518819 h 5890423"/>
              <a:gd name="connsiteX4" fmla="*/ 4371941 w 4371941"/>
              <a:gd name="connsiteY4" fmla="*/ 406300 h 5890423"/>
              <a:gd name="connsiteX5" fmla="*/ 3611506 w 4371941"/>
              <a:gd name="connsiteY5" fmla="*/ 0 h 5890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1941" h="5890423">
                <a:moveTo>
                  <a:pt x="1955847" y="0"/>
                </a:moveTo>
                <a:lnTo>
                  <a:pt x="0" y="3660581"/>
                </a:lnTo>
                <a:lnTo>
                  <a:pt x="4173393" y="5890423"/>
                </a:lnTo>
                <a:lnTo>
                  <a:pt x="4371941" y="5518819"/>
                </a:lnTo>
                <a:lnTo>
                  <a:pt x="4371941" y="406300"/>
                </a:lnTo>
                <a:lnTo>
                  <a:pt x="3611506" y="0"/>
                </a:lnTo>
                <a:close/>
              </a:path>
            </a:pathLst>
          </a:custGeom>
        </p:spPr>
      </p:pic>
    </p:spTree>
    <p:extLst>
      <p:ext uri="{BB962C8B-B14F-4D97-AF65-F5344CB8AC3E}">
        <p14:creationId xmlns:p14="http://schemas.microsoft.com/office/powerpoint/2010/main" val="1205439502"/>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Omslag 3">
    <p:bg>
      <p:bgPr>
        <a:solidFill>
          <a:schemeClr val="bg1"/>
        </a:solidFill>
        <a:effectLst/>
      </p:bgPr>
    </p:bg>
    <p:spTree>
      <p:nvGrpSpPr>
        <p:cNvPr id="1" name=""/>
        <p:cNvGrpSpPr/>
        <p:nvPr/>
      </p:nvGrpSpPr>
      <p:grpSpPr>
        <a:xfrm>
          <a:off x="0" y="0"/>
          <a:ext cx="0" cy="0"/>
          <a:chOff x="0" y="0"/>
          <a:chExt cx="0" cy="0"/>
        </a:xfrm>
      </p:grpSpPr>
      <p:sp>
        <p:nvSpPr>
          <p:cNvPr id="35" name="Platshållare för bild 34">
            <a:extLst>
              <a:ext uri="{FF2B5EF4-FFF2-40B4-BE49-F238E27FC236}">
                <a16:creationId xmlns:a16="http://schemas.microsoft.com/office/drawing/2014/main" id="{21BAC6BA-899F-43AC-BE62-81CF066E9247}"/>
              </a:ext>
            </a:extLst>
          </p:cNvPr>
          <p:cNvSpPr>
            <a:spLocks noGrp="1"/>
          </p:cNvSpPr>
          <p:nvPr>
            <p:ph type="pic" sz="quarter" idx="11"/>
          </p:nvPr>
        </p:nvSpPr>
        <p:spPr>
          <a:xfrm>
            <a:off x="270721" y="266701"/>
            <a:ext cx="11650559" cy="6324599"/>
          </a:xfrm>
          <a:custGeom>
            <a:avLst/>
            <a:gdLst>
              <a:gd name="connsiteX0" fmla="*/ 5440591 w 11650559"/>
              <a:gd name="connsiteY0" fmla="*/ 5708644 h 6324599"/>
              <a:gd name="connsiteX1" fmla="*/ 5461375 w 11650559"/>
              <a:gd name="connsiteY1" fmla="*/ 5709340 h 6324599"/>
              <a:gd name="connsiteX2" fmla="*/ 5461375 w 11650559"/>
              <a:gd name="connsiteY2" fmla="*/ 5724928 h 6324599"/>
              <a:gd name="connsiteX3" fmla="*/ 5412190 w 11650559"/>
              <a:gd name="connsiteY3" fmla="*/ 5771385 h 6324599"/>
              <a:gd name="connsiteX4" fmla="*/ 5379288 w 11650559"/>
              <a:gd name="connsiteY4" fmla="*/ 5742610 h 6324599"/>
              <a:gd name="connsiteX5" fmla="*/ 5440591 w 11650559"/>
              <a:gd name="connsiteY5" fmla="*/ 5708644 h 6324599"/>
              <a:gd name="connsiteX6" fmla="*/ 5815068 w 11650559"/>
              <a:gd name="connsiteY6" fmla="*/ 5639654 h 6324599"/>
              <a:gd name="connsiteX7" fmla="*/ 5869418 w 11650559"/>
              <a:gd name="connsiteY7" fmla="*/ 5705153 h 6324599"/>
              <a:gd name="connsiteX8" fmla="*/ 5815068 w 11650559"/>
              <a:gd name="connsiteY8" fmla="*/ 5770716 h 6324599"/>
              <a:gd name="connsiteX9" fmla="*/ 5760333 w 11650559"/>
              <a:gd name="connsiteY9" fmla="*/ 5705153 h 6324599"/>
              <a:gd name="connsiteX10" fmla="*/ 5815068 w 11650559"/>
              <a:gd name="connsiteY10" fmla="*/ 5639654 h 6324599"/>
              <a:gd name="connsiteX11" fmla="*/ 5615166 w 11650559"/>
              <a:gd name="connsiteY11" fmla="*/ 5639028 h 6324599"/>
              <a:gd name="connsiteX12" fmla="*/ 5663664 w 11650559"/>
              <a:gd name="connsiteY12" fmla="*/ 5704492 h 6324599"/>
              <a:gd name="connsiteX13" fmla="*/ 5614823 w 11650559"/>
              <a:gd name="connsiteY13" fmla="*/ 5771385 h 6324599"/>
              <a:gd name="connsiteX14" fmla="*/ 5562867 w 11650559"/>
              <a:gd name="connsiteY14" fmla="*/ 5705530 h 6324599"/>
              <a:gd name="connsiteX15" fmla="*/ 5615166 w 11650559"/>
              <a:gd name="connsiteY15" fmla="*/ 5639028 h 6324599"/>
              <a:gd name="connsiteX16" fmla="*/ 6482815 w 11650559"/>
              <a:gd name="connsiteY16" fmla="*/ 5638937 h 6324599"/>
              <a:gd name="connsiteX17" fmla="*/ 6529464 w 11650559"/>
              <a:gd name="connsiteY17" fmla="*/ 5688672 h 6324599"/>
              <a:gd name="connsiteX18" fmla="*/ 6432480 w 11650559"/>
              <a:gd name="connsiteY18" fmla="*/ 5688672 h 6324599"/>
              <a:gd name="connsiteX19" fmla="*/ 6482815 w 11650559"/>
              <a:gd name="connsiteY19" fmla="*/ 5638937 h 6324599"/>
              <a:gd name="connsiteX20" fmla="*/ 6130348 w 11650559"/>
              <a:gd name="connsiteY20" fmla="*/ 5638937 h 6324599"/>
              <a:gd name="connsiteX21" fmla="*/ 6177002 w 11650559"/>
              <a:gd name="connsiteY21" fmla="*/ 5688672 h 6324599"/>
              <a:gd name="connsiteX22" fmla="*/ 6080017 w 11650559"/>
              <a:gd name="connsiteY22" fmla="*/ 5688672 h 6324599"/>
              <a:gd name="connsiteX23" fmla="*/ 6130348 w 11650559"/>
              <a:gd name="connsiteY23" fmla="*/ 5638937 h 6324599"/>
              <a:gd name="connsiteX24" fmla="*/ 5815068 w 11650559"/>
              <a:gd name="connsiteY24" fmla="*/ 5610866 h 6324599"/>
              <a:gd name="connsiteX25" fmla="*/ 5723198 w 11650559"/>
              <a:gd name="connsiteY25" fmla="*/ 5705153 h 6324599"/>
              <a:gd name="connsiteX26" fmla="*/ 5815068 w 11650559"/>
              <a:gd name="connsiteY26" fmla="*/ 5799504 h 6324599"/>
              <a:gd name="connsiteX27" fmla="*/ 5906549 w 11650559"/>
              <a:gd name="connsiteY27" fmla="*/ 5705153 h 6324599"/>
              <a:gd name="connsiteX28" fmla="*/ 5815068 w 11650559"/>
              <a:gd name="connsiteY28" fmla="*/ 5610866 h 6324599"/>
              <a:gd name="connsiteX29" fmla="*/ 5622090 w 11650559"/>
              <a:gd name="connsiteY29" fmla="*/ 5610763 h 6324599"/>
              <a:gd name="connsiteX30" fmla="*/ 5563425 w 11650559"/>
              <a:gd name="connsiteY30" fmla="*/ 5636913 h 6324599"/>
              <a:gd name="connsiteX31" fmla="*/ 5563425 w 11650559"/>
              <a:gd name="connsiteY31" fmla="*/ 5614911 h 6324599"/>
              <a:gd name="connsiteX32" fmla="*/ 5528361 w 11650559"/>
              <a:gd name="connsiteY32" fmla="*/ 5614911 h 6324599"/>
              <a:gd name="connsiteX33" fmla="*/ 5528361 w 11650559"/>
              <a:gd name="connsiteY33" fmla="*/ 5858500 h 6324599"/>
              <a:gd name="connsiteX34" fmla="*/ 5564810 w 11650559"/>
              <a:gd name="connsiteY34" fmla="*/ 5858500 h 6324599"/>
              <a:gd name="connsiteX35" fmla="*/ 5564810 w 11650559"/>
              <a:gd name="connsiteY35" fmla="*/ 5774414 h 6324599"/>
              <a:gd name="connsiteX36" fmla="*/ 5622446 w 11650559"/>
              <a:gd name="connsiteY36" fmla="*/ 5799654 h 6324599"/>
              <a:gd name="connsiteX37" fmla="*/ 5700243 w 11650559"/>
              <a:gd name="connsiteY37" fmla="*/ 5702073 h 6324599"/>
              <a:gd name="connsiteX38" fmla="*/ 5622090 w 11650559"/>
              <a:gd name="connsiteY38" fmla="*/ 5610763 h 6324599"/>
              <a:gd name="connsiteX39" fmla="*/ 5422931 w 11650559"/>
              <a:gd name="connsiteY39" fmla="*/ 5610763 h 6324599"/>
              <a:gd name="connsiteX40" fmla="*/ 5362726 w 11650559"/>
              <a:gd name="connsiteY40" fmla="*/ 5628270 h 6324599"/>
              <a:gd name="connsiteX41" fmla="*/ 5364768 w 11650559"/>
              <a:gd name="connsiteY41" fmla="*/ 5661016 h 6324599"/>
              <a:gd name="connsiteX42" fmla="*/ 5417736 w 11650559"/>
              <a:gd name="connsiteY42" fmla="*/ 5640975 h 6324599"/>
              <a:gd name="connsiteX43" fmla="*/ 5459324 w 11650559"/>
              <a:gd name="connsiteY43" fmla="*/ 5683057 h 6324599"/>
              <a:gd name="connsiteX44" fmla="*/ 5426740 w 11650559"/>
              <a:gd name="connsiteY44" fmla="*/ 5682465 h 6324599"/>
              <a:gd name="connsiteX45" fmla="*/ 5342706 w 11650559"/>
              <a:gd name="connsiteY45" fmla="*/ 5742610 h 6324599"/>
              <a:gd name="connsiteX46" fmla="*/ 5409423 w 11650559"/>
              <a:gd name="connsiteY46" fmla="*/ 5799654 h 6324599"/>
              <a:gd name="connsiteX47" fmla="*/ 5462893 w 11650559"/>
              <a:gd name="connsiteY47" fmla="*/ 5775507 h 6324599"/>
              <a:gd name="connsiteX48" fmla="*/ 5462893 w 11650559"/>
              <a:gd name="connsiteY48" fmla="*/ 5795514 h 6324599"/>
              <a:gd name="connsiteX49" fmla="*/ 5497544 w 11650559"/>
              <a:gd name="connsiteY49" fmla="*/ 5795514 h 6324599"/>
              <a:gd name="connsiteX50" fmla="*/ 5495872 w 11650559"/>
              <a:gd name="connsiteY50" fmla="*/ 5758919 h 6324599"/>
              <a:gd name="connsiteX51" fmla="*/ 5495872 w 11650559"/>
              <a:gd name="connsiteY51" fmla="*/ 5685798 h 6324599"/>
              <a:gd name="connsiteX52" fmla="*/ 5422931 w 11650559"/>
              <a:gd name="connsiteY52" fmla="*/ 5610763 h 6324599"/>
              <a:gd name="connsiteX53" fmla="*/ 6483690 w 11650559"/>
              <a:gd name="connsiteY53" fmla="*/ 5610591 h 6324599"/>
              <a:gd name="connsiteX54" fmla="*/ 6397086 w 11650559"/>
              <a:gd name="connsiteY54" fmla="*/ 5702810 h 6324599"/>
              <a:gd name="connsiteX55" fmla="*/ 6494075 w 11650559"/>
              <a:gd name="connsiteY55" fmla="*/ 5799756 h 6324599"/>
              <a:gd name="connsiteX56" fmla="*/ 6553234 w 11650559"/>
              <a:gd name="connsiteY56" fmla="*/ 5787493 h 6324599"/>
              <a:gd name="connsiteX57" fmla="*/ 6553234 w 11650559"/>
              <a:gd name="connsiteY57" fmla="*/ 5752733 h 6324599"/>
              <a:gd name="connsiteX58" fmla="*/ 6495546 w 11650559"/>
              <a:gd name="connsiteY58" fmla="*/ 5770510 h 6324599"/>
              <a:gd name="connsiteX59" fmla="*/ 6433823 w 11650559"/>
              <a:gd name="connsiteY59" fmla="*/ 5715641 h 6324599"/>
              <a:gd name="connsiteX60" fmla="*/ 6565828 w 11650559"/>
              <a:gd name="connsiteY60" fmla="*/ 5715641 h 6324599"/>
              <a:gd name="connsiteX61" fmla="*/ 6483690 w 11650559"/>
              <a:gd name="connsiteY61" fmla="*/ 5610591 h 6324599"/>
              <a:gd name="connsiteX62" fmla="*/ 6131227 w 11650559"/>
              <a:gd name="connsiteY62" fmla="*/ 5610591 h 6324599"/>
              <a:gd name="connsiteX63" fmla="*/ 6044619 w 11650559"/>
              <a:gd name="connsiteY63" fmla="*/ 5702810 h 6324599"/>
              <a:gd name="connsiteX64" fmla="*/ 6141612 w 11650559"/>
              <a:gd name="connsiteY64" fmla="*/ 5799756 h 6324599"/>
              <a:gd name="connsiteX65" fmla="*/ 6200771 w 11650559"/>
              <a:gd name="connsiteY65" fmla="*/ 5787493 h 6324599"/>
              <a:gd name="connsiteX66" fmla="*/ 6200771 w 11650559"/>
              <a:gd name="connsiteY66" fmla="*/ 5752733 h 6324599"/>
              <a:gd name="connsiteX67" fmla="*/ 6143084 w 11650559"/>
              <a:gd name="connsiteY67" fmla="*/ 5770510 h 6324599"/>
              <a:gd name="connsiteX68" fmla="*/ 6081360 w 11650559"/>
              <a:gd name="connsiteY68" fmla="*/ 5715641 h 6324599"/>
              <a:gd name="connsiteX69" fmla="*/ 6213365 w 11650559"/>
              <a:gd name="connsiteY69" fmla="*/ 5715641 h 6324599"/>
              <a:gd name="connsiteX70" fmla="*/ 6131227 w 11650559"/>
              <a:gd name="connsiteY70" fmla="*/ 5610591 h 6324599"/>
              <a:gd name="connsiteX71" fmla="*/ 6643495 w 11650559"/>
              <a:gd name="connsiteY71" fmla="*/ 5568561 h 6324599"/>
              <a:gd name="connsiteX72" fmla="*/ 6607042 w 11650559"/>
              <a:gd name="connsiteY72" fmla="*/ 5582159 h 6324599"/>
              <a:gd name="connsiteX73" fmla="*/ 6607042 w 11650559"/>
              <a:gd name="connsiteY73" fmla="*/ 5615001 h 6324599"/>
              <a:gd name="connsiteX74" fmla="*/ 6578438 w 11650559"/>
              <a:gd name="connsiteY74" fmla="*/ 5615001 h 6324599"/>
              <a:gd name="connsiteX75" fmla="*/ 6578438 w 11650559"/>
              <a:gd name="connsiteY75" fmla="*/ 5645222 h 6324599"/>
              <a:gd name="connsiteX76" fmla="*/ 6607042 w 11650559"/>
              <a:gd name="connsiteY76" fmla="*/ 5645222 h 6324599"/>
              <a:gd name="connsiteX77" fmla="*/ 6607042 w 11650559"/>
              <a:gd name="connsiteY77" fmla="*/ 5746514 h 6324599"/>
              <a:gd name="connsiteX78" fmla="*/ 6663373 w 11650559"/>
              <a:gd name="connsiteY78" fmla="*/ 5799748 h 6324599"/>
              <a:gd name="connsiteX79" fmla="*/ 6693018 w 11650559"/>
              <a:gd name="connsiteY79" fmla="*/ 5794326 h 6324599"/>
              <a:gd name="connsiteX80" fmla="*/ 6693018 w 11650559"/>
              <a:gd name="connsiteY80" fmla="*/ 5761682 h 6324599"/>
              <a:gd name="connsiteX81" fmla="*/ 6668911 w 11650559"/>
              <a:gd name="connsiteY81" fmla="*/ 5769519 h 6324599"/>
              <a:gd name="connsiteX82" fmla="*/ 6643495 w 11650559"/>
              <a:gd name="connsiteY82" fmla="*/ 5739933 h 6324599"/>
              <a:gd name="connsiteX83" fmla="*/ 6643495 w 11650559"/>
              <a:gd name="connsiteY83" fmla="*/ 5645222 h 6324599"/>
              <a:gd name="connsiteX84" fmla="*/ 6684019 w 11650559"/>
              <a:gd name="connsiteY84" fmla="*/ 5645222 h 6324599"/>
              <a:gd name="connsiteX85" fmla="*/ 6684019 w 11650559"/>
              <a:gd name="connsiteY85" fmla="*/ 5615001 h 6324599"/>
              <a:gd name="connsiteX86" fmla="*/ 6643495 w 11650559"/>
              <a:gd name="connsiteY86" fmla="*/ 5615001 h 6324599"/>
              <a:gd name="connsiteX87" fmla="*/ 5981476 w 11650559"/>
              <a:gd name="connsiteY87" fmla="*/ 5568561 h 6324599"/>
              <a:gd name="connsiteX88" fmla="*/ 5945027 w 11650559"/>
              <a:gd name="connsiteY88" fmla="*/ 5582159 h 6324599"/>
              <a:gd name="connsiteX89" fmla="*/ 5945027 w 11650559"/>
              <a:gd name="connsiteY89" fmla="*/ 5615005 h 6324599"/>
              <a:gd name="connsiteX90" fmla="*/ 5916419 w 11650559"/>
              <a:gd name="connsiteY90" fmla="*/ 5615005 h 6324599"/>
              <a:gd name="connsiteX91" fmla="*/ 5916419 w 11650559"/>
              <a:gd name="connsiteY91" fmla="*/ 5645222 h 6324599"/>
              <a:gd name="connsiteX92" fmla="*/ 5945027 w 11650559"/>
              <a:gd name="connsiteY92" fmla="*/ 5645222 h 6324599"/>
              <a:gd name="connsiteX93" fmla="*/ 5945027 w 11650559"/>
              <a:gd name="connsiteY93" fmla="*/ 5746518 h 6324599"/>
              <a:gd name="connsiteX94" fmla="*/ 6001354 w 11650559"/>
              <a:gd name="connsiteY94" fmla="*/ 5799748 h 6324599"/>
              <a:gd name="connsiteX95" fmla="*/ 6030999 w 11650559"/>
              <a:gd name="connsiteY95" fmla="*/ 5794326 h 6324599"/>
              <a:gd name="connsiteX96" fmla="*/ 6030999 w 11650559"/>
              <a:gd name="connsiteY96" fmla="*/ 5761682 h 6324599"/>
              <a:gd name="connsiteX97" fmla="*/ 6006892 w 11650559"/>
              <a:gd name="connsiteY97" fmla="*/ 5769519 h 6324599"/>
              <a:gd name="connsiteX98" fmla="*/ 5981476 w 11650559"/>
              <a:gd name="connsiteY98" fmla="*/ 5739933 h 6324599"/>
              <a:gd name="connsiteX99" fmla="*/ 5981476 w 11650559"/>
              <a:gd name="connsiteY99" fmla="*/ 5645222 h 6324599"/>
              <a:gd name="connsiteX100" fmla="*/ 6022004 w 11650559"/>
              <a:gd name="connsiteY100" fmla="*/ 5645222 h 6324599"/>
              <a:gd name="connsiteX101" fmla="*/ 6022004 w 11650559"/>
              <a:gd name="connsiteY101" fmla="*/ 5615005 h 6324599"/>
              <a:gd name="connsiteX102" fmla="*/ 5981476 w 11650559"/>
              <a:gd name="connsiteY102" fmla="*/ 5615005 h 6324599"/>
              <a:gd name="connsiteX103" fmla="*/ 6242667 w 11650559"/>
              <a:gd name="connsiteY103" fmla="*/ 5548696 h 6324599"/>
              <a:gd name="connsiteX104" fmla="*/ 6242667 w 11650559"/>
              <a:gd name="connsiteY104" fmla="*/ 5795514 h 6324599"/>
              <a:gd name="connsiteX105" fmla="*/ 6279116 w 11650559"/>
              <a:gd name="connsiteY105" fmla="*/ 5795514 h 6324599"/>
              <a:gd name="connsiteX106" fmla="*/ 6279116 w 11650559"/>
              <a:gd name="connsiteY106" fmla="*/ 5707967 h 6324599"/>
              <a:gd name="connsiteX107" fmla="*/ 6355262 w 11650559"/>
              <a:gd name="connsiteY107" fmla="*/ 5795514 h 6324599"/>
              <a:gd name="connsiteX108" fmla="*/ 6404233 w 11650559"/>
              <a:gd name="connsiteY108" fmla="*/ 5795514 h 6324599"/>
              <a:gd name="connsiteX109" fmla="*/ 6313155 w 11650559"/>
              <a:gd name="connsiteY109" fmla="*/ 5695218 h 6324599"/>
              <a:gd name="connsiteX110" fmla="*/ 6394212 w 11650559"/>
              <a:gd name="connsiteY110" fmla="*/ 5614915 h 6324599"/>
              <a:gd name="connsiteX111" fmla="*/ 6347360 w 11650559"/>
              <a:gd name="connsiteY111" fmla="*/ 5614915 h 6324599"/>
              <a:gd name="connsiteX112" fmla="*/ 6279116 w 11650559"/>
              <a:gd name="connsiteY112" fmla="*/ 5683838 h 6324599"/>
              <a:gd name="connsiteX113" fmla="*/ 6279116 w 11650559"/>
              <a:gd name="connsiteY113" fmla="*/ 5548696 h 6324599"/>
              <a:gd name="connsiteX114" fmla="*/ 5125081 w 11650559"/>
              <a:gd name="connsiteY114" fmla="*/ 5539928 h 6324599"/>
              <a:gd name="connsiteX115" fmla="*/ 4957540 w 11650559"/>
              <a:gd name="connsiteY115" fmla="*/ 5703149 h 6324599"/>
              <a:gd name="connsiteX116" fmla="*/ 5125081 w 11650559"/>
              <a:gd name="connsiteY116" fmla="*/ 5866367 h 6324599"/>
              <a:gd name="connsiteX117" fmla="*/ 5286573 w 11650559"/>
              <a:gd name="connsiteY117" fmla="*/ 5866367 h 6324599"/>
              <a:gd name="connsiteX118" fmla="*/ 5286573 w 11650559"/>
              <a:gd name="connsiteY118" fmla="*/ 5539928 h 6324599"/>
              <a:gd name="connsiteX119" fmla="*/ 0 w 11650559"/>
              <a:gd name="connsiteY119" fmla="*/ 0 h 6324599"/>
              <a:gd name="connsiteX120" fmla="*/ 11650559 w 11650559"/>
              <a:gd name="connsiteY120" fmla="*/ 0 h 6324599"/>
              <a:gd name="connsiteX121" fmla="*/ 11650559 w 11650559"/>
              <a:gd name="connsiteY121" fmla="*/ 6324599 h 6324599"/>
              <a:gd name="connsiteX122" fmla="*/ 0 w 11650559"/>
              <a:gd name="connsiteY122" fmla="*/ 6324599 h 6324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1650559" h="6324599">
                <a:moveTo>
                  <a:pt x="5440591" y="5708644"/>
                </a:moveTo>
                <a:cubicBezTo>
                  <a:pt x="5447523" y="5708644"/>
                  <a:pt x="5454447" y="5709340"/>
                  <a:pt x="5461375" y="5709340"/>
                </a:cubicBezTo>
                <a:lnTo>
                  <a:pt x="5461375" y="5724928"/>
                </a:lnTo>
                <a:cubicBezTo>
                  <a:pt x="5461375" y="5751297"/>
                  <a:pt x="5444409" y="5771385"/>
                  <a:pt x="5412190" y="5771385"/>
                </a:cubicBezTo>
                <a:cubicBezTo>
                  <a:pt x="5397296" y="5771385"/>
                  <a:pt x="5379288" y="5761347"/>
                  <a:pt x="5379288" y="5742610"/>
                </a:cubicBezTo>
                <a:cubicBezTo>
                  <a:pt x="5379288" y="5711416"/>
                  <a:pt x="5422931" y="5708644"/>
                  <a:pt x="5440591" y="5708644"/>
                </a:cubicBezTo>
                <a:close/>
                <a:moveTo>
                  <a:pt x="5815068" y="5639654"/>
                </a:moveTo>
                <a:cubicBezTo>
                  <a:pt x="5850368" y="5639654"/>
                  <a:pt x="5869418" y="5673410"/>
                  <a:pt x="5869418" y="5705153"/>
                </a:cubicBezTo>
                <a:cubicBezTo>
                  <a:pt x="5869418" y="5736729"/>
                  <a:pt x="5852671" y="5770716"/>
                  <a:pt x="5815068" y="5770716"/>
                </a:cubicBezTo>
                <a:cubicBezTo>
                  <a:pt x="5777466" y="5770716"/>
                  <a:pt x="5760333" y="5736729"/>
                  <a:pt x="5760333" y="5705153"/>
                </a:cubicBezTo>
                <a:cubicBezTo>
                  <a:pt x="5760333" y="5673410"/>
                  <a:pt x="5779516" y="5639654"/>
                  <a:pt x="5815068" y="5639654"/>
                </a:cubicBezTo>
                <a:close/>
                <a:moveTo>
                  <a:pt x="5615166" y="5639028"/>
                </a:moveTo>
                <a:cubicBezTo>
                  <a:pt x="5650500" y="5639028"/>
                  <a:pt x="5664351" y="5672624"/>
                  <a:pt x="5663664" y="5704492"/>
                </a:cubicBezTo>
                <a:cubicBezTo>
                  <a:pt x="5664351" y="5732204"/>
                  <a:pt x="5649801" y="5771385"/>
                  <a:pt x="5614823" y="5771385"/>
                </a:cubicBezTo>
                <a:cubicBezTo>
                  <a:pt x="5578108" y="5771385"/>
                  <a:pt x="5562867" y="5734979"/>
                  <a:pt x="5562867" y="5705530"/>
                </a:cubicBezTo>
                <a:cubicBezTo>
                  <a:pt x="5562867" y="5672624"/>
                  <a:pt x="5579837" y="5639028"/>
                  <a:pt x="5615166" y="5639028"/>
                </a:cubicBezTo>
                <a:close/>
                <a:moveTo>
                  <a:pt x="6482815" y="5638937"/>
                </a:moveTo>
                <a:cubicBezTo>
                  <a:pt x="6512563" y="5638937"/>
                  <a:pt x="6529464" y="5661492"/>
                  <a:pt x="6529464" y="5688672"/>
                </a:cubicBezTo>
                <a:lnTo>
                  <a:pt x="6432480" y="5688672"/>
                </a:lnTo>
                <a:cubicBezTo>
                  <a:pt x="6435054" y="5665670"/>
                  <a:pt x="6449004" y="5638937"/>
                  <a:pt x="6482815" y="5638937"/>
                </a:cubicBezTo>
                <a:close/>
                <a:moveTo>
                  <a:pt x="6130348" y="5638937"/>
                </a:moveTo>
                <a:cubicBezTo>
                  <a:pt x="6160101" y="5638937"/>
                  <a:pt x="6177002" y="5661492"/>
                  <a:pt x="6177002" y="5688672"/>
                </a:cubicBezTo>
                <a:lnTo>
                  <a:pt x="6080017" y="5688672"/>
                </a:lnTo>
                <a:cubicBezTo>
                  <a:pt x="6082591" y="5665670"/>
                  <a:pt x="6096537" y="5638937"/>
                  <a:pt x="6130348" y="5638937"/>
                </a:cubicBezTo>
                <a:close/>
                <a:moveTo>
                  <a:pt x="5815068" y="5610866"/>
                </a:moveTo>
                <a:cubicBezTo>
                  <a:pt x="5760976" y="5610866"/>
                  <a:pt x="5723198" y="5649640"/>
                  <a:pt x="5723198" y="5705153"/>
                </a:cubicBezTo>
                <a:cubicBezTo>
                  <a:pt x="5723198" y="5758940"/>
                  <a:pt x="5762701" y="5799504"/>
                  <a:pt x="5815068" y="5799504"/>
                </a:cubicBezTo>
                <a:cubicBezTo>
                  <a:pt x="5867222" y="5799504"/>
                  <a:pt x="5906549" y="5758940"/>
                  <a:pt x="5906549" y="5705153"/>
                </a:cubicBezTo>
                <a:cubicBezTo>
                  <a:pt x="5906549" y="5649640"/>
                  <a:pt x="5868925" y="5610866"/>
                  <a:pt x="5815068" y="5610866"/>
                </a:cubicBezTo>
                <a:close/>
                <a:moveTo>
                  <a:pt x="5622090" y="5610763"/>
                </a:moveTo>
                <a:cubicBezTo>
                  <a:pt x="5593945" y="5610763"/>
                  <a:pt x="5573973" y="5623654"/>
                  <a:pt x="5563425" y="5636913"/>
                </a:cubicBezTo>
                <a:lnTo>
                  <a:pt x="5563425" y="5614911"/>
                </a:lnTo>
                <a:lnTo>
                  <a:pt x="5528361" y="5614911"/>
                </a:lnTo>
                <a:lnTo>
                  <a:pt x="5528361" y="5858500"/>
                </a:lnTo>
                <a:lnTo>
                  <a:pt x="5564810" y="5858500"/>
                </a:lnTo>
                <a:lnTo>
                  <a:pt x="5564810" y="5774414"/>
                </a:lnTo>
                <a:cubicBezTo>
                  <a:pt x="5577078" y="5791096"/>
                  <a:pt x="5596373" y="5799654"/>
                  <a:pt x="5622446" y="5799654"/>
                </a:cubicBezTo>
                <a:cubicBezTo>
                  <a:pt x="5679862" y="5799654"/>
                  <a:pt x="5700243" y="5747084"/>
                  <a:pt x="5700243" y="5702073"/>
                </a:cubicBezTo>
                <a:cubicBezTo>
                  <a:pt x="5700243" y="5659949"/>
                  <a:pt x="5679768" y="5610763"/>
                  <a:pt x="5622090" y="5610763"/>
                </a:cubicBezTo>
                <a:close/>
                <a:moveTo>
                  <a:pt x="5422931" y="5610763"/>
                </a:moveTo>
                <a:cubicBezTo>
                  <a:pt x="5401324" y="5610763"/>
                  <a:pt x="5381544" y="5617056"/>
                  <a:pt x="5362726" y="5628270"/>
                </a:cubicBezTo>
                <a:lnTo>
                  <a:pt x="5364768" y="5661016"/>
                </a:lnTo>
                <a:cubicBezTo>
                  <a:pt x="5378263" y="5648937"/>
                  <a:pt x="5397442" y="5640975"/>
                  <a:pt x="5417736" y="5640975"/>
                </a:cubicBezTo>
                <a:cubicBezTo>
                  <a:pt x="5446656" y="5640975"/>
                  <a:pt x="5458758" y="5653295"/>
                  <a:pt x="5459324" y="5683057"/>
                </a:cubicBezTo>
                <a:cubicBezTo>
                  <a:pt x="5447604" y="5682491"/>
                  <a:pt x="5438682" y="5682465"/>
                  <a:pt x="5426740" y="5682465"/>
                </a:cubicBezTo>
                <a:cubicBezTo>
                  <a:pt x="5395533" y="5682465"/>
                  <a:pt x="5342706" y="5695128"/>
                  <a:pt x="5342706" y="5742610"/>
                </a:cubicBezTo>
                <a:cubicBezTo>
                  <a:pt x="5342706" y="5779402"/>
                  <a:pt x="5366402" y="5799654"/>
                  <a:pt x="5409423" y="5799654"/>
                </a:cubicBezTo>
                <a:cubicBezTo>
                  <a:pt x="5438211" y="5799654"/>
                  <a:pt x="5455107" y="5784837"/>
                  <a:pt x="5462893" y="5775507"/>
                </a:cubicBezTo>
                <a:lnTo>
                  <a:pt x="5462893" y="5795514"/>
                </a:lnTo>
                <a:lnTo>
                  <a:pt x="5497544" y="5795514"/>
                </a:lnTo>
                <a:cubicBezTo>
                  <a:pt x="5496086" y="5784824"/>
                  <a:pt x="5495872" y="5775589"/>
                  <a:pt x="5495872" y="5758919"/>
                </a:cubicBezTo>
                <a:lnTo>
                  <a:pt x="5495872" y="5685798"/>
                </a:lnTo>
                <a:cubicBezTo>
                  <a:pt x="5495872" y="5634597"/>
                  <a:pt x="5472695" y="5610763"/>
                  <a:pt x="5422931" y="5610763"/>
                </a:cubicBezTo>
                <a:close/>
                <a:moveTo>
                  <a:pt x="6483690" y="5610591"/>
                </a:moveTo>
                <a:cubicBezTo>
                  <a:pt x="6430790" y="5610591"/>
                  <a:pt x="6397086" y="5650180"/>
                  <a:pt x="6397086" y="5702810"/>
                </a:cubicBezTo>
                <a:cubicBezTo>
                  <a:pt x="6397086" y="5760652"/>
                  <a:pt x="6431142" y="5799756"/>
                  <a:pt x="6494075" y="5799756"/>
                </a:cubicBezTo>
                <a:cubicBezTo>
                  <a:pt x="6524939" y="5799756"/>
                  <a:pt x="6540000" y="5792022"/>
                  <a:pt x="6553234" y="5787493"/>
                </a:cubicBezTo>
                <a:lnTo>
                  <a:pt x="6553234" y="5752733"/>
                </a:lnTo>
                <a:cubicBezTo>
                  <a:pt x="6544787" y="5759361"/>
                  <a:pt x="6518324" y="5770510"/>
                  <a:pt x="6495546" y="5770510"/>
                </a:cubicBezTo>
                <a:cubicBezTo>
                  <a:pt x="6462846" y="5770510"/>
                  <a:pt x="6433823" y="5750833"/>
                  <a:pt x="6433823" y="5715641"/>
                </a:cubicBezTo>
                <a:lnTo>
                  <a:pt x="6565828" y="5715641"/>
                </a:lnTo>
                <a:cubicBezTo>
                  <a:pt x="6567124" y="5658194"/>
                  <a:pt x="6545946" y="5610591"/>
                  <a:pt x="6483690" y="5610591"/>
                </a:cubicBezTo>
                <a:close/>
                <a:moveTo>
                  <a:pt x="6131227" y="5610591"/>
                </a:moveTo>
                <a:cubicBezTo>
                  <a:pt x="6078327" y="5610591"/>
                  <a:pt x="6044619" y="5650180"/>
                  <a:pt x="6044619" y="5702810"/>
                </a:cubicBezTo>
                <a:cubicBezTo>
                  <a:pt x="6044619" y="5760652"/>
                  <a:pt x="6078675" y="5799756"/>
                  <a:pt x="6141612" y="5799756"/>
                </a:cubicBezTo>
                <a:cubicBezTo>
                  <a:pt x="6172476" y="5799756"/>
                  <a:pt x="6187537" y="5792022"/>
                  <a:pt x="6200771" y="5787493"/>
                </a:cubicBezTo>
                <a:lnTo>
                  <a:pt x="6200771" y="5752733"/>
                </a:lnTo>
                <a:cubicBezTo>
                  <a:pt x="6192324" y="5759361"/>
                  <a:pt x="6165862" y="5770510"/>
                  <a:pt x="6143084" y="5770510"/>
                </a:cubicBezTo>
                <a:cubicBezTo>
                  <a:pt x="6110384" y="5770510"/>
                  <a:pt x="6081360" y="5750833"/>
                  <a:pt x="6081360" y="5715641"/>
                </a:cubicBezTo>
                <a:lnTo>
                  <a:pt x="6213365" y="5715641"/>
                </a:lnTo>
                <a:cubicBezTo>
                  <a:pt x="6214656" y="5658194"/>
                  <a:pt x="6193483" y="5610591"/>
                  <a:pt x="6131227" y="5610591"/>
                </a:cubicBezTo>
                <a:close/>
                <a:moveTo>
                  <a:pt x="6643495" y="5568561"/>
                </a:moveTo>
                <a:lnTo>
                  <a:pt x="6607042" y="5582159"/>
                </a:lnTo>
                <a:lnTo>
                  <a:pt x="6607042" y="5615001"/>
                </a:lnTo>
                <a:lnTo>
                  <a:pt x="6578438" y="5615001"/>
                </a:lnTo>
                <a:lnTo>
                  <a:pt x="6578438" y="5645222"/>
                </a:lnTo>
                <a:lnTo>
                  <a:pt x="6607042" y="5645222"/>
                </a:lnTo>
                <a:lnTo>
                  <a:pt x="6607042" y="5746514"/>
                </a:lnTo>
                <a:cubicBezTo>
                  <a:pt x="6607042" y="5781333"/>
                  <a:pt x="6626521" y="5799748"/>
                  <a:pt x="6663373" y="5799748"/>
                </a:cubicBezTo>
                <a:cubicBezTo>
                  <a:pt x="6674397" y="5799748"/>
                  <a:pt x="6686326" y="5796552"/>
                  <a:pt x="6693018" y="5794326"/>
                </a:cubicBezTo>
                <a:lnTo>
                  <a:pt x="6693018" y="5761682"/>
                </a:lnTo>
                <a:cubicBezTo>
                  <a:pt x="6684126" y="5767932"/>
                  <a:pt x="6676799" y="5769519"/>
                  <a:pt x="6668911" y="5769519"/>
                </a:cubicBezTo>
                <a:cubicBezTo>
                  <a:pt x="6656252" y="5769519"/>
                  <a:pt x="6643477" y="5760378"/>
                  <a:pt x="6643495" y="5739933"/>
                </a:cubicBezTo>
                <a:lnTo>
                  <a:pt x="6643495" y="5645222"/>
                </a:lnTo>
                <a:lnTo>
                  <a:pt x="6684019" y="5645222"/>
                </a:lnTo>
                <a:lnTo>
                  <a:pt x="6684019" y="5615001"/>
                </a:lnTo>
                <a:lnTo>
                  <a:pt x="6643495" y="5615001"/>
                </a:lnTo>
                <a:close/>
                <a:moveTo>
                  <a:pt x="5981476" y="5568561"/>
                </a:moveTo>
                <a:lnTo>
                  <a:pt x="5945027" y="5582159"/>
                </a:lnTo>
                <a:lnTo>
                  <a:pt x="5945027" y="5615005"/>
                </a:lnTo>
                <a:lnTo>
                  <a:pt x="5916419" y="5615005"/>
                </a:lnTo>
                <a:lnTo>
                  <a:pt x="5916419" y="5645222"/>
                </a:lnTo>
                <a:lnTo>
                  <a:pt x="5945027" y="5645222"/>
                </a:lnTo>
                <a:lnTo>
                  <a:pt x="5945027" y="5746518"/>
                </a:lnTo>
                <a:cubicBezTo>
                  <a:pt x="5945027" y="5781333"/>
                  <a:pt x="5964502" y="5799748"/>
                  <a:pt x="6001354" y="5799748"/>
                </a:cubicBezTo>
                <a:cubicBezTo>
                  <a:pt x="6012378" y="5799748"/>
                  <a:pt x="6024307" y="5796552"/>
                  <a:pt x="6030999" y="5794326"/>
                </a:cubicBezTo>
                <a:lnTo>
                  <a:pt x="6030999" y="5761682"/>
                </a:lnTo>
                <a:cubicBezTo>
                  <a:pt x="6022107" y="5767936"/>
                  <a:pt x="6014785" y="5769519"/>
                  <a:pt x="6006892" y="5769519"/>
                </a:cubicBezTo>
                <a:cubicBezTo>
                  <a:pt x="5994233" y="5769519"/>
                  <a:pt x="5981458" y="5760378"/>
                  <a:pt x="5981476" y="5739933"/>
                </a:cubicBezTo>
                <a:lnTo>
                  <a:pt x="5981476" y="5645222"/>
                </a:lnTo>
                <a:lnTo>
                  <a:pt x="6022004" y="5645222"/>
                </a:lnTo>
                <a:lnTo>
                  <a:pt x="6022004" y="5615005"/>
                </a:lnTo>
                <a:lnTo>
                  <a:pt x="5981476" y="5615005"/>
                </a:lnTo>
                <a:close/>
                <a:moveTo>
                  <a:pt x="6242667" y="5548696"/>
                </a:moveTo>
                <a:lnTo>
                  <a:pt x="6242667" y="5795514"/>
                </a:lnTo>
                <a:lnTo>
                  <a:pt x="6279116" y="5795514"/>
                </a:lnTo>
                <a:lnTo>
                  <a:pt x="6279116" y="5707967"/>
                </a:lnTo>
                <a:cubicBezTo>
                  <a:pt x="6285362" y="5715152"/>
                  <a:pt x="6355262" y="5795514"/>
                  <a:pt x="6355262" y="5795514"/>
                </a:cubicBezTo>
                <a:lnTo>
                  <a:pt x="6404233" y="5795514"/>
                </a:lnTo>
                <a:cubicBezTo>
                  <a:pt x="6404233" y="5795514"/>
                  <a:pt x="6315733" y="5697959"/>
                  <a:pt x="6313155" y="5695218"/>
                </a:cubicBezTo>
                <a:cubicBezTo>
                  <a:pt x="6315866" y="5692644"/>
                  <a:pt x="6394212" y="5614915"/>
                  <a:pt x="6394212" y="5614915"/>
                </a:cubicBezTo>
                <a:lnTo>
                  <a:pt x="6347360" y="5614915"/>
                </a:lnTo>
                <a:cubicBezTo>
                  <a:pt x="6347360" y="5614915"/>
                  <a:pt x="6285156" y="5677725"/>
                  <a:pt x="6279116" y="5683838"/>
                </a:cubicBezTo>
                <a:lnTo>
                  <a:pt x="6279116" y="5548696"/>
                </a:lnTo>
                <a:close/>
                <a:moveTo>
                  <a:pt x="5125081" y="5539928"/>
                </a:moveTo>
                <a:cubicBezTo>
                  <a:pt x="5034938" y="5539928"/>
                  <a:pt x="4957540" y="5613002"/>
                  <a:pt x="4957540" y="5703149"/>
                </a:cubicBezTo>
                <a:cubicBezTo>
                  <a:pt x="4957540" y="5793293"/>
                  <a:pt x="5034938" y="5866367"/>
                  <a:pt x="5125081" y="5866367"/>
                </a:cubicBezTo>
                <a:lnTo>
                  <a:pt x="5286573" y="5866367"/>
                </a:lnTo>
                <a:lnTo>
                  <a:pt x="5286573" y="5539928"/>
                </a:lnTo>
                <a:close/>
                <a:moveTo>
                  <a:pt x="0" y="0"/>
                </a:moveTo>
                <a:lnTo>
                  <a:pt x="11650559" y="0"/>
                </a:lnTo>
                <a:lnTo>
                  <a:pt x="11650559" y="6324599"/>
                </a:lnTo>
                <a:lnTo>
                  <a:pt x="0" y="6324599"/>
                </a:lnTo>
                <a:close/>
              </a:path>
            </a:pathLst>
          </a:custGeom>
          <a:solidFill>
            <a:schemeClr val="bg1">
              <a:lumMod val="95000"/>
            </a:schemeClr>
          </a:solidFill>
        </p:spPr>
        <p:txBody>
          <a:bodyPr wrap="square" tIns="36000" bIns="1008000" anchor="t">
            <a:noAutofit/>
          </a:bodyPr>
          <a:lstStyle>
            <a:lvl1pPr marL="0" indent="0" algn="ctr">
              <a:buNone/>
              <a:defRPr sz="1600">
                <a:solidFill>
                  <a:schemeClr val="tx2"/>
                </a:solidFill>
              </a:defRPr>
            </a:lvl1pPr>
          </a:lstStyle>
          <a:p>
            <a:r>
              <a:rPr lang="sv-SE"/>
              <a:t>Klicka på ikonen för att lägga till en bild</a:t>
            </a:r>
          </a:p>
        </p:txBody>
      </p:sp>
      <p:sp>
        <p:nvSpPr>
          <p:cNvPr id="8" name="Rubrik 33">
            <a:extLst>
              <a:ext uri="{FF2B5EF4-FFF2-40B4-BE49-F238E27FC236}">
                <a16:creationId xmlns:a16="http://schemas.microsoft.com/office/drawing/2014/main" id="{CF863F98-716B-4959-9AE1-227932375CDA}"/>
              </a:ext>
            </a:extLst>
          </p:cNvPr>
          <p:cNvSpPr>
            <a:spLocks noGrp="1"/>
          </p:cNvSpPr>
          <p:nvPr userDrawn="1">
            <p:ph type="title"/>
          </p:nvPr>
        </p:nvSpPr>
        <p:spPr>
          <a:xfrm>
            <a:off x="2743200" y="1944694"/>
            <a:ext cx="6705602" cy="1387915"/>
          </a:xfrm>
        </p:spPr>
        <p:txBody>
          <a:bodyPr anchor="b">
            <a:normAutofit/>
          </a:bodyPr>
          <a:lstStyle>
            <a:lvl1pPr algn="ctr">
              <a:defRPr sz="4400">
                <a:solidFill>
                  <a:schemeClr val="tx2"/>
                </a:solidFill>
              </a:defRPr>
            </a:lvl1pPr>
          </a:lstStyle>
          <a:p>
            <a:r>
              <a:rPr lang="sv-SE"/>
              <a:t>Klicka här för att ändra mall för rubrikformat</a:t>
            </a:r>
          </a:p>
        </p:txBody>
      </p:sp>
      <p:sp>
        <p:nvSpPr>
          <p:cNvPr id="9" name="Platshållare för text 11">
            <a:extLst>
              <a:ext uri="{FF2B5EF4-FFF2-40B4-BE49-F238E27FC236}">
                <a16:creationId xmlns:a16="http://schemas.microsoft.com/office/drawing/2014/main" id="{C96B6868-88A8-4722-B416-4A2A05497377}"/>
              </a:ext>
            </a:extLst>
          </p:cNvPr>
          <p:cNvSpPr>
            <a:spLocks noGrp="1"/>
          </p:cNvSpPr>
          <p:nvPr userDrawn="1">
            <p:ph type="body" sz="quarter" idx="10"/>
          </p:nvPr>
        </p:nvSpPr>
        <p:spPr>
          <a:xfrm>
            <a:off x="2743201" y="3553213"/>
            <a:ext cx="6705602" cy="1014412"/>
          </a:xfrm>
        </p:spPr>
        <p:txBody>
          <a:bodyPr>
            <a:normAutofit/>
          </a:bodyPr>
          <a:lstStyle>
            <a:lvl1pPr marL="0" indent="0" algn="ctr">
              <a:buNone/>
              <a:defRPr sz="2000" b="0"/>
            </a:lvl1pPr>
            <a:lvl2pPr marL="246062" indent="0">
              <a:buNone/>
              <a:defRPr/>
            </a:lvl2pPr>
          </a:lstStyle>
          <a:p>
            <a:pPr lvl="0"/>
            <a:r>
              <a:rPr lang="sv-SE"/>
              <a:t>Klicka här för att ändra format på bakgrundstexten</a:t>
            </a:r>
          </a:p>
        </p:txBody>
      </p:sp>
      <p:sp>
        <p:nvSpPr>
          <p:cNvPr id="45" name="Frihandsfigur: Form 44">
            <a:extLst>
              <a:ext uri="{FF2B5EF4-FFF2-40B4-BE49-F238E27FC236}">
                <a16:creationId xmlns:a16="http://schemas.microsoft.com/office/drawing/2014/main" id="{CE41976F-B2D8-4F55-8AF6-EE93AF203F90}"/>
              </a:ext>
            </a:extLst>
          </p:cNvPr>
          <p:cNvSpPr/>
          <p:nvPr/>
        </p:nvSpPr>
        <p:spPr>
          <a:xfrm>
            <a:off x="5228261" y="5806629"/>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46" name="Frihandsfigur: Form 45">
            <a:extLst>
              <a:ext uri="{FF2B5EF4-FFF2-40B4-BE49-F238E27FC236}">
                <a16:creationId xmlns:a16="http://schemas.microsoft.com/office/drawing/2014/main" id="{1180F069-10A2-453B-87F4-87C323256AD6}"/>
              </a:ext>
            </a:extLst>
          </p:cNvPr>
          <p:cNvSpPr/>
          <p:nvPr/>
        </p:nvSpPr>
        <p:spPr>
          <a:xfrm>
            <a:off x="5301399" y="5845459"/>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sp>
        <p:nvSpPr>
          <p:cNvPr id="47" name="Frihandsfigur: Form 46">
            <a:extLst>
              <a:ext uri="{FF2B5EF4-FFF2-40B4-BE49-F238E27FC236}">
                <a16:creationId xmlns:a16="http://schemas.microsoft.com/office/drawing/2014/main" id="{D0F92901-BFE4-4E03-8AAB-79BDC5D96465}"/>
              </a:ext>
            </a:extLst>
          </p:cNvPr>
          <p:cNvSpPr/>
          <p:nvPr userDrawn="1"/>
        </p:nvSpPr>
        <p:spPr>
          <a:xfrm rot="5400000">
            <a:off x="2666790" y="-2666789"/>
            <a:ext cx="6858000" cy="12191581"/>
          </a:xfrm>
          <a:custGeom>
            <a:avLst/>
            <a:gdLst>
              <a:gd name="connsiteX0" fmla="*/ 268288 w 6858000"/>
              <a:gd name="connsiteY0" fmla="*/ 11921602 h 12191581"/>
              <a:gd name="connsiteX1" fmla="*/ 6589711 w 6858000"/>
              <a:gd name="connsiteY1" fmla="*/ 11921602 h 12191581"/>
              <a:gd name="connsiteX2" fmla="*/ 6589711 w 6858000"/>
              <a:gd name="connsiteY2" fmla="*/ 271042 h 12191581"/>
              <a:gd name="connsiteX3" fmla="*/ 268288 w 6858000"/>
              <a:gd name="connsiteY3" fmla="*/ 271042 h 12191581"/>
              <a:gd name="connsiteX4" fmla="*/ 0 w 6858000"/>
              <a:gd name="connsiteY4" fmla="*/ 271042 h 12191581"/>
              <a:gd name="connsiteX5" fmla="*/ 0 w 6858000"/>
              <a:gd name="connsiteY5" fmla="*/ 0 h 12191581"/>
              <a:gd name="connsiteX6" fmla="*/ 6858000 w 6858000"/>
              <a:gd name="connsiteY6" fmla="*/ 0 h 12191581"/>
              <a:gd name="connsiteX7" fmla="*/ 6858000 w 6858000"/>
              <a:gd name="connsiteY7" fmla="*/ 271042 h 12191581"/>
              <a:gd name="connsiteX8" fmla="*/ 6857999 w 6858000"/>
              <a:gd name="connsiteY8" fmla="*/ 271042 h 12191581"/>
              <a:gd name="connsiteX9" fmla="*/ 6857999 w 6858000"/>
              <a:gd name="connsiteY9" fmla="*/ 11921602 h 12191581"/>
              <a:gd name="connsiteX10" fmla="*/ 6858000 w 6858000"/>
              <a:gd name="connsiteY10" fmla="*/ 11921602 h 12191581"/>
              <a:gd name="connsiteX11" fmla="*/ 6858000 w 6858000"/>
              <a:gd name="connsiteY11" fmla="*/ 12191581 h 12191581"/>
              <a:gd name="connsiteX12" fmla="*/ 0 w 6858000"/>
              <a:gd name="connsiteY12" fmla="*/ 12191581 h 12191581"/>
              <a:gd name="connsiteX13" fmla="*/ 0 w 6858000"/>
              <a:gd name="connsiteY13" fmla="*/ 11921602 h 12191581"/>
              <a:gd name="connsiteX14" fmla="*/ 0 w 6858000"/>
              <a:gd name="connsiteY14" fmla="*/ 11921602 h 12191581"/>
              <a:gd name="connsiteX15" fmla="*/ 0 w 6858000"/>
              <a:gd name="connsiteY15" fmla="*/ 271042 h 1219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12191581">
                <a:moveTo>
                  <a:pt x="268288" y="11921602"/>
                </a:moveTo>
                <a:lnTo>
                  <a:pt x="6589711" y="11921602"/>
                </a:lnTo>
                <a:lnTo>
                  <a:pt x="6589711" y="271042"/>
                </a:lnTo>
                <a:lnTo>
                  <a:pt x="268288" y="271042"/>
                </a:lnTo>
                <a:close/>
                <a:moveTo>
                  <a:pt x="0" y="271042"/>
                </a:moveTo>
                <a:lnTo>
                  <a:pt x="0" y="0"/>
                </a:lnTo>
                <a:lnTo>
                  <a:pt x="6858000" y="0"/>
                </a:lnTo>
                <a:lnTo>
                  <a:pt x="6858000" y="271042"/>
                </a:lnTo>
                <a:lnTo>
                  <a:pt x="6857999" y="271042"/>
                </a:lnTo>
                <a:lnTo>
                  <a:pt x="6857999" y="11921602"/>
                </a:lnTo>
                <a:lnTo>
                  <a:pt x="6858000" y="11921602"/>
                </a:lnTo>
                <a:lnTo>
                  <a:pt x="6858000" y="12191581"/>
                </a:lnTo>
                <a:lnTo>
                  <a:pt x="0" y="12191581"/>
                </a:lnTo>
                <a:lnTo>
                  <a:pt x="0" y="11921602"/>
                </a:lnTo>
                <a:lnTo>
                  <a:pt x="0" y="11921602"/>
                </a:lnTo>
                <a:lnTo>
                  <a:pt x="0" y="2710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sp>
        <p:nvSpPr>
          <p:cNvPr id="2" name="textruta 1">
            <a:extLst>
              <a:ext uri="{FF2B5EF4-FFF2-40B4-BE49-F238E27FC236}">
                <a16:creationId xmlns:a16="http://schemas.microsoft.com/office/drawing/2014/main" id="{317A8266-2B3E-4CE0-810C-D7210BAF35CE}"/>
              </a:ext>
            </a:extLst>
          </p:cNvPr>
          <p:cNvSpPr txBox="1"/>
          <p:nvPr userDrawn="1"/>
        </p:nvSpPr>
        <p:spPr>
          <a:xfrm>
            <a:off x="12295417" y="997376"/>
            <a:ext cx="4201791" cy="830997"/>
          </a:xfrm>
          <a:prstGeom prst="rect">
            <a:avLst/>
          </a:prstGeom>
          <a:solidFill>
            <a:schemeClr val="bg1"/>
          </a:solidFill>
        </p:spPr>
        <p:txBody>
          <a:bodyPr wrap="none" rtlCol="0">
            <a:spAutoFit/>
          </a:bodyPr>
          <a:lstStyle/>
          <a:p>
            <a:r>
              <a:rPr lang="sv-SE" sz="1200" b="1"/>
              <a:t>TIPS!</a:t>
            </a:r>
          </a:p>
          <a:p>
            <a:r>
              <a:rPr lang="sv-SE" sz="1200"/>
              <a:t>För att göra logotypen till mörk:</a:t>
            </a:r>
          </a:p>
          <a:p>
            <a:r>
              <a:rPr lang="sv-SE" sz="1200"/>
              <a:t>Högerklicka utanför arbetsytan – välj ”</a:t>
            </a:r>
            <a:r>
              <a:rPr lang="sv-SE" sz="1200" i="1"/>
              <a:t>Formatera bakgrund</a:t>
            </a:r>
            <a:r>
              <a:rPr lang="sv-SE" sz="1200"/>
              <a:t>”</a:t>
            </a:r>
          </a:p>
          <a:p>
            <a:r>
              <a:rPr lang="sv-SE" sz="1200"/>
              <a:t>Välj ”</a:t>
            </a:r>
            <a:r>
              <a:rPr lang="sv-SE" sz="1200" i="1"/>
              <a:t>Hel fyllning</a:t>
            </a:r>
            <a:r>
              <a:rPr lang="sv-SE" sz="1200"/>
              <a:t>” och välj ”</a:t>
            </a:r>
            <a:r>
              <a:rPr lang="sv-SE" sz="1200" i="1"/>
              <a:t>svart</a:t>
            </a:r>
            <a:r>
              <a:rPr lang="sv-SE" sz="1200"/>
              <a:t>”</a:t>
            </a:r>
          </a:p>
        </p:txBody>
      </p:sp>
      <p:grpSp>
        <p:nvGrpSpPr>
          <p:cNvPr id="12" name="Grupp 11">
            <a:extLst>
              <a:ext uri="{FF2B5EF4-FFF2-40B4-BE49-F238E27FC236}">
                <a16:creationId xmlns:a16="http://schemas.microsoft.com/office/drawing/2014/main" id="{A65CF749-E176-4C0F-B6B1-8C9AC5B471AE}"/>
              </a:ext>
            </a:extLst>
          </p:cNvPr>
          <p:cNvGrpSpPr/>
          <p:nvPr userDrawn="1"/>
        </p:nvGrpSpPr>
        <p:grpSpPr>
          <a:xfrm>
            <a:off x="12295416" y="1897335"/>
            <a:ext cx="2503753" cy="2126025"/>
            <a:chOff x="12295417" y="1897335"/>
            <a:chExt cx="2049924" cy="1740663"/>
          </a:xfrm>
        </p:grpSpPr>
        <p:pic>
          <p:nvPicPr>
            <p:cNvPr id="5" name="Bildobjekt 4">
              <a:extLst>
                <a:ext uri="{FF2B5EF4-FFF2-40B4-BE49-F238E27FC236}">
                  <a16:creationId xmlns:a16="http://schemas.microsoft.com/office/drawing/2014/main" id="{DE24E40D-1307-4CB5-8416-9F247C2F9F7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2295417" y="1897335"/>
              <a:ext cx="1124441" cy="968317"/>
            </a:xfrm>
            <a:prstGeom prst="rect">
              <a:avLst/>
            </a:prstGeom>
          </p:spPr>
        </p:pic>
        <p:pic>
          <p:nvPicPr>
            <p:cNvPr id="7" name="Bildobjekt 6">
              <a:extLst>
                <a:ext uri="{FF2B5EF4-FFF2-40B4-BE49-F238E27FC236}">
                  <a16:creationId xmlns:a16="http://schemas.microsoft.com/office/drawing/2014/main" id="{2D074425-959C-459F-8001-391CCE5796D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419858" y="1897335"/>
              <a:ext cx="925483" cy="1740663"/>
            </a:xfrm>
            <a:prstGeom prst="rect">
              <a:avLst/>
            </a:prstGeom>
          </p:spPr>
        </p:pic>
      </p:grpSp>
      <p:sp>
        <p:nvSpPr>
          <p:cNvPr id="49" name="Rektangel 48">
            <a:extLst>
              <a:ext uri="{FF2B5EF4-FFF2-40B4-BE49-F238E27FC236}">
                <a16:creationId xmlns:a16="http://schemas.microsoft.com/office/drawing/2014/main" id="{F00A4852-B799-4C91-B4DC-B8977D03AB74}"/>
              </a:ext>
            </a:extLst>
          </p:cNvPr>
          <p:cNvSpPr/>
          <p:nvPr userDrawn="1"/>
        </p:nvSpPr>
        <p:spPr>
          <a:xfrm>
            <a:off x="12908137" y="2721778"/>
            <a:ext cx="753688" cy="144087"/>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0" name="Rektangel 49">
            <a:extLst>
              <a:ext uri="{FF2B5EF4-FFF2-40B4-BE49-F238E27FC236}">
                <a16:creationId xmlns:a16="http://schemas.microsoft.com/office/drawing/2014/main" id="{3925B998-0894-4098-BD24-FCF1304C065F}"/>
              </a:ext>
            </a:extLst>
          </p:cNvPr>
          <p:cNvSpPr/>
          <p:nvPr userDrawn="1"/>
        </p:nvSpPr>
        <p:spPr>
          <a:xfrm>
            <a:off x="13772630" y="2344594"/>
            <a:ext cx="392257" cy="110432"/>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1" name="Rektangel 50">
            <a:extLst>
              <a:ext uri="{FF2B5EF4-FFF2-40B4-BE49-F238E27FC236}">
                <a16:creationId xmlns:a16="http://schemas.microsoft.com/office/drawing/2014/main" id="{DB967EB6-39D4-4CFE-B17B-4757CD63573D}"/>
              </a:ext>
            </a:extLst>
          </p:cNvPr>
          <p:cNvSpPr/>
          <p:nvPr userDrawn="1"/>
        </p:nvSpPr>
        <p:spPr>
          <a:xfrm>
            <a:off x="14090442" y="3128761"/>
            <a:ext cx="146489" cy="110432"/>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2558601234"/>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42" userDrawn="1">
          <p15:clr>
            <a:srgbClr val="FBAE40"/>
          </p15:clr>
        </p15:guide>
        <p15:guide id="5" orient="horz" pos="4149">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Omslag 4">
    <p:bg>
      <p:bgPr>
        <a:solidFill>
          <a:schemeClr val="tx2"/>
        </a:solidFill>
        <a:effectLst/>
      </p:bgPr>
    </p:bg>
    <p:spTree>
      <p:nvGrpSpPr>
        <p:cNvPr id="1" name=""/>
        <p:cNvGrpSpPr/>
        <p:nvPr/>
      </p:nvGrpSpPr>
      <p:grpSpPr>
        <a:xfrm>
          <a:off x="0" y="0"/>
          <a:ext cx="0" cy="0"/>
          <a:chOff x="0" y="0"/>
          <a:chExt cx="0" cy="0"/>
        </a:xfrm>
      </p:grpSpPr>
      <p:sp>
        <p:nvSpPr>
          <p:cNvPr id="47" name="Platshållare för bild 46">
            <a:extLst>
              <a:ext uri="{FF2B5EF4-FFF2-40B4-BE49-F238E27FC236}">
                <a16:creationId xmlns:a16="http://schemas.microsoft.com/office/drawing/2014/main" id="{17125A38-2054-4510-8105-7008446839E1}"/>
              </a:ext>
            </a:extLst>
          </p:cNvPr>
          <p:cNvSpPr>
            <a:spLocks noGrp="1"/>
          </p:cNvSpPr>
          <p:nvPr>
            <p:ph type="pic" sz="quarter" idx="11"/>
          </p:nvPr>
        </p:nvSpPr>
        <p:spPr>
          <a:xfrm>
            <a:off x="268287" y="265111"/>
            <a:ext cx="11652250" cy="6337228"/>
          </a:xfrm>
          <a:custGeom>
            <a:avLst/>
            <a:gdLst>
              <a:gd name="connsiteX0" fmla="*/ 9553218 w 11652250"/>
              <a:gd name="connsiteY0" fmla="*/ 2475787 h 6337228"/>
              <a:gd name="connsiteX1" fmla="*/ 7806611 w 11652250"/>
              <a:gd name="connsiteY1" fmla="*/ 4222394 h 6337228"/>
              <a:gd name="connsiteX2" fmla="*/ 9553218 w 11652250"/>
              <a:gd name="connsiteY2" fmla="*/ 5969001 h 6337228"/>
              <a:gd name="connsiteX3" fmla="*/ 11299825 w 11652250"/>
              <a:gd name="connsiteY3" fmla="*/ 5969001 h 6337228"/>
              <a:gd name="connsiteX4" fmla="*/ 11299825 w 11652250"/>
              <a:gd name="connsiteY4" fmla="*/ 4222395 h 6337228"/>
              <a:gd name="connsiteX5" fmla="*/ 9553218 w 11652250"/>
              <a:gd name="connsiteY5" fmla="*/ 2475788 h 6337228"/>
              <a:gd name="connsiteX6" fmla="*/ 1691 w 11652250"/>
              <a:gd name="connsiteY6" fmla="*/ 0 h 6337228"/>
              <a:gd name="connsiteX7" fmla="*/ 11652250 w 11652250"/>
              <a:gd name="connsiteY7" fmla="*/ 0 h 6337228"/>
              <a:gd name="connsiteX8" fmla="*/ 11652250 w 11652250"/>
              <a:gd name="connsiteY8" fmla="*/ 6324599 h 6337228"/>
              <a:gd name="connsiteX9" fmla="*/ 11650559 w 11652250"/>
              <a:gd name="connsiteY9" fmla="*/ 6324599 h 6337228"/>
              <a:gd name="connsiteX10" fmla="*/ 11650559 w 11652250"/>
              <a:gd name="connsiteY10" fmla="*/ 6337228 h 6337228"/>
              <a:gd name="connsiteX11" fmla="*/ 0 w 11652250"/>
              <a:gd name="connsiteY11" fmla="*/ 6337228 h 6337228"/>
              <a:gd name="connsiteX12" fmla="*/ 0 w 11652250"/>
              <a:gd name="connsiteY12" fmla="*/ 6112161 h 6337228"/>
              <a:gd name="connsiteX13" fmla="*/ 1691 w 11652250"/>
              <a:gd name="connsiteY13" fmla="*/ 6112161 h 633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52250" h="6337228">
                <a:moveTo>
                  <a:pt x="9553218" y="2475787"/>
                </a:moveTo>
                <a:cubicBezTo>
                  <a:pt x="8588594" y="2475787"/>
                  <a:pt x="7806611" y="3257770"/>
                  <a:pt x="7806611" y="4222394"/>
                </a:cubicBezTo>
                <a:cubicBezTo>
                  <a:pt x="7806611" y="5187018"/>
                  <a:pt x="8588594" y="5969001"/>
                  <a:pt x="9553218" y="5969001"/>
                </a:cubicBezTo>
                <a:lnTo>
                  <a:pt x="11299825" y="5969001"/>
                </a:lnTo>
                <a:lnTo>
                  <a:pt x="11299825" y="4222395"/>
                </a:lnTo>
                <a:cubicBezTo>
                  <a:pt x="11299825" y="3257771"/>
                  <a:pt x="10517842" y="2475788"/>
                  <a:pt x="9553218" y="2475788"/>
                </a:cubicBezTo>
                <a:close/>
                <a:moveTo>
                  <a:pt x="1691" y="0"/>
                </a:moveTo>
                <a:lnTo>
                  <a:pt x="11652250" y="0"/>
                </a:lnTo>
                <a:lnTo>
                  <a:pt x="11652250" y="6324599"/>
                </a:lnTo>
                <a:lnTo>
                  <a:pt x="11650559" y="6324599"/>
                </a:lnTo>
                <a:lnTo>
                  <a:pt x="11650559" y="6337228"/>
                </a:lnTo>
                <a:lnTo>
                  <a:pt x="0" y="6337228"/>
                </a:lnTo>
                <a:lnTo>
                  <a:pt x="0" y="6112161"/>
                </a:lnTo>
                <a:lnTo>
                  <a:pt x="1691" y="6112161"/>
                </a:lnTo>
                <a:close/>
              </a:path>
            </a:pathLst>
          </a:custGeom>
          <a:solidFill>
            <a:schemeClr val="bg1">
              <a:lumMod val="95000"/>
            </a:schemeClr>
          </a:solidFill>
        </p:spPr>
        <p:txBody>
          <a:bodyPr wrap="square" tIns="36000" bIns="1008000" anchor="t">
            <a:noAutofit/>
          </a:bodyPr>
          <a:lstStyle>
            <a:lvl1pPr marL="0" indent="0" algn="ctr">
              <a:buNone/>
              <a:defRPr sz="1600">
                <a:solidFill>
                  <a:schemeClr val="tx2"/>
                </a:solidFill>
              </a:defRPr>
            </a:lvl1pPr>
          </a:lstStyle>
          <a:p>
            <a:r>
              <a:rPr lang="sv-SE"/>
              <a:t>Klicka på ikonen för att lägga till en bild</a:t>
            </a:r>
          </a:p>
        </p:txBody>
      </p:sp>
      <p:sp>
        <p:nvSpPr>
          <p:cNvPr id="33" name="Rubrik 32">
            <a:extLst>
              <a:ext uri="{FF2B5EF4-FFF2-40B4-BE49-F238E27FC236}">
                <a16:creationId xmlns:a16="http://schemas.microsoft.com/office/drawing/2014/main" id="{D92524F0-0B38-448B-944E-7453CC144C93}"/>
              </a:ext>
            </a:extLst>
          </p:cNvPr>
          <p:cNvSpPr>
            <a:spLocks noGrp="1" noChangeAspect="1"/>
          </p:cNvSpPr>
          <p:nvPr>
            <p:ph type="title"/>
          </p:nvPr>
        </p:nvSpPr>
        <p:spPr>
          <a:xfrm rot="5400000">
            <a:off x="8074898" y="2740898"/>
            <a:ext cx="3493214" cy="3493214"/>
          </a:xfrm>
          <a:custGeom>
            <a:avLst/>
            <a:gdLst>
              <a:gd name="connsiteX0" fmla="*/ 2839932 w 3493214"/>
              <a:gd name="connsiteY0" fmla="*/ 2131295 h 3493214"/>
              <a:gd name="connsiteX1" fmla="*/ 2840628 w 3493214"/>
              <a:gd name="connsiteY1" fmla="*/ 2110512 h 3493214"/>
              <a:gd name="connsiteX2" fmla="*/ 2856216 w 3493214"/>
              <a:gd name="connsiteY2" fmla="*/ 2110512 h 3493214"/>
              <a:gd name="connsiteX3" fmla="*/ 2902673 w 3493214"/>
              <a:gd name="connsiteY3" fmla="*/ 2159697 h 3493214"/>
              <a:gd name="connsiteX4" fmla="*/ 2873898 w 3493214"/>
              <a:gd name="connsiteY4" fmla="*/ 2192598 h 3493214"/>
              <a:gd name="connsiteX5" fmla="*/ 2839932 w 3493214"/>
              <a:gd name="connsiteY5" fmla="*/ 2131295 h 3493214"/>
              <a:gd name="connsiteX6" fmla="*/ 2770942 w 3493214"/>
              <a:gd name="connsiteY6" fmla="*/ 1756818 h 3493214"/>
              <a:gd name="connsiteX7" fmla="*/ 2836441 w 3493214"/>
              <a:gd name="connsiteY7" fmla="*/ 1702468 h 3493214"/>
              <a:gd name="connsiteX8" fmla="*/ 2902004 w 3493214"/>
              <a:gd name="connsiteY8" fmla="*/ 1756818 h 3493214"/>
              <a:gd name="connsiteX9" fmla="*/ 2836441 w 3493214"/>
              <a:gd name="connsiteY9" fmla="*/ 1811554 h 3493214"/>
              <a:gd name="connsiteX10" fmla="*/ 2770942 w 3493214"/>
              <a:gd name="connsiteY10" fmla="*/ 1756818 h 3493214"/>
              <a:gd name="connsiteX11" fmla="*/ 2770316 w 3493214"/>
              <a:gd name="connsiteY11" fmla="*/ 1956720 h 3493214"/>
              <a:gd name="connsiteX12" fmla="*/ 2835780 w 3493214"/>
              <a:gd name="connsiteY12" fmla="*/ 1908222 h 3493214"/>
              <a:gd name="connsiteX13" fmla="*/ 2902673 w 3493214"/>
              <a:gd name="connsiteY13" fmla="*/ 1957063 h 3493214"/>
              <a:gd name="connsiteX14" fmla="*/ 2836818 w 3493214"/>
              <a:gd name="connsiteY14" fmla="*/ 2009019 h 3493214"/>
              <a:gd name="connsiteX15" fmla="*/ 2770316 w 3493214"/>
              <a:gd name="connsiteY15" fmla="*/ 1956720 h 3493214"/>
              <a:gd name="connsiteX16" fmla="*/ 2770225 w 3493214"/>
              <a:gd name="connsiteY16" fmla="*/ 1089072 h 3493214"/>
              <a:gd name="connsiteX17" fmla="*/ 2819960 w 3493214"/>
              <a:gd name="connsiteY17" fmla="*/ 1042422 h 3493214"/>
              <a:gd name="connsiteX18" fmla="*/ 2819960 w 3493214"/>
              <a:gd name="connsiteY18" fmla="*/ 1139406 h 3493214"/>
              <a:gd name="connsiteX19" fmla="*/ 2770225 w 3493214"/>
              <a:gd name="connsiteY19" fmla="*/ 1089072 h 3493214"/>
              <a:gd name="connsiteX20" fmla="*/ 2770225 w 3493214"/>
              <a:gd name="connsiteY20" fmla="*/ 1441539 h 3493214"/>
              <a:gd name="connsiteX21" fmla="*/ 2819960 w 3493214"/>
              <a:gd name="connsiteY21" fmla="*/ 1394884 h 3493214"/>
              <a:gd name="connsiteX22" fmla="*/ 2819960 w 3493214"/>
              <a:gd name="connsiteY22" fmla="*/ 1491869 h 3493214"/>
              <a:gd name="connsiteX23" fmla="*/ 2770225 w 3493214"/>
              <a:gd name="connsiteY23" fmla="*/ 1441539 h 3493214"/>
              <a:gd name="connsiteX24" fmla="*/ 2742154 w 3493214"/>
              <a:gd name="connsiteY24" fmla="*/ 1756818 h 3493214"/>
              <a:gd name="connsiteX25" fmla="*/ 2836441 w 3493214"/>
              <a:gd name="connsiteY25" fmla="*/ 1848689 h 3493214"/>
              <a:gd name="connsiteX26" fmla="*/ 2930792 w 3493214"/>
              <a:gd name="connsiteY26" fmla="*/ 1756818 h 3493214"/>
              <a:gd name="connsiteX27" fmla="*/ 2836441 w 3493214"/>
              <a:gd name="connsiteY27" fmla="*/ 1665337 h 3493214"/>
              <a:gd name="connsiteX28" fmla="*/ 2742154 w 3493214"/>
              <a:gd name="connsiteY28" fmla="*/ 1756818 h 3493214"/>
              <a:gd name="connsiteX29" fmla="*/ 2742051 w 3493214"/>
              <a:gd name="connsiteY29" fmla="*/ 1949797 h 3493214"/>
              <a:gd name="connsiteX30" fmla="*/ 2768201 w 3493214"/>
              <a:gd name="connsiteY30" fmla="*/ 2008462 h 3493214"/>
              <a:gd name="connsiteX31" fmla="*/ 2746199 w 3493214"/>
              <a:gd name="connsiteY31" fmla="*/ 2008462 h 3493214"/>
              <a:gd name="connsiteX32" fmla="*/ 2746199 w 3493214"/>
              <a:gd name="connsiteY32" fmla="*/ 2043525 h 3493214"/>
              <a:gd name="connsiteX33" fmla="*/ 2989788 w 3493214"/>
              <a:gd name="connsiteY33" fmla="*/ 2043525 h 3493214"/>
              <a:gd name="connsiteX34" fmla="*/ 2989788 w 3493214"/>
              <a:gd name="connsiteY34" fmla="*/ 2007076 h 3493214"/>
              <a:gd name="connsiteX35" fmla="*/ 2905702 w 3493214"/>
              <a:gd name="connsiteY35" fmla="*/ 2007076 h 3493214"/>
              <a:gd name="connsiteX36" fmla="*/ 2930942 w 3493214"/>
              <a:gd name="connsiteY36" fmla="*/ 1949441 h 3493214"/>
              <a:gd name="connsiteX37" fmla="*/ 2833361 w 3493214"/>
              <a:gd name="connsiteY37" fmla="*/ 1871644 h 3493214"/>
              <a:gd name="connsiteX38" fmla="*/ 2742051 w 3493214"/>
              <a:gd name="connsiteY38" fmla="*/ 1949797 h 3493214"/>
              <a:gd name="connsiteX39" fmla="*/ 2742051 w 3493214"/>
              <a:gd name="connsiteY39" fmla="*/ 2148955 h 3493214"/>
              <a:gd name="connsiteX40" fmla="*/ 2759558 w 3493214"/>
              <a:gd name="connsiteY40" fmla="*/ 2209160 h 3493214"/>
              <a:gd name="connsiteX41" fmla="*/ 2792304 w 3493214"/>
              <a:gd name="connsiteY41" fmla="*/ 2207119 h 3493214"/>
              <a:gd name="connsiteX42" fmla="*/ 2772263 w 3493214"/>
              <a:gd name="connsiteY42" fmla="*/ 2154150 h 3493214"/>
              <a:gd name="connsiteX43" fmla="*/ 2814345 w 3493214"/>
              <a:gd name="connsiteY43" fmla="*/ 2112562 h 3493214"/>
              <a:gd name="connsiteX44" fmla="*/ 2813753 w 3493214"/>
              <a:gd name="connsiteY44" fmla="*/ 2145146 h 3493214"/>
              <a:gd name="connsiteX45" fmla="*/ 2873898 w 3493214"/>
              <a:gd name="connsiteY45" fmla="*/ 2229180 h 3493214"/>
              <a:gd name="connsiteX46" fmla="*/ 2930942 w 3493214"/>
              <a:gd name="connsiteY46" fmla="*/ 2162464 h 3493214"/>
              <a:gd name="connsiteX47" fmla="*/ 2906795 w 3493214"/>
              <a:gd name="connsiteY47" fmla="*/ 2108994 h 3493214"/>
              <a:gd name="connsiteX48" fmla="*/ 2926802 w 3493214"/>
              <a:gd name="connsiteY48" fmla="*/ 2108994 h 3493214"/>
              <a:gd name="connsiteX49" fmla="*/ 2926802 w 3493214"/>
              <a:gd name="connsiteY49" fmla="*/ 2074342 h 3493214"/>
              <a:gd name="connsiteX50" fmla="*/ 2890207 w 3493214"/>
              <a:gd name="connsiteY50" fmla="*/ 2076015 h 3493214"/>
              <a:gd name="connsiteX51" fmla="*/ 2817086 w 3493214"/>
              <a:gd name="connsiteY51" fmla="*/ 2076015 h 3493214"/>
              <a:gd name="connsiteX52" fmla="*/ 2742051 w 3493214"/>
              <a:gd name="connsiteY52" fmla="*/ 2148955 h 3493214"/>
              <a:gd name="connsiteX53" fmla="*/ 2741879 w 3493214"/>
              <a:gd name="connsiteY53" fmla="*/ 1088197 h 3493214"/>
              <a:gd name="connsiteX54" fmla="*/ 2834098 w 3493214"/>
              <a:gd name="connsiteY54" fmla="*/ 1174800 h 3493214"/>
              <a:gd name="connsiteX55" fmla="*/ 2931044 w 3493214"/>
              <a:gd name="connsiteY55" fmla="*/ 1077811 h 3493214"/>
              <a:gd name="connsiteX56" fmla="*/ 2918781 w 3493214"/>
              <a:gd name="connsiteY56" fmla="*/ 1018653 h 3493214"/>
              <a:gd name="connsiteX57" fmla="*/ 2884021 w 3493214"/>
              <a:gd name="connsiteY57" fmla="*/ 1018653 h 3493214"/>
              <a:gd name="connsiteX58" fmla="*/ 2901798 w 3493214"/>
              <a:gd name="connsiteY58" fmla="*/ 1076340 h 3493214"/>
              <a:gd name="connsiteX59" fmla="*/ 2846929 w 3493214"/>
              <a:gd name="connsiteY59" fmla="*/ 1138064 h 3493214"/>
              <a:gd name="connsiteX60" fmla="*/ 2846929 w 3493214"/>
              <a:gd name="connsiteY60" fmla="*/ 1006058 h 3493214"/>
              <a:gd name="connsiteX61" fmla="*/ 2741879 w 3493214"/>
              <a:gd name="connsiteY61" fmla="*/ 1088197 h 3493214"/>
              <a:gd name="connsiteX62" fmla="*/ 2741879 w 3493214"/>
              <a:gd name="connsiteY62" fmla="*/ 1440659 h 3493214"/>
              <a:gd name="connsiteX63" fmla="*/ 2834098 w 3493214"/>
              <a:gd name="connsiteY63" fmla="*/ 1527267 h 3493214"/>
              <a:gd name="connsiteX64" fmla="*/ 2931044 w 3493214"/>
              <a:gd name="connsiteY64" fmla="*/ 1430274 h 3493214"/>
              <a:gd name="connsiteX65" fmla="*/ 2918781 w 3493214"/>
              <a:gd name="connsiteY65" fmla="*/ 1371116 h 3493214"/>
              <a:gd name="connsiteX66" fmla="*/ 2884021 w 3493214"/>
              <a:gd name="connsiteY66" fmla="*/ 1371116 h 3493214"/>
              <a:gd name="connsiteX67" fmla="*/ 2901798 w 3493214"/>
              <a:gd name="connsiteY67" fmla="*/ 1428803 h 3493214"/>
              <a:gd name="connsiteX68" fmla="*/ 2846929 w 3493214"/>
              <a:gd name="connsiteY68" fmla="*/ 1490526 h 3493214"/>
              <a:gd name="connsiteX69" fmla="*/ 2846929 w 3493214"/>
              <a:gd name="connsiteY69" fmla="*/ 1358521 h 3493214"/>
              <a:gd name="connsiteX70" fmla="*/ 2741879 w 3493214"/>
              <a:gd name="connsiteY70" fmla="*/ 1440659 h 3493214"/>
              <a:gd name="connsiteX71" fmla="*/ 2699849 w 3493214"/>
              <a:gd name="connsiteY71" fmla="*/ 928392 h 3493214"/>
              <a:gd name="connsiteX72" fmla="*/ 2713447 w 3493214"/>
              <a:gd name="connsiteY72" fmla="*/ 964845 h 3493214"/>
              <a:gd name="connsiteX73" fmla="*/ 2746289 w 3493214"/>
              <a:gd name="connsiteY73" fmla="*/ 964845 h 3493214"/>
              <a:gd name="connsiteX74" fmla="*/ 2746289 w 3493214"/>
              <a:gd name="connsiteY74" fmla="*/ 993448 h 3493214"/>
              <a:gd name="connsiteX75" fmla="*/ 2776510 w 3493214"/>
              <a:gd name="connsiteY75" fmla="*/ 993448 h 3493214"/>
              <a:gd name="connsiteX76" fmla="*/ 2776510 w 3493214"/>
              <a:gd name="connsiteY76" fmla="*/ 964845 h 3493214"/>
              <a:gd name="connsiteX77" fmla="*/ 2877802 w 3493214"/>
              <a:gd name="connsiteY77" fmla="*/ 964845 h 3493214"/>
              <a:gd name="connsiteX78" fmla="*/ 2931036 w 3493214"/>
              <a:gd name="connsiteY78" fmla="*/ 908513 h 3493214"/>
              <a:gd name="connsiteX79" fmla="*/ 2925614 w 3493214"/>
              <a:gd name="connsiteY79" fmla="*/ 878868 h 3493214"/>
              <a:gd name="connsiteX80" fmla="*/ 2892970 w 3493214"/>
              <a:gd name="connsiteY80" fmla="*/ 878868 h 3493214"/>
              <a:gd name="connsiteX81" fmla="*/ 2900807 w 3493214"/>
              <a:gd name="connsiteY81" fmla="*/ 902975 h 3493214"/>
              <a:gd name="connsiteX82" fmla="*/ 2871221 w 3493214"/>
              <a:gd name="connsiteY82" fmla="*/ 928392 h 3493214"/>
              <a:gd name="connsiteX83" fmla="*/ 2776510 w 3493214"/>
              <a:gd name="connsiteY83" fmla="*/ 928392 h 3493214"/>
              <a:gd name="connsiteX84" fmla="*/ 2776510 w 3493214"/>
              <a:gd name="connsiteY84" fmla="*/ 887867 h 3493214"/>
              <a:gd name="connsiteX85" fmla="*/ 2746289 w 3493214"/>
              <a:gd name="connsiteY85" fmla="*/ 887867 h 3493214"/>
              <a:gd name="connsiteX86" fmla="*/ 2746289 w 3493214"/>
              <a:gd name="connsiteY86" fmla="*/ 928392 h 3493214"/>
              <a:gd name="connsiteX87" fmla="*/ 2699849 w 3493214"/>
              <a:gd name="connsiteY87" fmla="*/ 1590411 h 3493214"/>
              <a:gd name="connsiteX88" fmla="*/ 2713447 w 3493214"/>
              <a:gd name="connsiteY88" fmla="*/ 1626860 h 3493214"/>
              <a:gd name="connsiteX89" fmla="*/ 2746293 w 3493214"/>
              <a:gd name="connsiteY89" fmla="*/ 1626860 h 3493214"/>
              <a:gd name="connsiteX90" fmla="*/ 2746293 w 3493214"/>
              <a:gd name="connsiteY90" fmla="*/ 1655467 h 3493214"/>
              <a:gd name="connsiteX91" fmla="*/ 2776510 w 3493214"/>
              <a:gd name="connsiteY91" fmla="*/ 1655467 h 3493214"/>
              <a:gd name="connsiteX92" fmla="*/ 2776510 w 3493214"/>
              <a:gd name="connsiteY92" fmla="*/ 1626860 h 3493214"/>
              <a:gd name="connsiteX93" fmla="*/ 2877806 w 3493214"/>
              <a:gd name="connsiteY93" fmla="*/ 1626860 h 3493214"/>
              <a:gd name="connsiteX94" fmla="*/ 2931036 w 3493214"/>
              <a:gd name="connsiteY94" fmla="*/ 1570532 h 3493214"/>
              <a:gd name="connsiteX95" fmla="*/ 2925614 w 3493214"/>
              <a:gd name="connsiteY95" fmla="*/ 1540887 h 3493214"/>
              <a:gd name="connsiteX96" fmla="*/ 2892970 w 3493214"/>
              <a:gd name="connsiteY96" fmla="*/ 1540887 h 3493214"/>
              <a:gd name="connsiteX97" fmla="*/ 2900807 w 3493214"/>
              <a:gd name="connsiteY97" fmla="*/ 1564994 h 3493214"/>
              <a:gd name="connsiteX98" fmla="*/ 2871221 w 3493214"/>
              <a:gd name="connsiteY98" fmla="*/ 1590411 h 3493214"/>
              <a:gd name="connsiteX99" fmla="*/ 2776510 w 3493214"/>
              <a:gd name="connsiteY99" fmla="*/ 1590411 h 3493214"/>
              <a:gd name="connsiteX100" fmla="*/ 2776510 w 3493214"/>
              <a:gd name="connsiteY100" fmla="*/ 1549882 h 3493214"/>
              <a:gd name="connsiteX101" fmla="*/ 2746293 w 3493214"/>
              <a:gd name="connsiteY101" fmla="*/ 1549882 h 3493214"/>
              <a:gd name="connsiteX102" fmla="*/ 2746293 w 3493214"/>
              <a:gd name="connsiteY102" fmla="*/ 1590411 h 3493214"/>
              <a:gd name="connsiteX103" fmla="*/ 2679984 w 3493214"/>
              <a:gd name="connsiteY103" fmla="*/ 1329219 h 3493214"/>
              <a:gd name="connsiteX104" fmla="*/ 2926802 w 3493214"/>
              <a:gd name="connsiteY104" fmla="*/ 1329219 h 3493214"/>
              <a:gd name="connsiteX105" fmla="*/ 2926802 w 3493214"/>
              <a:gd name="connsiteY105" fmla="*/ 1292770 h 3493214"/>
              <a:gd name="connsiteX106" fmla="*/ 2839255 w 3493214"/>
              <a:gd name="connsiteY106" fmla="*/ 1292770 h 3493214"/>
              <a:gd name="connsiteX107" fmla="*/ 2926802 w 3493214"/>
              <a:gd name="connsiteY107" fmla="*/ 1216624 h 3493214"/>
              <a:gd name="connsiteX108" fmla="*/ 2926802 w 3493214"/>
              <a:gd name="connsiteY108" fmla="*/ 1167654 h 3493214"/>
              <a:gd name="connsiteX109" fmla="*/ 2826506 w 3493214"/>
              <a:gd name="connsiteY109" fmla="*/ 1258731 h 3493214"/>
              <a:gd name="connsiteX110" fmla="*/ 2746203 w 3493214"/>
              <a:gd name="connsiteY110" fmla="*/ 1177674 h 3493214"/>
              <a:gd name="connsiteX111" fmla="*/ 2746203 w 3493214"/>
              <a:gd name="connsiteY111" fmla="*/ 1224526 h 3493214"/>
              <a:gd name="connsiteX112" fmla="*/ 2815126 w 3493214"/>
              <a:gd name="connsiteY112" fmla="*/ 1292770 h 3493214"/>
              <a:gd name="connsiteX113" fmla="*/ 2679984 w 3493214"/>
              <a:gd name="connsiteY113" fmla="*/ 1292770 h 3493214"/>
              <a:gd name="connsiteX114" fmla="*/ 2671215 w 3493214"/>
              <a:gd name="connsiteY114" fmla="*/ 2446806 h 3493214"/>
              <a:gd name="connsiteX115" fmla="*/ 2834436 w 3493214"/>
              <a:gd name="connsiteY115" fmla="*/ 2614346 h 3493214"/>
              <a:gd name="connsiteX116" fmla="*/ 2997654 w 3493214"/>
              <a:gd name="connsiteY116" fmla="*/ 2446806 h 3493214"/>
              <a:gd name="connsiteX117" fmla="*/ 2997654 w 3493214"/>
              <a:gd name="connsiteY117" fmla="*/ 2285314 h 3493214"/>
              <a:gd name="connsiteX118" fmla="*/ 2671215 w 3493214"/>
              <a:gd name="connsiteY118" fmla="*/ 2285314 h 3493214"/>
              <a:gd name="connsiteX119" fmla="*/ 0 w 3493214"/>
              <a:gd name="connsiteY119" fmla="*/ 1746607 h 3493214"/>
              <a:gd name="connsiteX120" fmla="*/ 1 w 3493214"/>
              <a:gd name="connsiteY120" fmla="*/ 1746607 h 3493214"/>
              <a:gd name="connsiteX121" fmla="*/ 1746608 w 3493214"/>
              <a:gd name="connsiteY121" fmla="*/ 0 h 3493214"/>
              <a:gd name="connsiteX122" fmla="*/ 3493214 w 3493214"/>
              <a:gd name="connsiteY122" fmla="*/ 0 h 3493214"/>
              <a:gd name="connsiteX123" fmla="*/ 3493214 w 3493214"/>
              <a:gd name="connsiteY123" fmla="*/ 1746607 h 3493214"/>
              <a:gd name="connsiteX124" fmla="*/ 1746607 w 3493214"/>
              <a:gd name="connsiteY124" fmla="*/ 3493214 h 3493214"/>
              <a:gd name="connsiteX125" fmla="*/ 0 w 3493214"/>
              <a:gd name="connsiteY125" fmla="*/ 1746607 h 3493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3493214" h="3493214">
                <a:moveTo>
                  <a:pt x="2839932" y="2131295"/>
                </a:moveTo>
                <a:cubicBezTo>
                  <a:pt x="2839932" y="2124363"/>
                  <a:pt x="2840628" y="2117440"/>
                  <a:pt x="2840628" y="2110512"/>
                </a:cubicBezTo>
                <a:lnTo>
                  <a:pt x="2856216" y="2110512"/>
                </a:lnTo>
                <a:cubicBezTo>
                  <a:pt x="2882585" y="2110512"/>
                  <a:pt x="2902673" y="2127477"/>
                  <a:pt x="2902673" y="2159697"/>
                </a:cubicBezTo>
                <a:cubicBezTo>
                  <a:pt x="2902673" y="2174590"/>
                  <a:pt x="2892635" y="2192598"/>
                  <a:pt x="2873898" y="2192598"/>
                </a:cubicBezTo>
                <a:cubicBezTo>
                  <a:pt x="2842704" y="2192598"/>
                  <a:pt x="2839932" y="2148955"/>
                  <a:pt x="2839932" y="2131295"/>
                </a:cubicBezTo>
                <a:close/>
                <a:moveTo>
                  <a:pt x="2770942" y="1756818"/>
                </a:moveTo>
                <a:cubicBezTo>
                  <a:pt x="2770942" y="1721518"/>
                  <a:pt x="2804698" y="1702468"/>
                  <a:pt x="2836441" y="1702468"/>
                </a:cubicBezTo>
                <a:cubicBezTo>
                  <a:pt x="2868017" y="1702468"/>
                  <a:pt x="2902004" y="1719215"/>
                  <a:pt x="2902004" y="1756818"/>
                </a:cubicBezTo>
                <a:cubicBezTo>
                  <a:pt x="2902004" y="1794421"/>
                  <a:pt x="2868017" y="1811554"/>
                  <a:pt x="2836441" y="1811554"/>
                </a:cubicBezTo>
                <a:cubicBezTo>
                  <a:pt x="2804698" y="1811554"/>
                  <a:pt x="2770942" y="1792370"/>
                  <a:pt x="2770942" y="1756818"/>
                </a:cubicBezTo>
                <a:close/>
                <a:moveTo>
                  <a:pt x="2770316" y="1956720"/>
                </a:moveTo>
                <a:cubicBezTo>
                  <a:pt x="2770316" y="1921387"/>
                  <a:pt x="2803912" y="1907535"/>
                  <a:pt x="2835780" y="1908222"/>
                </a:cubicBezTo>
                <a:cubicBezTo>
                  <a:pt x="2863492" y="1907535"/>
                  <a:pt x="2902673" y="1922086"/>
                  <a:pt x="2902673" y="1957063"/>
                </a:cubicBezTo>
                <a:cubicBezTo>
                  <a:pt x="2902673" y="1993778"/>
                  <a:pt x="2866267" y="2009019"/>
                  <a:pt x="2836818" y="2009019"/>
                </a:cubicBezTo>
                <a:cubicBezTo>
                  <a:pt x="2803912" y="2009019"/>
                  <a:pt x="2770316" y="1992049"/>
                  <a:pt x="2770316" y="1956720"/>
                </a:cubicBezTo>
                <a:close/>
                <a:moveTo>
                  <a:pt x="2770225" y="1089072"/>
                </a:moveTo>
                <a:cubicBezTo>
                  <a:pt x="2770225" y="1059323"/>
                  <a:pt x="2792780" y="1042422"/>
                  <a:pt x="2819960" y="1042422"/>
                </a:cubicBezTo>
                <a:lnTo>
                  <a:pt x="2819960" y="1139406"/>
                </a:lnTo>
                <a:cubicBezTo>
                  <a:pt x="2796958" y="1136832"/>
                  <a:pt x="2770225" y="1122883"/>
                  <a:pt x="2770225" y="1089072"/>
                </a:cubicBezTo>
                <a:close/>
                <a:moveTo>
                  <a:pt x="2770225" y="1441539"/>
                </a:moveTo>
                <a:cubicBezTo>
                  <a:pt x="2770225" y="1411785"/>
                  <a:pt x="2792780" y="1394884"/>
                  <a:pt x="2819960" y="1394884"/>
                </a:cubicBezTo>
                <a:lnTo>
                  <a:pt x="2819960" y="1491869"/>
                </a:lnTo>
                <a:cubicBezTo>
                  <a:pt x="2796958" y="1489295"/>
                  <a:pt x="2770225" y="1475350"/>
                  <a:pt x="2770225" y="1441539"/>
                </a:cubicBezTo>
                <a:close/>
                <a:moveTo>
                  <a:pt x="2742154" y="1756818"/>
                </a:moveTo>
                <a:cubicBezTo>
                  <a:pt x="2742154" y="1810910"/>
                  <a:pt x="2780928" y="1848689"/>
                  <a:pt x="2836441" y="1848689"/>
                </a:cubicBezTo>
                <a:cubicBezTo>
                  <a:pt x="2890228" y="1848689"/>
                  <a:pt x="2930792" y="1809186"/>
                  <a:pt x="2930792" y="1756818"/>
                </a:cubicBezTo>
                <a:cubicBezTo>
                  <a:pt x="2930792" y="1704664"/>
                  <a:pt x="2890228" y="1665337"/>
                  <a:pt x="2836441" y="1665337"/>
                </a:cubicBezTo>
                <a:cubicBezTo>
                  <a:pt x="2780928" y="1665337"/>
                  <a:pt x="2742154" y="1702962"/>
                  <a:pt x="2742154" y="1756818"/>
                </a:cubicBezTo>
                <a:close/>
                <a:moveTo>
                  <a:pt x="2742051" y="1949797"/>
                </a:moveTo>
                <a:cubicBezTo>
                  <a:pt x="2742051" y="1977941"/>
                  <a:pt x="2754942" y="1997914"/>
                  <a:pt x="2768201" y="2008462"/>
                </a:cubicBezTo>
                <a:lnTo>
                  <a:pt x="2746199" y="2008462"/>
                </a:lnTo>
                <a:lnTo>
                  <a:pt x="2746199" y="2043525"/>
                </a:lnTo>
                <a:lnTo>
                  <a:pt x="2989788" y="2043525"/>
                </a:lnTo>
                <a:lnTo>
                  <a:pt x="2989788" y="2007076"/>
                </a:lnTo>
                <a:lnTo>
                  <a:pt x="2905702" y="2007076"/>
                </a:lnTo>
                <a:cubicBezTo>
                  <a:pt x="2922384" y="1994808"/>
                  <a:pt x="2930942" y="1975513"/>
                  <a:pt x="2930942" y="1949441"/>
                </a:cubicBezTo>
                <a:cubicBezTo>
                  <a:pt x="2930942" y="1892024"/>
                  <a:pt x="2878372" y="1871644"/>
                  <a:pt x="2833361" y="1871644"/>
                </a:cubicBezTo>
                <a:cubicBezTo>
                  <a:pt x="2791237" y="1871644"/>
                  <a:pt x="2742051" y="1892118"/>
                  <a:pt x="2742051" y="1949797"/>
                </a:cubicBezTo>
                <a:close/>
                <a:moveTo>
                  <a:pt x="2742051" y="2148955"/>
                </a:moveTo>
                <a:cubicBezTo>
                  <a:pt x="2742051" y="2170562"/>
                  <a:pt x="2748344" y="2190342"/>
                  <a:pt x="2759558" y="2209160"/>
                </a:cubicBezTo>
                <a:lnTo>
                  <a:pt x="2792304" y="2207119"/>
                </a:lnTo>
                <a:cubicBezTo>
                  <a:pt x="2780225" y="2193623"/>
                  <a:pt x="2772263" y="2174444"/>
                  <a:pt x="2772263" y="2154150"/>
                </a:cubicBezTo>
                <a:cubicBezTo>
                  <a:pt x="2772263" y="2125230"/>
                  <a:pt x="2784583" y="2113129"/>
                  <a:pt x="2814345" y="2112562"/>
                </a:cubicBezTo>
                <a:cubicBezTo>
                  <a:pt x="2813779" y="2124282"/>
                  <a:pt x="2813753" y="2133204"/>
                  <a:pt x="2813753" y="2145146"/>
                </a:cubicBezTo>
                <a:cubicBezTo>
                  <a:pt x="2813753" y="2176353"/>
                  <a:pt x="2826416" y="2229180"/>
                  <a:pt x="2873898" y="2229180"/>
                </a:cubicBezTo>
                <a:cubicBezTo>
                  <a:pt x="2910690" y="2229180"/>
                  <a:pt x="2930942" y="2205484"/>
                  <a:pt x="2930942" y="2162464"/>
                </a:cubicBezTo>
                <a:cubicBezTo>
                  <a:pt x="2930942" y="2133676"/>
                  <a:pt x="2916125" y="2116779"/>
                  <a:pt x="2906795" y="2108994"/>
                </a:cubicBezTo>
                <a:lnTo>
                  <a:pt x="2926802" y="2108994"/>
                </a:lnTo>
                <a:lnTo>
                  <a:pt x="2926802" y="2074342"/>
                </a:lnTo>
                <a:cubicBezTo>
                  <a:pt x="2916112" y="2075800"/>
                  <a:pt x="2906877" y="2076015"/>
                  <a:pt x="2890207" y="2076015"/>
                </a:cubicBezTo>
                <a:lnTo>
                  <a:pt x="2817086" y="2076015"/>
                </a:lnTo>
                <a:cubicBezTo>
                  <a:pt x="2765885" y="2076015"/>
                  <a:pt x="2742051" y="2099192"/>
                  <a:pt x="2742051" y="2148955"/>
                </a:cubicBezTo>
                <a:close/>
                <a:moveTo>
                  <a:pt x="2741879" y="1088197"/>
                </a:moveTo>
                <a:cubicBezTo>
                  <a:pt x="2741879" y="1141096"/>
                  <a:pt x="2781468" y="1174800"/>
                  <a:pt x="2834098" y="1174800"/>
                </a:cubicBezTo>
                <a:cubicBezTo>
                  <a:pt x="2891940" y="1174800"/>
                  <a:pt x="2931044" y="1140745"/>
                  <a:pt x="2931044" y="1077811"/>
                </a:cubicBezTo>
                <a:cubicBezTo>
                  <a:pt x="2931044" y="1046947"/>
                  <a:pt x="2923310" y="1031886"/>
                  <a:pt x="2918781" y="1018653"/>
                </a:cubicBezTo>
                <a:lnTo>
                  <a:pt x="2884021" y="1018653"/>
                </a:lnTo>
                <a:cubicBezTo>
                  <a:pt x="2890649" y="1027099"/>
                  <a:pt x="2901798" y="1053562"/>
                  <a:pt x="2901798" y="1076340"/>
                </a:cubicBezTo>
                <a:cubicBezTo>
                  <a:pt x="2901798" y="1109040"/>
                  <a:pt x="2882121" y="1138064"/>
                  <a:pt x="2846929" y="1138064"/>
                </a:cubicBezTo>
                <a:lnTo>
                  <a:pt x="2846929" y="1006058"/>
                </a:lnTo>
                <a:cubicBezTo>
                  <a:pt x="2789482" y="1004763"/>
                  <a:pt x="2741879" y="1025941"/>
                  <a:pt x="2741879" y="1088197"/>
                </a:cubicBezTo>
                <a:close/>
                <a:moveTo>
                  <a:pt x="2741879" y="1440659"/>
                </a:moveTo>
                <a:cubicBezTo>
                  <a:pt x="2741879" y="1493559"/>
                  <a:pt x="2781468" y="1527267"/>
                  <a:pt x="2834098" y="1527267"/>
                </a:cubicBezTo>
                <a:cubicBezTo>
                  <a:pt x="2891940" y="1527267"/>
                  <a:pt x="2931044" y="1493212"/>
                  <a:pt x="2931044" y="1430274"/>
                </a:cubicBezTo>
                <a:cubicBezTo>
                  <a:pt x="2931044" y="1399410"/>
                  <a:pt x="2923310" y="1384349"/>
                  <a:pt x="2918781" y="1371116"/>
                </a:cubicBezTo>
                <a:lnTo>
                  <a:pt x="2884021" y="1371116"/>
                </a:lnTo>
                <a:cubicBezTo>
                  <a:pt x="2890649" y="1379562"/>
                  <a:pt x="2901798" y="1406024"/>
                  <a:pt x="2901798" y="1428803"/>
                </a:cubicBezTo>
                <a:cubicBezTo>
                  <a:pt x="2901798" y="1461502"/>
                  <a:pt x="2882121" y="1490526"/>
                  <a:pt x="2846929" y="1490526"/>
                </a:cubicBezTo>
                <a:lnTo>
                  <a:pt x="2846929" y="1358521"/>
                </a:lnTo>
                <a:cubicBezTo>
                  <a:pt x="2789482" y="1357230"/>
                  <a:pt x="2741879" y="1378404"/>
                  <a:pt x="2741879" y="1440659"/>
                </a:cubicBezTo>
                <a:close/>
                <a:moveTo>
                  <a:pt x="2699849" y="928392"/>
                </a:moveTo>
                <a:lnTo>
                  <a:pt x="2713447" y="964845"/>
                </a:lnTo>
                <a:lnTo>
                  <a:pt x="2746289" y="964845"/>
                </a:lnTo>
                <a:lnTo>
                  <a:pt x="2746289" y="993448"/>
                </a:lnTo>
                <a:lnTo>
                  <a:pt x="2776510" y="993448"/>
                </a:lnTo>
                <a:lnTo>
                  <a:pt x="2776510" y="964845"/>
                </a:lnTo>
                <a:lnTo>
                  <a:pt x="2877802" y="964845"/>
                </a:lnTo>
                <a:cubicBezTo>
                  <a:pt x="2912621" y="964845"/>
                  <a:pt x="2931036" y="945365"/>
                  <a:pt x="2931036" y="908513"/>
                </a:cubicBezTo>
                <a:cubicBezTo>
                  <a:pt x="2931036" y="897489"/>
                  <a:pt x="2927840" y="885560"/>
                  <a:pt x="2925614" y="878868"/>
                </a:cubicBezTo>
                <a:lnTo>
                  <a:pt x="2892970" y="878868"/>
                </a:lnTo>
                <a:cubicBezTo>
                  <a:pt x="2899220" y="887760"/>
                  <a:pt x="2900807" y="895087"/>
                  <a:pt x="2900807" y="902975"/>
                </a:cubicBezTo>
                <a:cubicBezTo>
                  <a:pt x="2900807" y="915634"/>
                  <a:pt x="2891666" y="928409"/>
                  <a:pt x="2871221" y="928392"/>
                </a:cubicBezTo>
                <a:lnTo>
                  <a:pt x="2776510" y="928392"/>
                </a:lnTo>
                <a:lnTo>
                  <a:pt x="2776510" y="887867"/>
                </a:lnTo>
                <a:lnTo>
                  <a:pt x="2746289" y="887867"/>
                </a:lnTo>
                <a:lnTo>
                  <a:pt x="2746289" y="928392"/>
                </a:lnTo>
                <a:close/>
                <a:moveTo>
                  <a:pt x="2699849" y="1590411"/>
                </a:moveTo>
                <a:lnTo>
                  <a:pt x="2713447" y="1626860"/>
                </a:lnTo>
                <a:lnTo>
                  <a:pt x="2746293" y="1626860"/>
                </a:lnTo>
                <a:lnTo>
                  <a:pt x="2746293" y="1655467"/>
                </a:lnTo>
                <a:lnTo>
                  <a:pt x="2776510" y="1655467"/>
                </a:lnTo>
                <a:lnTo>
                  <a:pt x="2776510" y="1626860"/>
                </a:lnTo>
                <a:lnTo>
                  <a:pt x="2877806" y="1626860"/>
                </a:lnTo>
                <a:cubicBezTo>
                  <a:pt x="2912621" y="1626860"/>
                  <a:pt x="2931036" y="1607384"/>
                  <a:pt x="2931036" y="1570532"/>
                </a:cubicBezTo>
                <a:cubicBezTo>
                  <a:pt x="2931036" y="1559508"/>
                  <a:pt x="2927840" y="1547579"/>
                  <a:pt x="2925614" y="1540887"/>
                </a:cubicBezTo>
                <a:lnTo>
                  <a:pt x="2892970" y="1540887"/>
                </a:lnTo>
                <a:cubicBezTo>
                  <a:pt x="2899224" y="1549779"/>
                  <a:pt x="2900807" y="1557102"/>
                  <a:pt x="2900807" y="1564994"/>
                </a:cubicBezTo>
                <a:cubicBezTo>
                  <a:pt x="2900807" y="1577653"/>
                  <a:pt x="2891666" y="1590428"/>
                  <a:pt x="2871221" y="1590411"/>
                </a:cubicBezTo>
                <a:lnTo>
                  <a:pt x="2776510" y="1590411"/>
                </a:lnTo>
                <a:lnTo>
                  <a:pt x="2776510" y="1549882"/>
                </a:lnTo>
                <a:lnTo>
                  <a:pt x="2746293" y="1549882"/>
                </a:lnTo>
                <a:lnTo>
                  <a:pt x="2746293" y="1590411"/>
                </a:lnTo>
                <a:close/>
                <a:moveTo>
                  <a:pt x="2679984" y="1329219"/>
                </a:moveTo>
                <a:lnTo>
                  <a:pt x="2926802" y="1329219"/>
                </a:lnTo>
                <a:lnTo>
                  <a:pt x="2926802" y="1292770"/>
                </a:lnTo>
                <a:lnTo>
                  <a:pt x="2839255" y="1292770"/>
                </a:lnTo>
                <a:cubicBezTo>
                  <a:pt x="2846440" y="1286524"/>
                  <a:pt x="2926802" y="1216624"/>
                  <a:pt x="2926802" y="1216624"/>
                </a:cubicBezTo>
                <a:lnTo>
                  <a:pt x="2926802" y="1167654"/>
                </a:lnTo>
                <a:cubicBezTo>
                  <a:pt x="2926802" y="1167654"/>
                  <a:pt x="2829247" y="1256153"/>
                  <a:pt x="2826506" y="1258731"/>
                </a:cubicBezTo>
                <a:cubicBezTo>
                  <a:pt x="2823932" y="1256020"/>
                  <a:pt x="2746203" y="1177674"/>
                  <a:pt x="2746203" y="1177674"/>
                </a:cubicBezTo>
                <a:lnTo>
                  <a:pt x="2746203" y="1224526"/>
                </a:lnTo>
                <a:cubicBezTo>
                  <a:pt x="2746203" y="1224526"/>
                  <a:pt x="2809013" y="1286730"/>
                  <a:pt x="2815126" y="1292770"/>
                </a:cubicBezTo>
                <a:lnTo>
                  <a:pt x="2679984" y="1292770"/>
                </a:lnTo>
                <a:close/>
                <a:moveTo>
                  <a:pt x="2671215" y="2446806"/>
                </a:moveTo>
                <a:cubicBezTo>
                  <a:pt x="2671215" y="2536948"/>
                  <a:pt x="2744289" y="2614346"/>
                  <a:pt x="2834436" y="2614346"/>
                </a:cubicBezTo>
                <a:cubicBezTo>
                  <a:pt x="2924580" y="2614346"/>
                  <a:pt x="2997654" y="2536948"/>
                  <a:pt x="2997654" y="2446806"/>
                </a:cubicBezTo>
                <a:lnTo>
                  <a:pt x="2997654" y="2285314"/>
                </a:lnTo>
                <a:lnTo>
                  <a:pt x="2671215" y="2285314"/>
                </a:lnTo>
                <a:close/>
                <a:moveTo>
                  <a:pt x="0" y="1746607"/>
                </a:moveTo>
                <a:lnTo>
                  <a:pt x="1" y="1746607"/>
                </a:lnTo>
                <a:cubicBezTo>
                  <a:pt x="1" y="781983"/>
                  <a:pt x="781984" y="0"/>
                  <a:pt x="1746608" y="0"/>
                </a:cubicBezTo>
                <a:lnTo>
                  <a:pt x="3493214" y="0"/>
                </a:lnTo>
                <a:lnTo>
                  <a:pt x="3493214" y="1746607"/>
                </a:lnTo>
                <a:cubicBezTo>
                  <a:pt x="3493214" y="2711231"/>
                  <a:pt x="2711231" y="3493214"/>
                  <a:pt x="1746607" y="3493214"/>
                </a:cubicBezTo>
                <a:cubicBezTo>
                  <a:pt x="781983" y="3493214"/>
                  <a:pt x="0" y="2711231"/>
                  <a:pt x="0" y="1746607"/>
                </a:cubicBezTo>
                <a:close/>
              </a:path>
            </a:pathLst>
          </a:custGeom>
          <a:solidFill>
            <a:schemeClr val="tx2"/>
          </a:solidFill>
        </p:spPr>
        <p:txBody>
          <a:bodyPr vert="vert270" wrap="square" lIns="0" tIns="72000" rIns="1584000" bIns="72000" anchor="b">
            <a:noAutofit/>
          </a:bodyPr>
          <a:lstStyle>
            <a:lvl1pPr algn="ctr">
              <a:defRPr sz="2400">
                <a:solidFill>
                  <a:schemeClr val="bg1"/>
                </a:solidFill>
              </a:defRPr>
            </a:lvl1pPr>
          </a:lstStyle>
          <a:p>
            <a:r>
              <a:rPr lang="sv-SE"/>
              <a:t>Klicka här för att ändra mall för rubrikformat</a:t>
            </a:r>
          </a:p>
        </p:txBody>
      </p:sp>
      <p:sp>
        <p:nvSpPr>
          <p:cNvPr id="5" name="Platshållare för text 11">
            <a:extLst>
              <a:ext uri="{FF2B5EF4-FFF2-40B4-BE49-F238E27FC236}">
                <a16:creationId xmlns:a16="http://schemas.microsoft.com/office/drawing/2014/main" id="{582FE7D8-FC0C-460E-B5F3-BB85F47A3A2C}"/>
              </a:ext>
            </a:extLst>
          </p:cNvPr>
          <p:cNvSpPr>
            <a:spLocks noGrp="1"/>
          </p:cNvSpPr>
          <p:nvPr>
            <p:ph type="body" sz="quarter" idx="10"/>
          </p:nvPr>
        </p:nvSpPr>
        <p:spPr>
          <a:xfrm>
            <a:off x="8074900" y="4766143"/>
            <a:ext cx="3493213" cy="502809"/>
          </a:xfrm>
        </p:spPr>
        <p:txBody>
          <a:bodyPr lIns="108000" tIns="0" rIns="108000" bIns="0">
            <a:normAutofit/>
          </a:bodyPr>
          <a:lstStyle>
            <a:lvl1pPr marL="0" indent="0" algn="ctr">
              <a:buNone/>
              <a:defRPr sz="1200" b="0">
                <a:solidFill>
                  <a:schemeClr val="bg1"/>
                </a:solidFill>
              </a:defRPr>
            </a:lvl1pPr>
            <a:lvl2pPr marL="246062" indent="0">
              <a:buNone/>
              <a:defRPr/>
            </a:lvl2pPr>
          </a:lstStyle>
          <a:p>
            <a:pPr lvl="0"/>
            <a:r>
              <a:rPr lang="sv-SE"/>
              <a:t>Klicka här för att ändra format på bakgrundstexten</a:t>
            </a:r>
          </a:p>
        </p:txBody>
      </p:sp>
      <p:grpSp>
        <p:nvGrpSpPr>
          <p:cNvPr id="34" name="Grupp 33">
            <a:extLst>
              <a:ext uri="{FF2B5EF4-FFF2-40B4-BE49-F238E27FC236}">
                <a16:creationId xmlns:a16="http://schemas.microsoft.com/office/drawing/2014/main" id="{2F75A653-6D50-4B31-A788-DD68AA9DEC67}"/>
              </a:ext>
            </a:extLst>
          </p:cNvPr>
          <p:cNvGrpSpPr/>
          <p:nvPr userDrawn="1"/>
        </p:nvGrpSpPr>
        <p:grpSpPr>
          <a:xfrm>
            <a:off x="8953766" y="5412114"/>
            <a:ext cx="1735478" cy="326438"/>
            <a:chOff x="9835686" y="6074987"/>
            <a:chExt cx="1735478" cy="326438"/>
          </a:xfrm>
        </p:grpSpPr>
        <p:sp>
          <p:nvSpPr>
            <p:cNvPr id="35" name="Frihandsfigur: Form 34">
              <a:extLst>
                <a:ext uri="{FF2B5EF4-FFF2-40B4-BE49-F238E27FC236}">
                  <a16:creationId xmlns:a16="http://schemas.microsoft.com/office/drawing/2014/main" id="{6FFD28FE-FE7E-4AA2-8EB1-EDCA097A0C2F}"/>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chemeClr val="bg1"/>
            </a:solidFill>
            <a:ln w="9525" cap="flat">
              <a:noFill/>
              <a:prstDash val="solid"/>
              <a:miter/>
            </a:ln>
          </p:spPr>
          <p:txBody>
            <a:bodyPr rtlCol="0" anchor="ctr"/>
            <a:lstStyle/>
            <a:p>
              <a:endParaRPr lang="sv-SE"/>
            </a:p>
          </p:txBody>
        </p:sp>
        <p:sp>
          <p:nvSpPr>
            <p:cNvPr id="36" name="Frihandsfigur: Form 35">
              <a:extLst>
                <a:ext uri="{FF2B5EF4-FFF2-40B4-BE49-F238E27FC236}">
                  <a16:creationId xmlns:a16="http://schemas.microsoft.com/office/drawing/2014/main" id="{DF0C8F5E-575E-48CF-94F2-BB06B60CE04B}"/>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chemeClr val="bg1"/>
            </a:solidFill>
            <a:ln w="9525" cap="flat">
              <a:noFill/>
              <a:prstDash val="solid"/>
              <a:miter/>
            </a:ln>
          </p:spPr>
          <p:txBody>
            <a:bodyPr rtlCol="0" anchor="ctr"/>
            <a:lstStyle/>
            <a:p>
              <a:endParaRPr lang="sv-SE"/>
            </a:p>
          </p:txBody>
        </p:sp>
        <p:sp>
          <p:nvSpPr>
            <p:cNvPr id="37" name="Frihandsfigur: Form 36">
              <a:extLst>
                <a:ext uri="{FF2B5EF4-FFF2-40B4-BE49-F238E27FC236}">
                  <a16:creationId xmlns:a16="http://schemas.microsoft.com/office/drawing/2014/main" id="{AFD17F97-EA9B-4D4E-A52D-5474442D27BD}"/>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chemeClr val="bg1"/>
            </a:solidFill>
            <a:ln w="9525" cap="flat">
              <a:noFill/>
              <a:prstDash val="solid"/>
              <a:miter/>
            </a:ln>
          </p:spPr>
          <p:txBody>
            <a:bodyPr rtlCol="0" anchor="ctr"/>
            <a:lstStyle/>
            <a:p>
              <a:endParaRPr lang="sv-SE"/>
            </a:p>
          </p:txBody>
        </p:sp>
        <p:sp>
          <p:nvSpPr>
            <p:cNvPr id="38" name="Frihandsfigur: Form 37">
              <a:extLst>
                <a:ext uri="{FF2B5EF4-FFF2-40B4-BE49-F238E27FC236}">
                  <a16:creationId xmlns:a16="http://schemas.microsoft.com/office/drawing/2014/main" id="{CCC07AF9-B8B3-4B4F-934C-F57CD0071E46}"/>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chemeClr val="bg1"/>
            </a:solidFill>
            <a:ln w="9525" cap="flat">
              <a:noFill/>
              <a:prstDash val="solid"/>
              <a:miter/>
            </a:ln>
          </p:spPr>
          <p:txBody>
            <a:bodyPr rtlCol="0" anchor="ctr"/>
            <a:lstStyle/>
            <a:p>
              <a:endParaRPr lang="sv-SE"/>
            </a:p>
          </p:txBody>
        </p:sp>
        <p:sp>
          <p:nvSpPr>
            <p:cNvPr id="39" name="Frihandsfigur: Form 38">
              <a:extLst>
                <a:ext uri="{FF2B5EF4-FFF2-40B4-BE49-F238E27FC236}">
                  <a16:creationId xmlns:a16="http://schemas.microsoft.com/office/drawing/2014/main" id="{A7CDFA8A-1BF0-4847-B83B-87FD46DBE2DF}"/>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chemeClr val="bg1"/>
            </a:solidFill>
            <a:ln w="9525" cap="flat">
              <a:noFill/>
              <a:prstDash val="solid"/>
              <a:miter/>
            </a:ln>
          </p:spPr>
          <p:txBody>
            <a:bodyPr rtlCol="0" anchor="ctr"/>
            <a:lstStyle/>
            <a:p>
              <a:endParaRPr lang="sv-SE"/>
            </a:p>
          </p:txBody>
        </p:sp>
        <p:sp>
          <p:nvSpPr>
            <p:cNvPr id="40" name="Frihandsfigur: Form 39">
              <a:extLst>
                <a:ext uri="{FF2B5EF4-FFF2-40B4-BE49-F238E27FC236}">
                  <a16:creationId xmlns:a16="http://schemas.microsoft.com/office/drawing/2014/main" id="{C0D6F11F-DFE9-4A54-9C59-D0FD4887E1C4}"/>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chemeClr val="bg1"/>
            </a:solidFill>
            <a:ln w="9525" cap="flat">
              <a:noFill/>
              <a:prstDash val="solid"/>
              <a:miter/>
            </a:ln>
          </p:spPr>
          <p:txBody>
            <a:bodyPr rtlCol="0" anchor="ctr"/>
            <a:lstStyle/>
            <a:p>
              <a:endParaRPr lang="sv-SE"/>
            </a:p>
          </p:txBody>
        </p:sp>
        <p:sp>
          <p:nvSpPr>
            <p:cNvPr id="41" name="Frihandsfigur: Form 40">
              <a:extLst>
                <a:ext uri="{FF2B5EF4-FFF2-40B4-BE49-F238E27FC236}">
                  <a16:creationId xmlns:a16="http://schemas.microsoft.com/office/drawing/2014/main" id="{26EEF3E3-250F-4D44-B687-13098900E982}"/>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chemeClr val="bg1"/>
            </a:solidFill>
            <a:ln w="9525" cap="flat">
              <a:noFill/>
              <a:prstDash val="solid"/>
              <a:miter/>
            </a:ln>
          </p:spPr>
          <p:txBody>
            <a:bodyPr rtlCol="0" anchor="ctr"/>
            <a:lstStyle/>
            <a:p>
              <a:endParaRPr lang="sv-SE"/>
            </a:p>
          </p:txBody>
        </p:sp>
        <p:sp>
          <p:nvSpPr>
            <p:cNvPr id="42" name="Frihandsfigur: Form 41">
              <a:extLst>
                <a:ext uri="{FF2B5EF4-FFF2-40B4-BE49-F238E27FC236}">
                  <a16:creationId xmlns:a16="http://schemas.microsoft.com/office/drawing/2014/main" id="{AEB5338D-5897-4A51-83C1-4AB764EEDE62}"/>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chemeClr val="bg1"/>
            </a:solidFill>
            <a:ln w="9525" cap="flat">
              <a:noFill/>
              <a:prstDash val="solid"/>
              <a:miter/>
            </a:ln>
          </p:spPr>
          <p:txBody>
            <a:bodyPr rtlCol="0" anchor="ctr"/>
            <a:lstStyle/>
            <a:p>
              <a:endParaRPr lang="sv-SE"/>
            </a:p>
          </p:txBody>
        </p:sp>
        <p:sp>
          <p:nvSpPr>
            <p:cNvPr id="43" name="Frihandsfigur: Form 42">
              <a:extLst>
                <a:ext uri="{FF2B5EF4-FFF2-40B4-BE49-F238E27FC236}">
                  <a16:creationId xmlns:a16="http://schemas.microsoft.com/office/drawing/2014/main" id="{D460B299-97F3-43C7-8370-3CEDAEF2A623}"/>
                </a:ext>
              </a:extLst>
            </p:cNvPr>
            <p:cNvSpPr/>
            <p:nvPr userDrawn="1"/>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44" name="Frihandsfigur: Form 43">
              <a:extLst>
                <a:ext uri="{FF2B5EF4-FFF2-40B4-BE49-F238E27FC236}">
                  <a16:creationId xmlns:a16="http://schemas.microsoft.com/office/drawing/2014/main" id="{71D20284-58ED-40FA-AEA2-7E3A4EFC329E}"/>
                </a:ext>
              </a:extLst>
            </p:cNvPr>
            <p:cNvSpPr/>
            <p:nvPr userDrawn="1"/>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45" name="Frihandsfigur: Form 44">
            <a:extLst>
              <a:ext uri="{FF2B5EF4-FFF2-40B4-BE49-F238E27FC236}">
                <a16:creationId xmlns:a16="http://schemas.microsoft.com/office/drawing/2014/main" id="{C147EE60-3E98-4723-B19D-376B5B1FD8EC}"/>
              </a:ext>
            </a:extLst>
          </p:cNvPr>
          <p:cNvSpPr/>
          <p:nvPr userDrawn="1"/>
        </p:nvSpPr>
        <p:spPr>
          <a:xfrm rot="5400000">
            <a:off x="2666790" y="-2666789"/>
            <a:ext cx="6858000" cy="12191581"/>
          </a:xfrm>
          <a:custGeom>
            <a:avLst/>
            <a:gdLst>
              <a:gd name="connsiteX0" fmla="*/ 268288 w 6858000"/>
              <a:gd name="connsiteY0" fmla="*/ 11921602 h 12191581"/>
              <a:gd name="connsiteX1" fmla="*/ 6589711 w 6858000"/>
              <a:gd name="connsiteY1" fmla="*/ 11921602 h 12191581"/>
              <a:gd name="connsiteX2" fmla="*/ 6589711 w 6858000"/>
              <a:gd name="connsiteY2" fmla="*/ 271042 h 12191581"/>
              <a:gd name="connsiteX3" fmla="*/ 268288 w 6858000"/>
              <a:gd name="connsiteY3" fmla="*/ 271042 h 12191581"/>
              <a:gd name="connsiteX4" fmla="*/ 0 w 6858000"/>
              <a:gd name="connsiteY4" fmla="*/ 271042 h 12191581"/>
              <a:gd name="connsiteX5" fmla="*/ 0 w 6858000"/>
              <a:gd name="connsiteY5" fmla="*/ 0 h 12191581"/>
              <a:gd name="connsiteX6" fmla="*/ 6858000 w 6858000"/>
              <a:gd name="connsiteY6" fmla="*/ 0 h 12191581"/>
              <a:gd name="connsiteX7" fmla="*/ 6858000 w 6858000"/>
              <a:gd name="connsiteY7" fmla="*/ 271042 h 12191581"/>
              <a:gd name="connsiteX8" fmla="*/ 6857999 w 6858000"/>
              <a:gd name="connsiteY8" fmla="*/ 271042 h 12191581"/>
              <a:gd name="connsiteX9" fmla="*/ 6857999 w 6858000"/>
              <a:gd name="connsiteY9" fmla="*/ 11921602 h 12191581"/>
              <a:gd name="connsiteX10" fmla="*/ 6858000 w 6858000"/>
              <a:gd name="connsiteY10" fmla="*/ 11921602 h 12191581"/>
              <a:gd name="connsiteX11" fmla="*/ 6858000 w 6858000"/>
              <a:gd name="connsiteY11" fmla="*/ 12191581 h 12191581"/>
              <a:gd name="connsiteX12" fmla="*/ 0 w 6858000"/>
              <a:gd name="connsiteY12" fmla="*/ 12191581 h 12191581"/>
              <a:gd name="connsiteX13" fmla="*/ 0 w 6858000"/>
              <a:gd name="connsiteY13" fmla="*/ 11921602 h 12191581"/>
              <a:gd name="connsiteX14" fmla="*/ 0 w 6858000"/>
              <a:gd name="connsiteY14" fmla="*/ 11921602 h 12191581"/>
              <a:gd name="connsiteX15" fmla="*/ 0 w 6858000"/>
              <a:gd name="connsiteY15" fmla="*/ 271042 h 1219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12191581">
                <a:moveTo>
                  <a:pt x="268288" y="11921602"/>
                </a:moveTo>
                <a:lnTo>
                  <a:pt x="6589711" y="11921602"/>
                </a:lnTo>
                <a:lnTo>
                  <a:pt x="6589711" y="271042"/>
                </a:lnTo>
                <a:lnTo>
                  <a:pt x="268288" y="271042"/>
                </a:lnTo>
                <a:close/>
                <a:moveTo>
                  <a:pt x="0" y="271042"/>
                </a:moveTo>
                <a:lnTo>
                  <a:pt x="0" y="0"/>
                </a:lnTo>
                <a:lnTo>
                  <a:pt x="6858000" y="0"/>
                </a:lnTo>
                <a:lnTo>
                  <a:pt x="6858000" y="271042"/>
                </a:lnTo>
                <a:lnTo>
                  <a:pt x="6857999" y="271042"/>
                </a:lnTo>
                <a:lnTo>
                  <a:pt x="6857999" y="11921602"/>
                </a:lnTo>
                <a:lnTo>
                  <a:pt x="6858000" y="11921602"/>
                </a:lnTo>
                <a:lnTo>
                  <a:pt x="6858000" y="12191581"/>
                </a:lnTo>
                <a:lnTo>
                  <a:pt x="0" y="12191581"/>
                </a:lnTo>
                <a:lnTo>
                  <a:pt x="0" y="11921602"/>
                </a:lnTo>
                <a:lnTo>
                  <a:pt x="0" y="11921602"/>
                </a:lnTo>
                <a:lnTo>
                  <a:pt x="0" y="2710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spTree>
    <p:extLst>
      <p:ext uri="{BB962C8B-B14F-4D97-AF65-F5344CB8AC3E}">
        <p14:creationId xmlns:p14="http://schemas.microsoft.com/office/powerpoint/2010/main" val="858042799"/>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4" orient="horz" pos="4020">
          <p15:clr>
            <a:srgbClr val="FBAE40"/>
          </p15:clr>
        </p15:guide>
        <p15:guide id="5" orient="horz" pos="4149">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mslag 5">
    <p:spTree>
      <p:nvGrpSpPr>
        <p:cNvPr id="1" name=""/>
        <p:cNvGrpSpPr/>
        <p:nvPr/>
      </p:nvGrpSpPr>
      <p:grpSpPr>
        <a:xfrm>
          <a:off x="0" y="0"/>
          <a:ext cx="0" cy="0"/>
          <a:chOff x="0" y="0"/>
          <a:chExt cx="0" cy="0"/>
        </a:xfrm>
      </p:grpSpPr>
      <p:sp>
        <p:nvSpPr>
          <p:cNvPr id="18" name="Rektangel 17">
            <a:extLst>
              <a:ext uri="{FF2B5EF4-FFF2-40B4-BE49-F238E27FC236}">
                <a16:creationId xmlns:a16="http://schemas.microsoft.com/office/drawing/2014/main" id="{E6D38F01-5D84-46DE-ADD3-E31FB5B56794}"/>
              </a:ext>
            </a:extLst>
          </p:cNvPr>
          <p:cNvSpPr/>
          <p:nvPr userDrawn="1"/>
        </p:nvSpPr>
        <p:spPr>
          <a:xfrm>
            <a:off x="268497" y="265113"/>
            <a:ext cx="11655007"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Platshållare för bildnummer 2">
            <a:extLst>
              <a:ext uri="{FF2B5EF4-FFF2-40B4-BE49-F238E27FC236}">
                <a16:creationId xmlns:a16="http://schemas.microsoft.com/office/drawing/2014/main" id="{0C291B66-AFEF-48F4-9403-814FED28C304}"/>
              </a:ext>
            </a:extLst>
          </p:cNvPr>
          <p:cNvSpPr>
            <a:spLocks noGrp="1"/>
          </p:cNvSpPr>
          <p:nvPr>
            <p:ph type="sldNum" sz="quarter" idx="10"/>
          </p:nvPr>
        </p:nvSpPr>
        <p:spPr/>
        <p:txBody>
          <a:bodyPr/>
          <a:lstStyle/>
          <a:p>
            <a:fld id="{37D9A64F-750D-4E7D-A276-9A7D3F74441C}" type="slidenum">
              <a:rPr lang="sv-SE" smtClean="0"/>
              <a:pPr/>
              <a:t>‹#›</a:t>
            </a:fld>
            <a:endParaRPr lang="sv-SE"/>
          </a:p>
        </p:txBody>
      </p:sp>
      <p:pic>
        <p:nvPicPr>
          <p:cNvPr id="4" name="Bildobjekt 3" descr="En bild som visar växt, blomma, löv, yta&#10;&#10;Automatiskt genererad beskrivning">
            <a:extLst>
              <a:ext uri="{FF2B5EF4-FFF2-40B4-BE49-F238E27FC236}">
                <a16:creationId xmlns:a16="http://schemas.microsoft.com/office/drawing/2014/main" id="{2EEB0B73-6E8D-4D7D-B2D0-862C9B994E3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4513066" flipH="1" flipV="1">
            <a:off x="-57550" y="-596868"/>
            <a:ext cx="2785246" cy="3752628"/>
          </a:xfrm>
          <a:custGeom>
            <a:avLst/>
            <a:gdLst>
              <a:gd name="connsiteX0" fmla="*/ 1955847 w 4371941"/>
              <a:gd name="connsiteY0" fmla="*/ 0 h 5890423"/>
              <a:gd name="connsiteX1" fmla="*/ 0 w 4371941"/>
              <a:gd name="connsiteY1" fmla="*/ 3660581 h 5890423"/>
              <a:gd name="connsiteX2" fmla="*/ 4173393 w 4371941"/>
              <a:gd name="connsiteY2" fmla="*/ 5890423 h 5890423"/>
              <a:gd name="connsiteX3" fmla="*/ 4371941 w 4371941"/>
              <a:gd name="connsiteY3" fmla="*/ 5518819 h 5890423"/>
              <a:gd name="connsiteX4" fmla="*/ 4371941 w 4371941"/>
              <a:gd name="connsiteY4" fmla="*/ 406300 h 5890423"/>
              <a:gd name="connsiteX5" fmla="*/ 3611506 w 4371941"/>
              <a:gd name="connsiteY5" fmla="*/ 0 h 5890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1941" h="5890423">
                <a:moveTo>
                  <a:pt x="1955847" y="0"/>
                </a:moveTo>
                <a:lnTo>
                  <a:pt x="0" y="3660581"/>
                </a:lnTo>
                <a:lnTo>
                  <a:pt x="4173393" y="5890423"/>
                </a:lnTo>
                <a:lnTo>
                  <a:pt x="4371941" y="5518819"/>
                </a:lnTo>
                <a:lnTo>
                  <a:pt x="4371941" y="406300"/>
                </a:lnTo>
                <a:lnTo>
                  <a:pt x="3611506" y="0"/>
                </a:lnTo>
                <a:close/>
              </a:path>
            </a:pathLst>
          </a:custGeom>
        </p:spPr>
      </p:pic>
      <p:grpSp>
        <p:nvGrpSpPr>
          <p:cNvPr id="21" name="Grupp 20">
            <a:extLst>
              <a:ext uri="{FF2B5EF4-FFF2-40B4-BE49-F238E27FC236}">
                <a16:creationId xmlns:a16="http://schemas.microsoft.com/office/drawing/2014/main" id="{50F35DF0-EFEA-4967-B624-2D13C8DE1C3B}"/>
              </a:ext>
            </a:extLst>
          </p:cNvPr>
          <p:cNvGrpSpPr/>
          <p:nvPr userDrawn="1"/>
        </p:nvGrpSpPr>
        <p:grpSpPr>
          <a:xfrm>
            <a:off x="8142013" y="5806629"/>
            <a:ext cx="1735478" cy="326438"/>
            <a:chOff x="9835686" y="6074987"/>
            <a:chExt cx="1735478" cy="326438"/>
          </a:xfrm>
        </p:grpSpPr>
        <p:sp>
          <p:nvSpPr>
            <p:cNvPr id="22" name="Frihandsfigur: Form 21">
              <a:extLst>
                <a:ext uri="{FF2B5EF4-FFF2-40B4-BE49-F238E27FC236}">
                  <a16:creationId xmlns:a16="http://schemas.microsoft.com/office/drawing/2014/main" id="{36BD0FB2-4DD7-4429-9F67-1B921050D708}"/>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23" name="Frihandsfigur: Form 22">
              <a:extLst>
                <a:ext uri="{FF2B5EF4-FFF2-40B4-BE49-F238E27FC236}">
                  <a16:creationId xmlns:a16="http://schemas.microsoft.com/office/drawing/2014/main" id="{1916AF60-1BE1-4828-9223-94DE6289B376}"/>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24" name="Frihandsfigur: Form 23">
              <a:extLst>
                <a:ext uri="{FF2B5EF4-FFF2-40B4-BE49-F238E27FC236}">
                  <a16:creationId xmlns:a16="http://schemas.microsoft.com/office/drawing/2014/main" id="{D0D4C18C-7F26-47DA-AE1D-2877E2E7A211}"/>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25" name="Frihandsfigur: Form 24">
              <a:extLst>
                <a:ext uri="{FF2B5EF4-FFF2-40B4-BE49-F238E27FC236}">
                  <a16:creationId xmlns:a16="http://schemas.microsoft.com/office/drawing/2014/main" id="{7B3D3FEA-9DB1-4BC5-AB4F-C671EA70B53D}"/>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26" name="Frihandsfigur: Form 25">
              <a:extLst>
                <a:ext uri="{FF2B5EF4-FFF2-40B4-BE49-F238E27FC236}">
                  <a16:creationId xmlns:a16="http://schemas.microsoft.com/office/drawing/2014/main" id="{BDF06BA3-4FC3-4789-8943-EFCCA594EF25}"/>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27" name="Frihandsfigur: Form 26">
              <a:extLst>
                <a:ext uri="{FF2B5EF4-FFF2-40B4-BE49-F238E27FC236}">
                  <a16:creationId xmlns:a16="http://schemas.microsoft.com/office/drawing/2014/main" id="{1427416E-03A9-4D69-B4DE-B3C67450AF34}"/>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28" name="Frihandsfigur: Form 27">
              <a:extLst>
                <a:ext uri="{FF2B5EF4-FFF2-40B4-BE49-F238E27FC236}">
                  <a16:creationId xmlns:a16="http://schemas.microsoft.com/office/drawing/2014/main" id="{27862BB7-0315-4CAC-B958-BA948B4FFB22}"/>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29" name="Frihandsfigur: Form 28">
              <a:extLst>
                <a:ext uri="{FF2B5EF4-FFF2-40B4-BE49-F238E27FC236}">
                  <a16:creationId xmlns:a16="http://schemas.microsoft.com/office/drawing/2014/main" id="{3B329DF4-C439-4E7A-94BC-3D68E84A7CA3}"/>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30" name="Frihandsfigur: Form 29">
              <a:extLst>
                <a:ext uri="{FF2B5EF4-FFF2-40B4-BE49-F238E27FC236}">
                  <a16:creationId xmlns:a16="http://schemas.microsoft.com/office/drawing/2014/main" id="{160DBAA9-1657-44DA-84BF-1DD6845E0C6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31" name="Frihandsfigur: Form 30">
              <a:extLst>
                <a:ext uri="{FF2B5EF4-FFF2-40B4-BE49-F238E27FC236}">
                  <a16:creationId xmlns:a16="http://schemas.microsoft.com/office/drawing/2014/main" id="{D52CB9EE-D034-46A8-A2B6-AE267E7A6345}"/>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32" name="Rubrik 33">
            <a:extLst>
              <a:ext uri="{FF2B5EF4-FFF2-40B4-BE49-F238E27FC236}">
                <a16:creationId xmlns:a16="http://schemas.microsoft.com/office/drawing/2014/main" id="{339C7CD2-1E73-45D7-BDAC-D750A2A26B5D}"/>
              </a:ext>
            </a:extLst>
          </p:cNvPr>
          <p:cNvSpPr>
            <a:spLocks noGrp="1"/>
          </p:cNvSpPr>
          <p:nvPr>
            <p:ph type="title"/>
          </p:nvPr>
        </p:nvSpPr>
        <p:spPr>
          <a:xfrm>
            <a:off x="6451390" y="2291453"/>
            <a:ext cx="5116722" cy="1387915"/>
          </a:xfrm>
        </p:spPr>
        <p:txBody>
          <a:bodyPr anchor="b">
            <a:noAutofit/>
          </a:bodyPr>
          <a:lstStyle>
            <a:lvl1pPr algn="ctr">
              <a:defRPr sz="4000">
                <a:solidFill>
                  <a:schemeClr val="tx2"/>
                </a:solidFill>
              </a:defRPr>
            </a:lvl1pPr>
          </a:lstStyle>
          <a:p>
            <a:r>
              <a:rPr lang="sv-SE"/>
              <a:t>Klicka här för att ändra mall för rubrikformat</a:t>
            </a:r>
          </a:p>
        </p:txBody>
      </p:sp>
      <p:sp>
        <p:nvSpPr>
          <p:cNvPr id="33" name="Platshållare för text 11">
            <a:extLst>
              <a:ext uri="{FF2B5EF4-FFF2-40B4-BE49-F238E27FC236}">
                <a16:creationId xmlns:a16="http://schemas.microsoft.com/office/drawing/2014/main" id="{7ADBA333-5563-42C5-8601-2A9A9F4B49D0}"/>
              </a:ext>
            </a:extLst>
          </p:cNvPr>
          <p:cNvSpPr>
            <a:spLocks noGrp="1"/>
          </p:cNvSpPr>
          <p:nvPr>
            <p:ph type="body" sz="quarter" idx="11"/>
          </p:nvPr>
        </p:nvSpPr>
        <p:spPr>
          <a:xfrm>
            <a:off x="6451391" y="3899972"/>
            <a:ext cx="5116721" cy="1014412"/>
          </a:xfrm>
        </p:spPr>
        <p:txBody>
          <a:bodyPr>
            <a:normAutofit/>
          </a:bodyPr>
          <a:lstStyle>
            <a:lvl1pPr marL="0" indent="0" algn="ctr">
              <a:buNone/>
              <a:defRPr sz="1800" b="0"/>
            </a:lvl1pPr>
            <a:lvl2pPr marL="246062" indent="0">
              <a:buNone/>
              <a:defRPr/>
            </a:lvl2pPr>
          </a:lstStyle>
          <a:p>
            <a:pPr lvl="0"/>
            <a:r>
              <a:rPr lang="sv-SE"/>
              <a:t>Klicka här för att ändra format på bakgrundstexten</a:t>
            </a:r>
          </a:p>
        </p:txBody>
      </p:sp>
      <p:sp>
        <p:nvSpPr>
          <p:cNvPr id="35" name="Platshållare för bild 34">
            <a:extLst>
              <a:ext uri="{FF2B5EF4-FFF2-40B4-BE49-F238E27FC236}">
                <a16:creationId xmlns:a16="http://schemas.microsoft.com/office/drawing/2014/main" id="{D2B56A52-7C1A-497F-B662-49C1FAC5C284}"/>
              </a:ext>
            </a:extLst>
          </p:cNvPr>
          <p:cNvSpPr>
            <a:spLocks noGrp="1"/>
          </p:cNvSpPr>
          <p:nvPr>
            <p:ph type="pic" sz="quarter" idx="12"/>
          </p:nvPr>
        </p:nvSpPr>
        <p:spPr>
          <a:xfrm>
            <a:off x="1335072" y="1600878"/>
            <a:ext cx="3406958" cy="3406958"/>
          </a:xfrm>
          <a:prstGeom prst="ellipse">
            <a:avLst/>
          </a:prstGeom>
          <a:solidFill>
            <a:schemeClr val="bg1">
              <a:lumMod val="95000"/>
            </a:schemeClr>
          </a:solidFill>
        </p:spPr>
        <p:txBody>
          <a:bodyPr anchor="ctr"/>
          <a:lstStyle>
            <a:lvl1pPr marL="0" indent="0" algn="ctr">
              <a:buNone/>
              <a:defRPr/>
            </a:lvl1pPr>
          </a:lstStyle>
          <a:p>
            <a:r>
              <a:rPr lang="sv-SE"/>
              <a:t>Klicka på ikonen för att lägga till en bild</a:t>
            </a:r>
          </a:p>
        </p:txBody>
      </p:sp>
    </p:spTree>
    <p:extLst>
      <p:ext uri="{BB962C8B-B14F-4D97-AF65-F5344CB8AC3E}">
        <p14:creationId xmlns:p14="http://schemas.microsoft.com/office/powerpoint/2010/main" val="2589922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Omslag 6">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658088F-035B-41E2-AF26-A4714D676B9E}"/>
              </a:ext>
            </a:extLst>
          </p:cNvPr>
          <p:cNvSpPr/>
          <p:nvPr userDrawn="1"/>
        </p:nvSpPr>
        <p:spPr>
          <a:xfrm>
            <a:off x="268497" y="265113"/>
            <a:ext cx="11655007"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Frihandsfigur: Form 4">
            <a:extLst>
              <a:ext uri="{FF2B5EF4-FFF2-40B4-BE49-F238E27FC236}">
                <a16:creationId xmlns:a16="http://schemas.microsoft.com/office/drawing/2014/main" id="{E71BF87E-5D0D-43CD-AF6C-902C492E9AE2}"/>
              </a:ext>
            </a:extLst>
          </p:cNvPr>
          <p:cNvSpPr/>
          <p:nvPr/>
        </p:nvSpPr>
        <p:spPr>
          <a:xfrm>
            <a:off x="2506148" y="3797246"/>
            <a:ext cx="2963936" cy="1954683"/>
          </a:xfrm>
          <a:custGeom>
            <a:avLst/>
            <a:gdLst>
              <a:gd name="connsiteX0" fmla="*/ 299514 w 2963936"/>
              <a:gd name="connsiteY0" fmla="*/ 274871 h 1954683"/>
              <a:gd name="connsiteX1" fmla="*/ 996237 w 2963936"/>
              <a:gd name="connsiteY1" fmla="*/ -349 h 1954683"/>
              <a:gd name="connsiteX2" fmla="*/ 1908619 w 2963936"/>
              <a:gd name="connsiteY2" fmla="*/ -349 h 1954683"/>
              <a:gd name="connsiteX3" fmla="*/ 1966870 w 2963936"/>
              <a:gd name="connsiteY3" fmla="*/ -349 h 1954683"/>
              <a:gd name="connsiteX4" fmla="*/ 2663593 w 2963936"/>
              <a:gd name="connsiteY4" fmla="*/ 274871 h 1954683"/>
              <a:gd name="connsiteX5" fmla="*/ 2963684 w 2963936"/>
              <a:gd name="connsiteY5" fmla="*/ 977157 h 1954683"/>
              <a:gd name="connsiteX6" fmla="*/ 2963684 w 2963936"/>
              <a:gd name="connsiteY6" fmla="*/ 1954334 h 1954683"/>
              <a:gd name="connsiteX7" fmla="*/ 996237 w 2963936"/>
              <a:gd name="connsiteY7" fmla="*/ 1954334 h 1954683"/>
              <a:gd name="connsiteX8" fmla="*/ 299514 w 2963936"/>
              <a:gd name="connsiteY8" fmla="*/ 1679114 h 1954683"/>
              <a:gd name="connsiteX9" fmla="*/ 270095 w 2963936"/>
              <a:gd name="connsiteY9" fmla="*/ 303963 h 1954683"/>
              <a:gd name="connsiteX10" fmla="*/ 299514 w 2963936"/>
              <a:gd name="connsiteY10" fmla="*/ 274544 h 1954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63936" h="1954683">
                <a:moveTo>
                  <a:pt x="299514" y="274871"/>
                </a:moveTo>
                <a:cubicBezTo>
                  <a:pt x="474268" y="111245"/>
                  <a:pt x="671929" y="10450"/>
                  <a:pt x="996237" y="-349"/>
                </a:cubicBezTo>
                <a:cubicBezTo>
                  <a:pt x="998200" y="-349"/>
                  <a:pt x="1908619" y="-349"/>
                  <a:pt x="1908619" y="-349"/>
                </a:cubicBezTo>
                <a:lnTo>
                  <a:pt x="1966870" y="-349"/>
                </a:lnTo>
                <a:cubicBezTo>
                  <a:pt x="2291179" y="10450"/>
                  <a:pt x="2488840" y="110590"/>
                  <a:pt x="2663593" y="274871"/>
                </a:cubicBezTo>
                <a:cubicBezTo>
                  <a:pt x="2856901" y="457086"/>
                  <a:pt x="2965615" y="711525"/>
                  <a:pt x="2963684" y="977157"/>
                </a:cubicBezTo>
                <a:lnTo>
                  <a:pt x="2963684" y="1954334"/>
                </a:lnTo>
                <a:cubicBezTo>
                  <a:pt x="2963684" y="1954334"/>
                  <a:pt x="997874" y="1954334"/>
                  <a:pt x="996237" y="1954334"/>
                </a:cubicBezTo>
                <a:cubicBezTo>
                  <a:pt x="671929" y="1943863"/>
                  <a:pt x="474268" y="1843723"/>
                  <a:pt x="299514" y="1679114"/>
                </a:cubicBezTo>
                <a:cubicBezTo>
                  <a:pt x="-88346" y="1307519"/>
                  <a:pt x="-101534" y="691825"/>
                  <a:pt x="270095" y="303963"/>
                </a:cubicBezTo>
                <a:cubicBezTo>
                  <a:pt x="279683" y="293950"/>
                  <a:pt x="289500" y="284132"/>
                  <a:pt x="299514" y="274544"/>
                </a:cubicBezTo>
              </a:path>
            </a:pathLst>
          </a:custGeom>
          <a:solidFill>
            <a:schemeClr val="tx2"/>
          </a:solidFill>
          <a:ln w="32716" cap="flat">
            <a:noFill/>
            <a:prstDash val="solid"/>
            <a:miter/>
          </a:ln>
        </p:spPr>
        <p:txBody>
          <a:bodyPr rtlCol="0" anchor="ctr"/>
          <a:lstStyle/>
          <a:p>
            <a:endParaRPr lang="sv-SE"/>
          </a:p>
        </p:txBody>
      </p:sp>
      <p:sp>
        <p:nvSpPr>
          <p:cNvPr id="6" name="Frihandsfigur: Form 5">
            <a:extLst>
              <a:ext uri="{FF2B5EF4-FFF2-40B4-BE49-F238E27FC236}">
                <a16:creationId xmlns:a16="http://schemas.microsoft.com/office/drawing/2014/main" id="{B7465BC1-957E-42FA-9568-4A3EF822D231}"/>
              </a:ext>
            </a:extLst>
          </p:cNvPr>
          <p:cNvSpPr/>
          <p:nvPr/>
        </p:nvSpPr>
        <p:spPr>
          <a:xfrm>
            <a:off x="3871505" y="1055844"/>
            <a:ext cx="1877710" cy="1836872"/>
          </a:xfrm>
          <a:custGeom>
            <a:avLst/>
            <a:gdLst>
              <a:gd name="connsiteX0" fmla="*/ 1596037 w 1877710"/>
              <a:gd name="connsiteY0" fmla="*/ 258182 h 1836872"/>
              <a:gd name="connsiteX1" fmla="*/ 941531 w 1877710"/>
              <a:gd name="connsiteY1" fmla="*/ -349 h 1836872"/>
              <a:gd name="connsiteX2" fmla="*/ 906842 w 1877710"/>
              <a:gd name="connsiteY2" fmla="*/ -349 h 1836872"/>
              <a:gd name="connsiteX3" fmla="*/ 677 w 1877710"/>
              <a:gd name="connsiteY3" fmla="*/ 1827689 h 1836872"/>
              <a:gd name="connsiteX4" fmla="*/ 4931 w 1877710"/>
              <a:gd name="connsiteY4" fmla="*/ 1836524 h 1836872"/>
              <a:gd name="connsiteX5" fmla="*/ 941203 w 1877710"/>
              <a:gd name="connsiteY5" fmla="*/ 1836524 h 1836872"/>
              <a:gd name="connsiteX6" fmla="*/ 1595710 w 1877710"/>
              <a:gd name="connsiteY6" fmla="*/ 1577994 h 1836872"/>
              <a:gd name="connsiteX7" fmla="*/ 1623527 w 1877710"/>
              <a:gd name="connsiteY7" fmla="*/ 285671 h 1836872"/>
              <a:gd name="connsiteX8" fmla="*/ 1595710 w 1877710"/>
              <a:gd name="connsiteY8" fmla="*/ 257855 h 1836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7710" h="1836872">
                <a:moveTo>
                  <a:pt x="1596037" y="258182"/>
                </a:moveTo>
                <a:cubicBezTo>
                  <a:pt x="1432411" y="103719"/>
                  <a:pt x="1246203" y="9469"/>
                  <a:pt x="941531" y="-349"/>
                </a:cubicBezTo>
                <a:lnTo>
                  <a:pt x="906842" y="-349"/>
                </a:lnTo>
                <a:lnTo>
                  <a:pt x="677" y="1827689"/>
                </a:lnTo>
                <a:cubicBezTo>
                  <a:pt x="-1614" y="1832597"/>
                  <a:pt x="677" y="1836524"/>
                  <a:pt x="4931" y="1836524"/>
                </a:cubicBezTo>
                <a:cubicBezTo>
                  <a:pt x="9185" y="1836524"/>
                  <a:pt x="939567" y="1836524"/>
                  <a:pt x="941203" y="1836524"/>
                </a:cubicBezTo>
                <a:cubicBezTo>
                  <a:pt x="1246203" y="1826379"/>
                  <a:pt x="1432083" y="1732130"/>
                  <a:pt x="1595710" y="1577994"/>
                </a:cubicBezTo>
                <a:cubicBezTo>
                  <a:pt x="1960269" y="1228815"/>
                  <a:pt x="1972705" y="650231"/>
                  <a:pt x="1623527" y="285671"/>
                </a:cubicBezTo>
                <a:cubicBezTo>
                  <a:pt x="1614461" y="276214"/>
                  <a:pt x="1605167" y="266920"/>
                  <a:pt x="1595710" y="257855"/>
                </a:cubicBezTo>
              </a:path>
            </a:pathLst>
          </a:custGeom>
          <a:solidFill>
            <a:schemeClr val="tx2"/>
          </a:solidFill>
          <a:ln w="32716" cap="flat">
            <a:noFill/>
            <a:prstDash val="solid"/>
            <a:miter/>
          </a:ln>
        </p:spPr>
        <p:txBody>
          <a:bodyPr rtlCol="0" anchor="ctr"/>
          <a:lstStyle/>
          <a:p>
            <a:endParaRPr lang="sv-SE"/>
          </a:p>
        </p:txBody>
      </p:sp>
      <p:sp>
        <p:nvSpPr>
          <p:cNvPr id="8" name="Frihandsfigur: Form 7">
            <a:extLst>
              <a:ext uri="{FF2B5EF4-FFF2-40B4-BE49-F238E27FC236}">
                <a16:creationId xmlns:a16="http://schemas.microsoft.com/office/drawing/2014/main" id="{0882E4B2-0D21-4D7C-A9B6-8BC28BC94388}"/>
              </a:ext>
            </a:extLst>
          </p:cNvPr>
          <p:cNvSpPr/>
          <p:nvPr/>
        </p:nvSpPr>
        <p:spPr>
          <a:xfrm>
            <a:off x="1236174" y="1884569"/>
            <a:ext cx="2635372" cy="1672799"/>
          </a:xfrm>
          <a:custGeom>
            <a:avLst/>
            <a:gdLst>
              <a:gd name="connsiteX0" fmla="*/ 53651 w 2635372"/>
              <a:gd name="connsiteY0" fmla="*/ 779050 h 1672799"/>
              <a:gd name="connsiteX1" fmla="*/ 124992 w 2635372"/>
              <a:gd name="connsiteY1" fmla="*/ 1632853 h 1672799"/>
              <a:gd name="connsiteX2" fmla="*/ 143646 w 2635372"/>
              <a:gd name="connsiteY2" fmla="*/ 1672451 h 1672799"/>
              <a:gd name="connsiteX3" fmla="*/ 2627499 w 2635372"/>
              <a:gd name="connsiteY3" fmla="*/ 1672451 h 1672799"/>
              <a:gd name="connsiteX4" fmla="*/ 2634371 w 2635372"/>
              <a:gd name="connsiteY4" fmla="*/ 1662961 h 1672799"/>
              <a:gd name="connsiteX5" fmla="*/ 2130401 w 2635372"/>
              <a:gd name="connsiteY5" fmla="*/ 640949 h 1672799"/>
              <a:gd name="connsiteX6" fmla="*/ 1494548 w 2635372"/>
              <a:gd name="connsiteY6" fmla="*/ 66292 h 1672799"/>
              <a:gd name="connsiteX7" fmla="*/ 69785 w 2635372"/>
              <a:gd name="connsiteY7" fmla="*/ 734183 h 1672799"/>
              <a:gd name="connsiteX8" fmla="*/ 54633 w 2635372"/>
              <a:gd name="connsiteY8" fmla="*/ 779050 h 167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5372" h="1672799">
                <a:moveTo>
                  <a:pt x="53651" y="779050"/>
                </a:moveTo>
                <a:cubicBezTo>
                  <a:pt x="-26198" y="1040852"/>
                  <a:pt x="-28817" y="1294801"/>
                  <a:pt x="124992" y="1632853"/>
                </a:cubicBezTo>
                <a:cubicBezTo>
                  <a:pt x="124992" y="1632853"/>
                  <a:pt x="131864" y="1648562"/>
                  <a:pt x="143646" y="1672451"/>
                </a:cubicBezTo>
                <a:lnTo>
                  <a:pt x="2627499" y="1672451"/>
                </a:lnTo>
                <a:cubicBezTo>
                  <a:pt x="2633717" y="1672451"/>
                  <a:pt x="2636662" y="1667214"/>
                  <a:pt x="2634371" y="1662961"/>
                </a:cubicBezTo>
                <a:cubicBezTo>
                  <a:pt x="2632080" y="1658707"/>
                  <a:pt x="2130401" y="642258"/>
                  <a:pt x="2130401" y="640949"/>
                </a:cubicBezTo>
                <a:cubicBezTo>
                  <a:pt x="1954666" y="313695"/>
                  <a:pt x="1751769" y="161849"/>
                  <a:pt x="1494548" y="66292"/>
                </a:cubicBezTo>
                <a:cubicBezTo>
                  <a:pt x="916684" y="-142724"/>
                  <a:pt x="278801" y="156320"/>
                  <a:pt x="69785" y="734183"/>
                </a:cubicBezTo>
                <a:cubicBezTo>
                  <a:pt x="64418" y="749041"/>
                  <a:pt x="59378" y="763996"/>
                  <a:pt x="54633" y="779050"/>
                </a:cubicBezTo>
              </a:path>
            </a:pathLst>
          </a:custGeom>
          <a:solidFill>
            <a:schemeClr val="tx2"/>
          </a:solidFill>
          <a:ln w="32716" cap="flat">
            <a:noFill/>
            <a:prstDash val="solid"/>
            <a:miter/>
          </a:ln>
        </p:spPr>
        <p:txBody>
          <a:bodyPr rtlCol="0" anchor="ctr"/>
          <a:lstStyle/>
          <a:p>
            <a:endParaRPr lang="sv-SE"/>
          </a:p>
        </p:txBody>
      </p:sp>
      <p:grpSp>
        <p:nvGrpSpPr>
          <p:cNvPr id="99" name="Grupp 98">
            <a:extLst>
              <a:ext uri="{FF2B5EF4-FFF2-40B4-BE49-F238E27FC236}">
                <a16:creationId xmlns:a16="http://schemas.microsoft.com/office/drawing/2014/main" id="{8020462E-DD85-4C6F-9A13-E48319E593D5}"/>
              </a:ext>
            </a:extLst>
          </p:cNvPr>
          <p:cNvGrpSpPr/>
          <p:nvPr userDrawn="1"/>
        </p:nvGrpSpPr>
        <p:grpSpPr>
          <a:xfrm>
            <a:off x="1655595" y="1712626"/>
            <a:ext cx="3698618" cy="3704233"/>
            <a:chOff x="1655595" y="1712626"/>
            <a:chExt cx="3698618" cy="3704233"/>
          </a:xfrm>
        </p:grpSpPr>
        <p:sp>
          <p:nvSpPr>
            <p:cNvPr id="9" name="Frihandsfigur: Form 8">
              <a:extLst>
                <a:ext uri="{FF2B5EF4-FFF2-40B4-BE49-F238E27FC236}">
                  <a16:creationId xmlns:a16="http://schemas.microsoft.com/office/drawing/2014/main" id="{77A846EF-C4C0-423A-A969-37CD3793AC88}"/>
                </a:ext>
              </a:extLst>
            </p:cNvPr>
            <p:cNvSpPr/>
            <p:nvPr/>
          </p:nvSpPr>
          <p:spPr>
            <a:xfrm>
              <a:off x="1860782" y="2307262"/>
              <a:ext cx="192197" cy="249693"/>
            </a:xfrm>
            <a:custGeom>
              <a:avLst/>
              <a:gdLst>
                <a:gd name="connsiteX0" fmla="*/ 175181 w 192197"/>
                <a:gd name="connsiteY0" fmla="*/ 249345 h 249693"/>
                <a:gd name="connsiteX1" fmla="*/ 161109 w 192197"/>
                <a:gd name="connsiteY1" fmla="*/ 238218 h 249693"/>
                <a:gd name="connsiteX2" fmla="*/ 144092 w 192197"/>
                <a:gd name="connsiteY2" fmla="*/ 172768 h 249693"/>
                <a:gd name="connsiteX3" fmla="*/ 65879 w 192197"/>
                <a:gd name="connsiteY3" fmla="*/ 172768 h 249693"/>
                <a:gd name="connsiteX4" fmla="*/ 33153 w 192197"/>
                <a:gd name="connsiteY4" fmla="*/ 235273 h 249693"/>
                <a:gd name="connsiteX5" fmla="*/ 14172 w 192197"/>
                <a:gd name="connsiteY5" fmla="*/ 249018 h 249693"/>
                <a:gd name="connsiteX6" fmla="*/ -227 w 192197"/>
                <a:gd name="connsiteY6" fmla="*/ 235960 h 249693"/>
                <a:gd name="connsiteX7" fmla="*/ -227 w 192197"/>
                <a:gd name="connsiteY7" fmla="*/ 234946 h 249693"/>
                <a:gd name="connsiteX8" fmla="*/ 1737 w 192197"/>
                <a:gd name="connsiteY8" fmla="*/ 225128 h 249693"/>
                <a:gd name="connsiteX9" fmla="*/ 108094 w 192197"/>
                <a:gd name="connsiteY9" fmla="*/ 10778 h 249693"/>
                <a:gd name="connsiteX10" fmla="*/ 123803 w 192197"/>
                <a:gd name="connsiteY10" fmla="*/ -349 h 249693"/>
                <a:gd name="connsiteX11" fmla="*/ 136565 w 192197"/>
                <a:gd name="connsiteY11" fmla="*/ 11104 h 249693"/>
                <a:gd name="connsiteX12" fmla="*/ 191871 w 192197"/>
                <a:gd name="connsiteY12" fmla="*/ 225456 h 249693"/>
                <a:gd name="connsiteX13" fmla="*/ 191871 w 192197"/>
                <a:gd name="connsiteY13" fmla="*/ 225456 h 249693"/>
                <a:gd name="connsiteX14" fmla="*/ 191871 w 192197"/>
                <a:gd name="connsiteY14" fmla="*/ 230364 h 249693"/>
                <a:gd name="connsiteX15" fmla="*/ 175181 w 192197"/>
                <a:gd name="connsiteY15" fmla="*/ 249345 h 249693"/>
                <a:gd name="connsiteX16" fmla="*/ 116603 w 192197"/>
                <a:gd name="connsiteY16" fmla="*/ 61502 h 249693"/>
                <a:gd name="connsiteX17" fmla="*/ 116603 w 192197"/>
                <a:gd name="connsiteY17" fmla="*/ 61502 h 249693"/>
                <a:gd name="connsiteX18" fmla="*/ 78969 w 192197"/>
                <a:gd name="connsiteY18" fmla="*/ 142661 h 249693"/>
                <a:gd name="connsiteX19" fmla="*/ 136565 w 192197"/>
                <a:gd name="connsiteY19" fmla="*/ 142661 h 249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2197" h="249693">
                  <a:moveTo>
                    <a:pt x="175181" y="249345"/>
                  </a:moveTo>
                  <a:cubicBezTo>
                    <a:pt x="168472" y="249378"/>
                    <a:pt x="162647" y="244764"/>
                    <a:pt x="161109" y="238218"/>
                  </a:cubicBezTo>
                  <a:lnTo>
                    <a:pt x="144092" y="172768"/>
                  </a:lnTo>
                  <a:lnTo>
                    <a:pt x="65879" y="172768"/>
                  </a:lnTo>
                  <a:lnTo>
                    <a:pt x="33153" y="235273"/>
                  </a:lnTo>
                  <a:cubicBezTo>
                    <a:pt x="29553" y="242767"/>
                    <a:pt x="22419" y="247938"/>
                    <a:pt x="14172" y="249018"/>
                  </a:cubicBezTo>
                  <a:cubicBezTo>
                    <a:pt x="6580" y="249378"/>
                    <a:pt x="133" y="243520"/>
                    <a:pt x="-227" y="235960"/>
                  </a:cubicBezTo>
                  <a:cubicBezTo>
                    <a:pt x="-227" y="235601"/>
                    <a:pt x="-227" y="235273"/>
                    <a:pt x="-227" y="234946"/>
                  </a:cubicBezTo>
                  <a:cubicBezTo>
                    <a:pt x="-259" y="231575"/>
                    <a:pt x="395" y="228237"/>
                    <a:pt x="1737" y="225128"/>
                  </a:cubicBezTo>
                  <a:lnTo>
                    <a:pt x="108094" y="10778"/>
                  </a:lnTo>
                  <a:cubicBezTo>
                    <a:pt x="110909" y="4494"/>
                    <a:pt x="116930" y="240"/>
                    <a:pt x="123803" y="-349"/>
                  </a:cubicBezTo>
                  <a:cubicBezTo>
                    <a:pt x="130118" y="240"/>
                    <a:pt x="135289" y="4887"/>
                    <a:pt x="136565" y="11104"/>
                  </a:cubicBezTo>
                  <a:lnTo>
                    <a:pt x="191871" y="225456"/>
                  </a:lnTo>
                  <a:lnTo>
                    <a:pt x="191871" y="225456"/>
                  </a:lnTo>
                  <a:cubicBezTo>
                    <a:pt x="192002" y="227092"/>
                    <a:pt x="192002" y="228729"/>
                    <a:pt x="191871" y="230364"/>
                  </a:cubicBezTo>
                  <a:cubicBezTo>
                    <a:pt x="191544" y="239855"/>
                    <a:pt x="184541" y="247807"/>
                    <a:pt x="175181" y="249345"/>
                  </a:cubicBezTo>
                  <a:close/>
                  <a:moveTo>
                    <a:pt x="116603" y="61502"/>
                  </a:moveTo>
                  <a:lnTo>
                    <a:pt x="116603" y="61502"/>
                  </a:lnTo>
                  <a:lnTo>
                    <a:pt x="78969" y="142661"/>
                  </a:lnTo>
                  <a:lnTo>
                    <a:pt x="136565" y="142661"/>
                  </a:lnTo>
                  <a:close/>
                </a:path>
              </a:pathLst>
            </a:custGeom>
            <a:solidFill>
              <a:srgbClr val="FFFFFF"/>
            </a:solidFill>
            <a:ln w="32716"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B30DF899-34E3-4E8C-87E6-03B1F715AAC2}"/>
                </a:ext>
              </a:extLst>
            </p:cNvPr>
            <p:cNvSpPr/>
            <p:nvPr/>
          </p:nvSpPr>
          <p:spPr>
            <a:xfrm>
              <a:off x="2073498" y="2307572"/>
              <a:ext cx="59232" cy="249714"/>
            </a:xfrm>
            <a:custGeom>
              <a:avLst/>
              <a:gdLst>
                <a:gd name="connsiteX0" fmla="*/ 32170 w 59232"/>
                <a:gd name="connsiteY0" fmla="*/ 233326 h 249714"/>
                <a:gd name="connsiteX1" fmla="*/ 13844 w 59232"/>
                <a:gd name="connsiteY1" fmla="*/ 249361 h 249714"/>
                <a:gd name="connsiteX2" fmla="*/ -228 w 59232"/>
                <a:gd name="connsiteY2" fmla="*/ 235944 h 249714"/>
                <a:gd name="connsiteX3" fmla="*/ -228 w 59232"/>
                <a:gd name="connsiteY3" fmla="*/ 235290 h 249714"/>
                <a:gd name="connsiteX4" fmla="*/ 26607 w 59232"/>
                <a:gd name="connsiteY4" fmla="*/ 16030 h 249714"/>
                <a:gd name="connsiteX5" fmla="*/ 44606 w 59232"/>
                <a:gd name="connsiteY5" fmla="*/ -333 h 249714"/>
                <a:gd name="connsiteX6" fmla="*/ 59005 w 59232"/>
                <a:gd name="connsiteY6" fmla="*/ 12725 h 249714"/>
                <a:gd name="connsiteX7" fmla="*/ 59005 w 59232"/>
                <a:gd name="connsiteY7" fmla="*/ 13740 h 249714"/>
                <a:gd name="connsiteX8" fmla="*/ 32170 w 59232"/>
                <a:gd name="connsiteY8" fmla="*/ 233326 h 24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32" h="249714">
                  <a:moveTo>
                    <a:pt x="32170" y="233326"/>
                  </a:moveTo>
                  <a:cubicBezTo>
                    <a:pt x="30763" y="242391"/>
                    <a:pt x="23040" y="249166"/>
                    <a:pt x="13844" y="249361"/>
                  </a:cubicBezTo>
                  <a:cubicBezTo>
                    <a:pt x="6252" y="249558"/>
                    <a:pt x="-32" y="243536"/>
                    <a:pt x="-228" y="235944"/>
                  </a:cubicBezTo>
                  <a:cubicBezTo>
                    <a:pt x="-228" y="235715"/>
                    <a:pt x="-228" y="235518"/>
                    <a:pt x="-228" y="235290"/>
                  </a:cubicBezTo>
                  <a:cubicBezTo>
                    <a:pt x="-228" y="235290"/>
                    <a:pt x="-228" y="235290"/>
                    <a:pt x="26607" y="16030"/>
                  </a:cubicBezTo>
                  <a:cubicBezTo>
                    <a:pt x="27851" y="6933"/>
                    <a:pt x="35443" y="60"/>
                    <a:pt x="44606" y="-333"/>
                  </a:cubicBezTo>
                  <a:cubicBezTo>
                    <a:pt x="52198" y="-693"/>
                    <a:pt x="58645" y="5165"/>
                    <a:pt x="59005" y="12725"/>
                  </a:cubicBezTo>
                  <a:cubicBezTo>
                    <a:pt x="59005" y="13084"/>
                    <a:pt x="59005" y="13412"/>
                    <a:pt x="59005" y="13740"/>
                  </a:cubicBezTo>
                  <a:cubicBezTo>
                    <a:pt x="59005" y="13740"/>
                    <a:pt x="58678" y="15375"/>
                    <a:pt x="32170" y="233326"/>
                  </a:cubicBezTo>
                  <a:close/>
                </a:path>
              </a:pathLst>
            </a:custGeom>
            <a:solidFill>
              <a:srgbClr val="FFFFFF"/>
            </a:solidFill>
            <a:ln w="32716" cap="flat">
              <a:noFill/>
              <a:prstDash val="solid"/>
              <a:miter/>
            </a:ln>
          </p:spPr>
          <p:txBody>
            <a:bodyPr rtlCol="0" anchor="ctr"/>
            <a:lstStyle/>
            <a:p>
              <a:endParaRPr lang="sv-SE"/>
            </a:p>
          </p:txBody>
        </p:sp>
        <p:sp>
          <p:nvSpPr>
            <p:cNvPr id="11" name="Frihandsfigur: Form 10">
              <a:extLst>
                <a:ext uri="{FF2B5EF4-FFF2-40B4-BE49-F238E27FC236}">
                  <a16:creationId xmlns:a16="http://schemas.microsoft.com/office/drawing/2014/main" id="{7300402D-0E1F-4CD9-A611-AADC461E4762}"/>
                </a:ext>
              </a:extLst>
            </p:cNvPr>
            <p:cNvSpPr/>
            <p:nvPr/>
          </p:nvSpPr>
          <p:spPr>
            <a:xfrm>
              <a:off x="2145166" y="2307572"/>
              <a:ext cx="59233" cy="249714"/>
            </a:xfrm>
            <a:custGeom>
              <a:avLst/>
              <a:gdLst>
                <a:gd name="connsiteX0" fmla="*/ 32170 w 59233"/>
                <a:gd name="connsiteY0" fmla="*/ 233326 h 249714"/>
                <a:gd name="connsiteX1" fmla="*/ 13844 w 59233"/>
                <a:gd name="connsiteY1" fmla="*/ 249361 h 249714"/>
                <a:gd name="connsiteX2" fmla="*/ -228 w 59233"/>
                <a:gd name="connsiteY2" fmla="*/ 235944 h 249714"/>
                <a:gd name="connsiteX3" fmla="*/ -228 w 59233"/>
                <a:gd name="connsiteY3" fmla="*/ 235290 h 249714"/>
                <a:gd name="connsiteX4" fmla="*/ 26607 w 59233"/>
                <a:gd name="connsiteY4" fmla="*/ 16030 h 249714"/>
                <a:gd name="connsiteX5" fmla="*/ 44606 w 59233"/>
                <a:gd name="connsiteY5" fmla="*/ -333 h 249714"/>
                <a:gd name="connsiteX6" fmla="*/ 59005 w 59233"/>
                <a:gd name="connsiteY6" fmla="*/ 12725 h 249714"/>
                <a:gd name="connsiteX7" fmla="*/ 59005 w 59233"/>
                <a:gd name="connsiteY7" fmla="*/ 13740 h 249714"/>
                <a:gd name="connsiteX8" fmla="*/ 32170 w 59233"/>
                <a:gd name="connsiteY8" fmla="*/ 233326 h 24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33" h="249714">
                  <a:moveTo>
                    <a:pt x="32170" y="233326"/>
                  </a:moveTo>
                  <a:cubicBezTo>
                    <a:pt x="30763" y="242391"/>
                    <a:pt x="23040" y="249166"/>
                    <a:pt x="13844" y="249361"/>
                  </a:cubicBezTo>
                  <a:cubicBezTo>
                    <a:pt x="6252" y="249558"/>
                    <a:pt x="-32" y="243536"/>
                    <a:pt x="-228" y="235944"/>
                  </a:cubicBezTo>
                  <a:cubicBezTo>
                    <a:pt x="-228" y="235715"/>
                    <a:pt x="-228" y="235518"/>
                    <a:pt x="-228" y="235290"/>
                  </a:cubicBezTo>
                  <a:cubicBezTo>
                    <a:pt x="-228" y="235290"/>
                    <a:pt x="-228" y="235290"/>
                    <a:pt x="26607" y="16030"/>
                  </a:cubicBezTo>
                  <a:cubicBezTo>
                    <a:pt x="27851" y="6933"/>
                    <a:pt x="35443" y="60"/>
                    <a:pt x="44606" y="-333"/>
                  </a:cubicBezTo>
                  <a:cubicBezTo>
                    <a:pt x="52198" y="-693"/>
                    <a:pt x="58645" y="5165"/>
                    <a:pt x="59005" y="12725"/>
                  </a:cubicBezTo>
                  <a:cubicBezTo>
                    <a:pt x="59005" y="13084"/>
                    <a:pt x="59005" y="13412"/>
                    <a:pt x="59005" y="13740"/>
                  </a:cubicBezTo>
                  <a:cubicBezTo>
                    <a:pt x="59005" y="13740"/>
                    <a:pt x="58678" y="15375"/>
                    <a:pt x="32170" y="233326"/>
                  </a:cubicBezTo>
                  <a:close/>
                </a:path>
              </a:pathLst>
            </a:custGeom>
            <a:solidFill>
              <a:srgbClr val="FFFFFF"/>
            </a:solidFill>
            <a:ln w="32716" cap="flat">
              <a:noFill/>
              <a:prstDash val="solid"/>
              <a:miter/>
            </a:ln>
          </p:spPr>
          <p:txBody>
            <a:bodyPr rtlCol="0" anchor="ctr"/>
            <a:lstStyle/>
            <a:p>
              <a:endParaRPr lang="sv-SE"/>
            </a:p>
          </p:txBody>
        </p:sp>
        <p:sp>
          <p:nvSpPr>
            <p:cNvPr id="12" name="Frihandsfigur: Form 11">
              <a:extLst>
                <a:ext uri="{FF2B5EF4-FFF2-40B4-BE49-F238E27FC236}">
                  <a16:creationId xmlns:a16="http://schemas.microsoft.com/office/drawing/2014/main" id="{9FE7D1D4-A79B-4E8F-9E76-D87BF4717EBD}"/>
                </a:ext>
              </a:extLst>
            </p:cNvPr>
            <p:cNvSpPr/>
            <p:nvPr/>
          </p:nvSpPr>
          <p:spPr>
            <a:xfrm>
              <a:off x="2209308" y="2345873"/>
              <a:ext cx="102430" cy="209321"/>
            </a:xfrm>
            <a:custGeom>
              <a:avLst/>
              <a:gdLst>
                <a:gd name="connsiteX0" fmla="*/ 102203 w 102430"/>
                <a:gd name="connsiteY0" fmla="*/ 79506 h 209321"/>
                <a:gd name="connsiteX1" fmla="*/ 86166 w 102430"/>
                <a:gd name="connsiteY1" fmla="*/ 93577 h 209321"/>
                <a:gd name="connsiteX2" fmla="*/ 62604 w 102430"/>
                <a:gd name="connsiteY2" fmla="*/ 93577 h 209321"/>
                <a:gd name="connsiteX3" fmla="*/ 56060 w 102430"/>
                <a:gd name="connsiteY3" fmla="*/ 148556 h 209321"/>
                <a:gd name="connsiteX4" fmla="*/ 56060 w 102430"/>
                <a:gd name="connsiteY4" fmla="*/ 156737 h 209321"/>
                <a:gd name="connsiteX5" fmla="*/ 74713 w 102430"/>
                <a:gd name="connsiteY5" fmla="*/ 180299 h 209321"/>
                <a:gd name="connsiteX6" fmla="*/ 80276 w 102430"/>
                <a:gd name="connsiteY6" fmla="*/ 180299 h 209321"/>
                <a:gd name="connsiteX7" fmla="*/ 93007 w 102430"/>
                <a:gd name="connsiteY7" fmla="*/ 191033 h 209321"/>
                <a:gd name="connsiteX8" fmla="*/ 93040 w 102430"/>
                <a:gd name="connsiteY8" fmla="*/ 192735 h 209321"/>
                <a:gd name="connsiteX9" fmla="*/ 66205 w 102430"/>
                <a:gd name="connsiteY9" fmla="*/ 208770 h 209321"/>
                <a:gd name="connsiteX10" fmla="*/ 22843 w 102430"/>
                <a:gd name="connsiteY10" fmla="*/ 173329 h 209321"/>
                <a:gd name="connsiteX11" fmla="*/ 22679 w 102430"/>
                <a:gd name="connsiteY11" fmla="*/ 167537 h 209321"/>
                <a:gd name="connsiteX12" fmla="*/ 22679 w 102430"/>
                <a:gd name="connsiteY12" fmla="*/ 154447 h 209321"/>
                <a:gd name="connsiteX13" fmla="*/ 30534 w 102430"/>
                <a:gd name="connsiteY13" fmla="*/ 93577 h 209321"/>
                <a:gd name="connsiteX14" fmla="*/ 11880 w 102430"/>
                <a:gd name="connsiteY14" fmla="*/ 93577 h 209321"/>
                <a:gd name="connsiteX15" fmla="*/ -228 w 102430"/>
                <a:gd name="connsiteY15" fmla="*/ 81469 h 209321"/>
                <a:gd name="connsiteX16" fmla="*/ -228 w 102430"/>
                <a:gd name="connsiteY16" fmla="*/ 79506 h 209321"/>
                <a:gd name="connsiteX17" fmla="*/ 32497 w 102430"/>
                <a:gd name="connsiteY17" fmla="*/ 65761 h 209321"/>
                <a:gd name="connsiteX18" fmla="*/ 38388 w 102430"/>
                <a:gd name="connsiteY18" fmla="*/ 15691 h 209321"/>
                <a:gd name="connsiteX19" fmla="*/ 57041 w 102430"/>
                <a:gd name="connsiteY19" fmla="*/ -344 h 209321"/>
                <a:gd name="connsiteX20" fmla="*/ 71113 w 102430"/>
                <a:gd name="connsiteY20" fmla="*/ 13073 h 209321"/>
                <a:gd name="connsiteX21" fmla="*/ 71113 w 102430"/>
                <a:gd name="connsiteY21" fmla="*/ 13400 h 209321"/>
                <a:gd name="connsiteX22" fmla="*/ 71113 w 102430"/>
                <a:gd name="connsiteY22" fmla="*/ 15691 h 209321"/>
                <a:gd name="connsiteX23" fmla="*/ 64895 w 102430"/>
                <a:gd name="connsiteY23" fmla="*/ 65761 h 209321"/>
                <a:gd name="connsiteX24" fmla="*/ 88785 w 102430"/>
                <a:gd name="connsiteY24" fmla="*/ 65761 h 209321"/>
                <a:gd name="connsiteX25" fmla="*/ 101547 w 102430"/>
                <a:gd name="connsiteY25" fmla="*/ 78197 h 209321"/>
                <a:gd name="connsiteX26" fmla="*/ 102203 w 102430"/>
                <a:gd name="connsiteY26" fmla="*/ 79506 h 20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2430" h="209321">
                  <a:moveTo>
                    <a:pt x="102203" y="79506"/>
                  </a:moveTo>
                  <a:cubicBezTo>
                    <a:pt x="100827" y="87393"/>
                    <a:pt x="94152" y="93250"/>
                    <a:pt x="86166" y="93577"/>
                  </a:cubicBezTo>
                  <a:lnTo>
                    <a:pt x="62604" y="93577"/>
                  </a:lnTo>
                  <a:lnTo>
                    <a:pt x="56060" y="148556"/>
                  </a:lnTo>
                  <a:cubicBezTo>
                    <a:pt x="55732" y="151272"/>
                    <a:pt x="55732" y="154022"/>
                    <a:pt x="56060" y="156737"/>
                  </a:cubicBezTo>
                  <a:cubicBezTo>
                    <a:pt x="56060" y="169500"/>
                    <a:pt x="60641" y="180299"/>
                    <a:pt x="74713" y="180299"/>
                  </a:cubicBezTo>
                  <a:lnTo>
                    <a:pt x="80276" y="180299"/>
                  </a:lnTo>
                  <a:cubicBezTo>
                    <a:pt x="86756" y="179743"/>
                    <a:pt x="92450" y="184554"/>
                    <a:pt x="93007" y="191033"/>
                  </a:cubicBezTo>
                  <a:cubicBezTo>
                    <a:pt x="93071" y="191590"/>
                    <a:pt x="93071" y="192179"/>
                    <a:pt x="93040" y="192735"/>
                  </a:cubicBezTo>
                  <a:cubicBezTo>
                    <a:pt x="93040" y="206480"/>
                    <a:pt x="77331" y="208770"/>
                    <a:pt x="66205" y="208770"/>
                  </a:cubicBezTo>
                  <a:cubicBezTo>
                    <a:pt x="44442" y="210963"/>
                    <a:pt x="25036" y="195091"/>
                    <a:pt x="22843" y="173329"/>
                  </a:cubicBezTo>
                  <a:cubicBezTo>
                    <a:pt x="22647" y="171398"/>
                    <a:pt x="22581" y="169468"/>
                    <a:pt x="22679" y="167537"/>
                  </a:cubicBezTo>
                  <a:cubicBezTo>
                    <a:pt x="22679" y="162955"/>
                    <a:pt x="22679" y="158046"/>
                    <a:pt x="22679" y="154447"/>
                  </a:cubicBezTo>
                  <a:lnTo>
                    <a:pt x="30534" y="93577"/>
                  </a:lnTo>
                  <a:lnTo>
                    <a:pt x="11880" y="93577"/>
                  </a:lnTo>
                  <a:cubicBezTo>
                    <a:pt x="5204" y="93577"/>
                    <a:pt x="-228" y="88146"/>
                    <a:pt x="-228" y="81469"/>
                  </a:cubicBezTo>
                  <a:lnTo>
                    <a:pt x="-228" y="79506"/>
                  </a:lnTo>
                  <a:cubicBezTo>
                    <a:pt x="2390" y="62816"/>
                    <a:pt x="20389" y="65761"/>
                    <a:pt x="32497" y="65761"/>
                  </a:cubicBezTo>
                  <a:lnTo>
                    <a:pt x="38388" y="15691"/>
                  </a:lnTo>
                  <a:cubicBezTo>
                    <a:pt x="39959" y="6561"/>
                    <a:pt x="47780" y="-180"/>
                    <a:pt x="57041" y="-344"/>
                  </a:cubicBezTo>
                  <a:cubicBezTo>
                    <a:pt x="64634" y="-541"/>
                    <a:pt x="70916" y="5481"/>
                    <a:pt x="71113" y="13073"/>
                  </a:cubicBezTo>
                  <a:cubicBezTo>
                    <a:pt x="71113" y="13171"/>
                    <a:pt x="71113" y="13302"/>
                    <a:pt x="71113" y="13400"/>
                  </a:cubicBezTo>
                  <a:cubicBezTo>
                    <a:pt x="71113" y="13400"/>
                    <a:pt x="71113" y="15037"/>
                    <a:pt x="71113" y="15691"/>
                  </a:cubicBezTo>
                  <a:lnTo>
                    <a:pt x="64895" y="65761"/>
                  </a:lnTo>
                  <a:lnTo>
                    <a:pt x="88785" y="65761"/>
                  </a:lnTo>
                  <a:cubicBezTo>
                    <a:pt x="95723" y="65761"/>
                    <a:pt x="101384" y="71292"/>
                    <a:pt x="101547" y="78197"/>
                  </a:cubicBezTo>
                  <a:cubicBezTo>
                    <a:pt x="101547" y="78197"/>
                    <a:pt x="102203" y="78851"/>
                    <a:pt x="102203" y="79506"/>
                  </a:cubicBezTo>
                  <a:close/>
                </a:path>
              </a:pathLst>
            </a:custGeom>
            <a:solidFill>
              <a:srgbClr val="FFFFFF"/>
            </a:solidFill>
            <a:ln w="32716"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BD4F6624-DBB8-4CA6-8E87-9D075716FC97}"/>
                </a:ext>
              </a:extLst>
            </p:cNvPr>
            <p:cNvSpPr/>
            <p:nvPr/>
          </p:nvSpPr>
          <p:spPr>
            <a:xfrm>
              <a:off x="2380099" y="2308243"/>
              <a:ext cx="113264" cy="249055"/>
            </a:xfrm>
            <a:custGeom>
              <a:avLst/>
              <a:gdLst>
                <a:gd name="connsiteX0" fmla="*/ 112382 w 113264"/>
                <a:gd name="connsiteY0" fmla="*/ 14705 h 249055"/>
                <a:gd name="connsiteX1" fmla="*/ 96674 w 113264"/>
                <a:gd name="connsiteY1" fmla="*/ 28450 h 249055"/>
                <a:gd name="connsiteX2" fmla="*/ 81620 w 113264"/>
                <a:gd name="connsiteY2" fmla="*/ 30740 h 249055"/>
                <a:gd name="connsiteX3" fmla="*/ 71802 w 113264"/>
                <a:gd name="connsiteY3" fmla="*/ 55611 h 249055"/>
                <a:gd name="connsiteX4" fmla="*/ 65912 w 113264"/>
                <a:gd name="connsiteY4" fmla="*/ 103390 h 249055"/>
                <a:gd name="connsiteX5" fmla="*/ 88492 w 113264"/>
                <a:gd name="connsiteY5" fmla="*/ 103390 h 249055"/>
                <a:gd name="connsiteX6" fmla="*/ 100928 w 113264"/>
                <a:gd name="connsiteY6" fmla="*/ 115172 h 249055"/>
                <a:gd name="connsiteX7" fmla="*/ 100928 w 113264"/>
                <a:gd name="connsiteY7" fmla="*/ 115826 h 249055"/>
                <a:gd name="connsiteX8" fmla="*/ 84893 w 113264"/>
                <a:gd name="connsiteY8" fmla="*/ 131207 h 249055"/>
                <a:gd name="connsiteX9" fmla="*/ 62639 w 113264"/>
                <a:gd name="connsiteY9" fmla="*/ 131207 h 249055"/>
                <a:gd name="connsiteX10" fmla="*/ 49877 w 113264"/>
                <a:gd name="connsiteY10" fmla="*/ 232983 h 249055"/>
                <a:gd name="connsiteX11" fmla="*/ 31877 w 113264"/>
                <a:gd name="connsiteY11" fmla="*/ 248691 h 249055"/>
                <a:gd name="connsiteX12" fmla="*/ 17806 w 113264"/>
                <a:gd name="connsiteY12" fmla="*/ 235960 h 249055"/>
                <a:gd name="connsiteX13" fmla="*/ 17806 w 113264"/>
                <a:gd name="connsiteY13" fmla="*/ 234946 h 249055"/>
                <a:gd name="connsiteX14" fmla="*/ 30241 w 113264"/>
                <a:gd name="connsiteY14" fmla="*/ 131207 h 249055"/>
                <a:gd name="connsiteX15" fmla="*/ 12243 w 113264"/>
                <a:gd name="connsiteY15" fmla="*/ 131207 h 249055"/>
                <a:gd name="connsiteX16" fmla="*/ -193 w 113264"/>
                <a:gd name="connsiteY16" fmla="*/ 119426 h 249055"/>
                <a:gd name="connsiteX17" fmla="*/ -193 w 113264"/>
                <a:gd name="connsiteY17" fmla="*/ 119099 h 249055"/>
                <a:gd name="connsiteX18" fmla="*/ 13519 w 113264"/>
                <a:gd name="connsiteY18" fmla="*/ 103423 h 249055"/>
                <a:gd name="connsiteX19" fmla="*/ 14206 w 113264"/>
                <a:gd name="connsiteY19" fmla="*/ 103390 h 249055"/>
                <a:gd name="connsiteX20" fmla="*/ 33514 w 113264"/>
                <a:gd name="connsiteY20" fmla="*/ 103390 h 249055"/>
                <a:gd name="connsiteX21" fmla="*/ 39732 w 113264"/>
                <a:gd name="connsiteY21" fmla="*/ 53320 h 249055"/>
                <a:gd name="connsiteX22" fmla="*/ 93729 w 113264"/>
                <a:gd name="connsiteY22" fmla="*/ -349 h 249055"/>
                <a:gd name="connsiteX23" fmla="*/ 113036 w 113264"/>
                <a:gd name="connsiteY23" fmla="*/ 12741 h 249055"/>
                <a:gd name="connsiteX24" fmla="*/ 112382 w 113264"/>
                <a:gd name="connsiteY24" fmla="*/ 14705 h 249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3264" h="249055">
                  <a:moveTo>
                    <a:pt x="112382" y="14705"/>
                  </a:moveTo>
                  <a:cubicBezTo>
                    <a:pt x="111139" y="22461"/>
                    <a:pt x="104528" y="28220"/>
                    <a:pt x="96674" y="28450"/>
                  </a:cubicBezTo>
                  <a:cubicBezTo>
                    <a:pt x="91536" y="28155"/>
                    <a:pt x="86431" y="28940"/>
                    <a:pt x="81620" y="30740"/>
                  </a:cubicBezTo>
                  <a:cubicBezTo>
                    <a:pt x="74944" y="37252"/>
                    <a:pt x="71377" y="46317"/>
                    <a:pt x="71802" y="55611"/>
                  </a:cubicBezTo>
                  <a:lnTo>
                    <a:pt x="65912" y="103390"/>
                  </a:lnTo>
                  <a:lnTo>
                    <a:pt x="88492" y="103390"/>
                  </a:lnTo>
                  <a:cubicBezTo>
                    <a:pt x="95169" y="103194"/>
                    <a:pt x="100731" y="108462"/>
                    <a:pt x="100928" y="115172"/>
                  </a:cubicBezTo>
                  <a:cubicBezTo>
                    <a:pt x="100928" y="115367"/>
                    <a:pt x="100928" y="115597"/>
                    <a:pt x="100928" y="115826"/>
                  </a:cubicBezTo>
                  <a:cubicBezTo>
                    <a:pt x="100568" y="124433"/>
                    <a:pt x="93500" y="131207"/>
                    <a:pt x="84893" y="131207"/>
                  </a:cubicBezTo>
                  <a:lnTo>
                    <a:pt x="62639" y="131207"/>
                  </a:lnTo>
                  <a:lnTo>
                    <a:pt x="49877" y="232983"/>
                  </a:lnTo>
                  <a:cubicBezTo>
                    <a:pt x="48470" y="241883"/>
                    <a:pt x="40878" y="248495"/>
                    <a:pt x="31877" y="248691"/>
                  </a:cubicBezTo>
                  <a:cubicBezTo>
                    <a:pt x="24482" y="249051"/>
                    <a:pt x="18166" y="243356"/>
                    <a:pt x="17806" y="235960"/>
                  </a:cubicBezTo>
                  <a:cubicBezTo>
                    <a:pt x="17806" y="235601"/>
                    <a:pt x="17806" y="235273"/>
                    <a:pt x="17806" y="234946"/>
                  </a:cubicBezTo>
                  <a:cubicBezTo>
                    <a:pt x="17806" y="234946"/>
                    <a:pt x="17806" y="234946"/>
                    <a:pt x="30241" y="131207"/>
                  </a:cubicBezTo>
                  <a:lnTo>
                    <a:pt x="12243" y="131207"/>
                  </a:lnTo>
                  <a:cubicBezTo>
                    <a:pt x="5567" y="131403"/>
                    <a:pt x="3" y="126101"/>
                    <a:pt x="-193" y="119426"/>
                  </a:cubicBezTo>
                  <a:cubicBezTo>
                    <a:pt x="-193" y="119327"/>
                    <a:pt x="-193" y="119196"/>
                    <a:pt x="-193" y="119099"/>
                  </a:cubicBezTo>
                  <a:cubicBezTo>
                    <a:pt x="-749" y="110982"/>
                    <a:pt x="5403" y="103979"/>
                    <a:pt x="13519" y="103423"/>
                  </a:cubicBezTo>
                  <a:cubicBezTo>
                    <a:pt x="13748" y="103390"/>
                    <a:pt x="13977" y="103390"/>
                    <a:pt x="14206" y="103390"/>
                  </a:cubicBezTo>
                  <a:lnTo>
                    <a:pt x="33514" y="103390"/>
                  </a:lnTo>
                  <a:lnTo>
                    <a:pt x="39732" y="53320"/>
                  </a:lnTo>
                  <a:cubicBezTo>
                    <a:pt x="43986" y="20595"/>
                    <a:pt x="58386" y="-349"/>
                    <a:pt x="93729" y="-349"/>
                  </a:cubicBezTo>
                  <a:cubicBezTo>
                    <a:pt x="102892" y="-349"/>
                    <a:pt x="113036" y="-349"/>
                    <a:pt x="113036" y="12741"/>
                  </a:cubicBezTo>
                  <a:cubicBezTo>
                    <a:pt x="113036" y="13395"/>
                    <a:pt x="112382" y="13723"/>
                    <a:pt x="112382" y="14705"/>
                  </a:cubicBezTo>
                  <a:close/>
                </a:path>
              </a:pathLst>
            </a:custGeom>
            <a:solidFill>
              <a:srgbClr val="FFFFFF"/>
            </a:solidFill>
            <a:ln w="32716"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8EC2732D-D0E1-40CE-8B99-8FCCE6299C45}"/>
                </a:ext>
              </a:extLst>
            </p:cNvPr>
            <p:cNvSpPr/>
            <p:nvPr/>
          </p:nvSpPr>
          <p:spPr>
            <a:xfrm>
              <a:off x="2477588" y="2337040"/>
              <a:ext cx="160829" cy="220750"/>
            </a:xfrm>
            <a:custGeom>
              <a:avLst/>
              <a:gdLst>
                <a:gd name="connsiteX0" fmla="*/ 70854 w 160829"/>
                <a:gd name="connsiteY0" fmla="*/ 219894 h 220750"/>
                <a:gd name="connsiteX1" fmla="*/ 265 w 160829"/>
                <a:gd name="connsiteY1" fmla="*/ 165145 h 220750"/>
                <a:gd name="connsiteX2" fmla="*/ -160 w 160829"/>
                <a:gd name="connsiteY2" fmla="*/ 154444 h 220750"/>
                <a:gd name="connsiteX3" fmla="*/ 82472 w 160829"/>
                <a:gd name="connsiteY3" fmla="*/ 65071 h 220750"/>
                <a:gd name="connsiteX4" fmla="*/ 89834 w 160829"/>
                <a:gd name="connsiteY4" fmla="*/ 65104 h 220750"/>
                <a:gd name="connsiteX5" fmla="*/ 160162 w 160829"/>
                <a:gd name="connsiteY5" fmla="*/ 120933 h 220750"/>
                <a:gd name="connsiteX6" fmla="*/ 160521 w 160829"/>
                <a:gd name="connsiteY6" fmla="*/ 130555 h 220750"/>
                <a:gd name="connsiteX7" fmla="*/ 78544 w 160829"/>
                <a:gd name="connsiteY7" fmla="*/ 219894 h 220750"/>
                <a:gd name="connsiteX8" fmla="*/ 70854 w 160829"/>
                <a:gd name="connsiteY8" fmla="*/ 219894 h 220750"/>
                <a:gd name="connsiteX9" fmla="*/ 86235 w 160829"/>
                <a:gd name="connsiteY9" fmla="*/ 92920 h 220750"/>
                <a:gd name="connsiteX10" fmla="*/ 32762 w 160829"/>
                <a:gd name="connsiteY10" fmla="*/ 148717 h 220750"/>
                <a:gd name="connsiteX11" fmla="*/ 32892 w 160829"/>
                <a:gd name="connsiteY11" fmla="*/ 151498 h 220750"/>
                <a:gd name="connsiteX12" fmla="*/ 67974 w 160829"/>
                <a:gd name="connsiteY12" fmla="*/ 193354 h 220750"/>
                <a:gd name="connsiteX13" fmla="*/ 74127 w 160829"/>
                <a:gd name="connsiteY13" fmla="*/ 193387 h 220750"/>
                <a:gd name="connsiteX14" fmla="*/ 126585 w 160829"/>
                <a:gd name="connsiteY14" fmla="*/ 136020 h 220750"/>
                <a:gd name="connsiteX15" fmla="*/ 126487 w 160829"/>
                <a:gd name="connsiteY15" fmla="*/ 134154 h 220750"/>
                <a:gd name="connsiteX16" fmla="*/ 89278 w 160829"/>
                <a:gd name="connsiteY16" fmla="*/ 92920 h 220750"/>
                <a:gd name="connsiteX17" fmla="*/ 85253 w 160829"/>
                <a:gd name="connsiteY17" fmla="*/ 92920 h 220750"/>
                <a:gd name="connsiteX18" fmla="*/ 63982 w 160829"/>
                <a:gd name="connsiteY18" fmla="*/ 40887 h 220750"/>
                <a:gd name="connsiteX19" fmla="*/ 43692 w 160829"/>
                <a:gd name="connsiteY19" fmla="*/ 19943 h 220750"/>
                <a:gd name="connsiteX20" fmla="*/ 64636 w 160829"/>
                <a:gd name="connsiteY20" fmla="*/ -347 h 220750"/>
                <a:gd name="connsiteX21" fmla="*/ 84926 w 160829"/>
                <a:gd name="connsiteY21" fmla="*/ 20270 h 220750"/>
                <a:gd name="connsiteX22" fmla="*/ 64341 w 160829"/>
                <a:gd name="connsiteY22" fmla="*/ 40920 h 220750"/>
                <a:gd name="connsiteX23" fmla="*/ 63000 w 160829"/>
                <a:gd name="connsiteY23" fmla="*/ 40887 h 220750"/>
                <a:gd name="connsiteX24" fmla="*/ 125832 w 160829"/>
                <a:gd name="connsiteY24" fmla="*/ 40887 h 220750"/>
                <a:gd name="connsiteX25" fmla="*/ 105870 w 160829"/>
                <a:gd name="connsiteY25" fmla="*/ 19615 h 220750"/>
                <a:gd name="connsiteX26" fmla="*/ 127142 w 160829"/>
                <a:gd name="connsiteY26" fmla="*/ -315 h 220750"/>
                <a:gd name="connsiteX27" fmla="*/ 147104 w 160829"/>
                <a:gd name="connsiteY27" fmla="*/ 20270 h 220750"/>
                <a:gd name="connsiteX28" fmla="*/ 126552 w 160829"/>
                <a:gd name="connsiteY28" fmla="*/ 40953 h 220750"/>
                <a:gd name="connsiteX29" fmla="*/ 124851 w 160829"/>
                <a:gd name="connsiteY29" fmla="*/ 40887 h 22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0829" h="220750">
                  <a:moveTo>
                    <a:pt x="70854" y="219894"/>
                  </a:moveTo>
                  <a:cubicBezTo>
                    <a:pt x="36263" y="224280"/>
                    <a:pt x="4650" y="199769"/>
                    <a:pt x="265" y="165145"/>
                  </a:cubicBezTo>
                  <a:cubicBezTo>
                    <a:pt x="-160" y="161610"/>
                    <a:pt x="-323" y="158011"/>
                    <a:pt x="-160" y="154444"/>
                  </a:cubicBezTo>
                  <a:cubicBezTo>
                    <a:pt x="-2025" y="106960"/>
                    <a:pt x="34987" y="66937"/>
                    <a:pt x="82472" y="65071"/>
                  </a:cubicBezTo>
                  <a:cubicBezTo>
                    <a:pt x="84926" y="64972"/>
                    <a:pt x="87380" y="65005"/>
                    <a:pt x="89834" y="65104"/>
                  </a:cubicBezTo>
                  <a:cubicBezTo>
                    <a:pt x="124655" y="61111"/>
                    <a:pt x="156136" y="86114"/>
                    <a:pt x="160162" y="120933"/>
                  </a:cubicBezTo>
                  <a:cubicBezTo>
                    <a:pt x="160521" y="124140"/>
                    <a:pt x="160652" y="127347"/>
                    <a:pt x="160521" y="130555"/>
                  </a:cubicBezTo>
                  <a:cubicBezTo>
                    <a:pt x="162550" y="177875"/>
                    <a:pt x="125865" y="217866"/>
                    <a:pt x="78544" y="219894"/>
                  </a:cubicBezTo>
                  <a:cubicBezTo>
                    <a:pt x="75992" y="220025"/>
                    <a:pt x="73407" y="220025"/>
                    <a:pt x="70854" y="219894"/>
                  </a:cubicBezTo>
                  <a:close/>
                  <a:moveTo>
                    <a:pt x="86235" y="92920"/>
                  </a:moveTo>
                  <a:cubicBezTo>
                    <a:pt x="56062" y="93575"/>
                    <a:pt x="32108" y="118544"/>
                    <a:pt x="32762" y="148717"/>
                  </a:cubicBezTo>
                  <a:cubicBezTo>
                    <a:pt x="32795" y="149666"/>
                    <a:pt x="32828" y="150583"/>
                    <a:pt x="32892" y="151498"/>
                  </a:cubicBezTo>
                  <a:cubicBezTo>
                    <a:pt x="31027" y="172737"/>
                    <a:pt x="46735" y="191489"/>
                    <a:pt x="67974" y="193354"/>
                  </a:cubicBezTo>
                  <a:cubicBezTo>
                    <a:pt x="70036" y="193518"/>
                    <a:pt x="72097" y="193518"/>
                    <a:pt x="74127" y="193387"/>
                  </a:cubicBezTo>
                  <a:cubicBezTo>
                    <a:pt x="104463" y="192046"/>
                    <a:pt x="127960" y="166356"/>
                    <a:pt x="126585" y="136020"/>
                  </a:cubicBezTo>
                  <a:cubicBezTo>
                    <a:pt x="126585" y="135397"/>
                    <a:pt x="126519" y="134776"/>
                    <a:pt x="126487" y="134154"/>
                  </a:cubicBezTo>
                  <a:cubicBezTo>
                    <a:pt x="127600" y="112490"/>
                    <a:pt x="110943" y="94032"/>
                    <a:pt x="89278" y="92920"/>
                  </a:cubicBezTo>
                  <a:cubicBezTo>
                    <a:pt x="87937" y="92855"/>
                    <a:pt x="86594" y="92855"/>
                    <a:pt x="85253" y="92920"/>
                  </a:cubicBezTo>
                  <a:close/>
                  <a:moveTo>
                    <a:pt x="63982" y="40887"/>
                  </a:moveTo>
                  <a:cubicBezTo>
                    <a:pt x="52593" y="40691"/>
                    <a:pt x="43529" y="31331"/>
                    <a:pt x="43692" y="19943"/>
                  </a:cubicBezTo>
                  <a:cubicBezTo>
                    <a:pt x="43888" y="8554"/>
                    <a:pt x="53248" y="-510"/>
                    <a:pt x="64636" y="-347"/>
                  </a:cubicBezTo>
                  <a:cubicBezTo>
                    <a:pt x="75893" y="-151"/>
                    <a:pt x="84926" y="9012"/>
                    <a:pt x="84926" y="20270"/>
                  </a:cubicBezTo>
                  <a:cubicBezTo>
                    <a:pt x="84959" y="31659"/>
                    <a:pt x="75730" y="40920"/>
                    <a:pt x="64341" y="40920"/>
                  </a:cubicBezTo>
                  <a:cubicBezTo>
                    <a:pt x="63916" y="40920"/>
                    <a:pt x="63458" y="40920"/>
                    <a:pt x="63000" y="40887"/>
                  </a:cubicBezTo>
                  <a:close/>
                  <a:moveTo>
                    <a:pt x="125832" y="40887"/>
                  </a:moveTo>
                  <a:cubicBezTo>
                    <a:pt x="114444" y="40527"/>
                    <a:pt x="105510" y="31004"/>
                    <a:pt x="105870" y="19615"/>
                  </a:cubicBezTo>
                  <a:cubicBezTo>
                    <a:pt x="106230" y="8260"/>
                    <a:pt x="115753" y="-674"/>
                    <a:pt x="127142" y="-315"/>
                  </a:cubicBezTo>
                  <a:cubicBezTo>
                    <a:pt x="138268" y="13"/>
                    <a:pt x="147104" y="9143"/>
                    <a:pt x="147104" y="20270"/>
                  </a:cubicBezTo>
                  <a:cubicBezTo>
                    <a:pt x="147137" y="31659"/>
                    <a:pt x="137941" y="40920"/>
                    <a:pt x="126552" y="40953"/>
                  </a:cubicBezTo>
                  <a:cubicBezTo>
                    <a:pt x="125996" y="40953"/>
                    <a:pt x="125407" y="40920"/>
                    <a:pt x="124851" y="40887"/>
                  </a:cubicBezTo>
                  <a:close/>
                </a:path>
              </a:pathLst>
            </a:custGeom>
            <a:solidFill>
              <a:srgbClr val="FFFFFF"/>
            </a:solidFill>
            <a:ln w="32716"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E5A10B8E-FD22-44CA-AFCF-CF4257DC00AF}"/>
                </a:ext>
              </a:extLst>
            </p:cNvPr>
            <p:cNvSpPr/>
            <p:nvPr/>
          </p:nvSpPr>
          <p:spPr>
            <a:xfrm>
              <a:off x="2656009" y="2402803"/>
              <a:ext cx="118793" cy="154479"/>
            </a:xfrm>
            <a:custGeom>
              <a:avLst/>
              <a:gdLst>
                <a:gd name="connsiteX0" fmla="*/ 97948 w 118793"/>
                <a:gd name="connsiteY0" fmla="*/ 41883 h 154479"/>
                <a:gd name="connsiteX1" fmla="*/ 75695 w 118793"/>
                <a:gd name="connsiteY1" fmla="*/ 35665 h 154479"/>
                <a:gd name="connsiteX2" fmla="*/ 40025 w 118793"/>
                <a:gd name="connsiteY2" fmla="*/ 72645 h 154479"/>
                <a:gd name="connsiteX3" fmla="*/ 32170 w 118793"/>
                <a:gd name="connsiteY3" fmla="*/ 138095 h 154479"/>
                <a:gd name="connsiteX4" fmla="*/ 13844 w 118793"/>
                <a:gd name="connsiteY4" fmla="*/ 154131 h 154479"/>
                <a:gd name="connsiteX5" fmla="*/ -228 w 118793"/>
                <a:gd name="connsiteY5" fmla="*/ 139731 h 154479"/>
                <a:gd name="connsiteX6" fmla="*/ -228 w 118793"/>
                <a:gd name="connsiteY6" fmla="*/ 138095 h 154479"/>
                <a:gd name="connsiteX7" fmla="*/ 14825 w 118793"/>
                <a:gd name="connsiteY7" fmla="*/ 15703 h 154479"/>
                <a:gd name="connsiteX8" fmla="*/ 32825 w 118793"/>
                <a:gd name="connsiteY8" fmla="*/ -333 h 154479"/>
                <a:gd name="connsiteX9" fmla="*/ 47224 w 118793"/>
                <a:gd name="connsiteY9" fmla="*/ 12725 h 154479"/>
                <a:gd name="connsiteX10" fmla="*/ 47224 w 118793"/>
                <a:gd name="connsiteY10" fmla="*/ 13739 h 154479"/>
                <a:gd name="connsiteX11" fmla="*/ 47224 w 118793"/>
                <a:gd name="connsiteY11" fmla="*/ 25193 h 154479"/>
                <a:gd name="connsiteX12" fmla="*/ 88785 w 118793"/>
                <a:gd name="connsiteY12" fmla="*/ 2940 h 154479"/>
                <a:gd name="connsiteX13" fmla="*/ 118565 w 118793"/>
                <a:gd name="connsiteY13" fmla="*/ 22902 h 154479"/>
                <a:gd name="connsiteX14" fmla="*/ 97948 w 118793"/>
                <a:gd name="connsiteY14" fmla="*/ 41883 h 15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8793" h="154479">
                  <a:moveTo>
                    <a:pt x="97948" y="41883"/>
                  </a:moveTo>
                  <a:cubicBezTo>
                    <a:pt x="90749" y="41883"/>
                    <a:pt x="86822" y="35665"/>
                    <a:pt x="75695" y="35665"/>
                  </a:cubicBezTo>
                  <a:cubicBezTo>
                    <a:pt x="56518" y="37923"/>
                    <a:pt x="41596" y="53402"/>
                    <a:pt x="40025" y="72645"/>
                  </a:cubicBezTo>
                  <a:lnTo>
                    <a:pt x="32170" y="138095"/>
                  </a:lnTo>
                  <a:cubicBezTo>
                    <a:pt x="30403" y="146964"/>
                    <a:pt x="22876" y="153574"/>
                    <a:pt x="13844" y="154131"/>
                  </a:cubicBezTo>
                  <a:cubicBezTo>
                    <a:pt x="6023" y="153967"/>
                    <a:pt x="-228" y="147553"/>
                    <a:pt x="-228" y="139731"/>
                  </a:cubicBezTo>
                  <a:lnTo>
                    <a:pt x="-228" y="138095"/>
                  </a:lnTo>
                  <a:lnTo>
                    <a:pt x="14825" y="15703"/>
                  </a:lnTo>
                  <a:cubicBezTo>
                    <a:pt x="16102" y="6671"/>
                    <a:pt x="23727" y="-103"/>
                    <a:pt x="32825" y="-333"/>
                  </a:cubicBezTo>
                  <a:cubicBezTo>
                    <a:pt x="40417" y="-693"/>
                    <a:pt x="46864" y="5165"/>
                    <a:pt x="47224" y="12725"/>
                  </a:cubicBezTo>
                  <a:cubicBezTo>
                    <a:pt x="47224" y="13084"/>
                    <a:pt x="47224" y="13412"/>
                    <a:pt x="47224" y="13739"/>
                  </a:cubicBezTo>
                  <a:cubicBezTo>
                    <a:pt x="47551" y="17536"/>
                    <a:pt x="47551" y="21397"/>
                    <a:pt x="47224" y="25193"/>
                  </a:cubicBezTo>
                  <a:cubicBezTo>
                    <a:pt x="57139" y="12005"/>
                    <a:pt x="72325" y="3888"/>
                    <a:pt x="88785" y="2940"/>
                  </a:cubicBezTo>
                  <a:cubicBezTo>
                    <a:pt x="100893" y="2940"/>
                    <a:pt x="118565" y="8503"/>
                    <a:pt x="118565" y="22902"/>
                  </a:cubicBezTo>
                  <a:cubicBezTo>
                    <a:pt x="118042" y="33799"/>
                    <a:pt x="108846" y="42242"/>
                    <a:pt x="97948" y="41883"/>
                  </a:cubicBezTo>
                  <a:close/>
                </a:path>
              </a:pathLst>
            </a:custGeom>
            <a:solidFill>
              <a:srgbClr val="FFFFFF"/>
            </a:solidFill>
            <a:ln w="32716"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93CBCB47-4F9F-4EC5-ACCD-85D48169CD8D}"/>
                </a:ext>
              </a:extLst>
            </p:cNvPr>
            <p:cNvSpPr/>
            <p:nvPr/>
          </p:nvSpPr>
          <p:spPr>
            <a:xfrm>
              <a:off x="1655595" y="2750021"/>
              <a:ext cx="140391" cy="152120"/>
            </a:xfrm>
            <a:custGeom>
              <a:avLst/>
              <a:gdLst>
                <a:gd name="connsiteX0" fmla="*/ 140164 w 140391"/>
                <a:gd name="connsiteY0" fmla="*/ 46462 h 152120"/>
                <a:gd name="connsiteX1" fmla="*/ 129037 w 140391"/>
                <a:gd name="connsiteY1" fmla="*/ 135475 h 152120"/>
                <a:gd name="connsiteX2" fmla="*/ 111038 w 140391"/>
                <a:gd name="connsiteY2" fmla="*/ 151510 h 152120"/>
                <a:gd name="connsiteX3" fmla="*/ 96966 w 140391"/>
                <a:gd name="connsiteY3" fmla="*/ 138780 h 152120"/>
                <a:gd name="connsiteX4" fmla="*/ 96966 w 140391"/>
                <a:gd name="connsiteY4" fmla="*/ 137438 h 152120"/>
                <a:gd name="connsiteX5" fmla="*/ 96966 w 140391"/>
                <a:gd name="connsiteY5" fmla="*/ 135147 h 152120"/>
                <a:gd name="connsiteX6" fmla="*/ 45914 w 140391"/>
                <a:gd name="connsiteY6" fmla="*/ 151510 h 152120"/>
                <a:gd name="connsiteX7" fmla="*/ 1 w 140391"/>
                <a:gd name="connsiteY7" fmla="*/ 114825 h 152120"/>
                <a:gd name="connsiteX8" fmla="*/ -228 w 140391"/>
                <a:gd name="connsiteY8" fmla="*/ 111585 h 152120"/>
                <a:gd name="connsiteX9" fmla="*/ 79294 w 140391"/>
                <a:gd name="connsiteY9" fmla="*/ 52680 h 152120"/>
                <a:gd name="connsiteX10" fmla="*/ 106784 w 140391"/>
                <a:gd name="connsiteY10" fmla="*/ 54971 h 152120"/>
                <a:gd name="connsiteX11" fmla="*/ 106784 w 140391"/>
                <a:gd name="connsiteY11" fmla="*/ 47771 h 152120"/>
                <a:gd name="connsiteX12" fmla="*/ 74058 w 140391"/>
                <a:gd name="connsiteY12" fmla="*/ 26499 h 152120"/>
                <a:gd name="connsiteX13" fmla="*/ 39697 w 140391"/>
                <a:gd name="connsiteY13" fmla="*/ 35662 h 152120"/>
                <a:gd name="connsiteX14" fmla="*/ 33479 w 140391"/>
                <a:gd name="connsiteY14" fmla="*/ 37299 h 152120"/>
                <a:gd name="connsiteX15" fmla="*/ 20716 w 140391"/>
                <a:gd name="connsiteY15" fmla="*/ 24536 h 152120"/>
                <a:gd name="connsiteX16" fmla="*/ 30534 w 140391"/>
                <a:gd name="connsiteY16" fmla="*/ 9810 h 152120"/>
                <a:gd name="connsiteX17" fmla="*/ 84858 w 140391"/>
                <a:gd name="connsiteY17" fmla="*/ -335 h 152120"/>
                <a:gd name="connsiteX18" fmla="*/ 139182 w 140391"/>
                <a:gd name="connsiteY18" fmla="*/ 39262 h 152120"/>
                <a:gd name="connsiteX19" fmla="*/ 140164 w 140391"/>
                <a:gd name="connsiteY19" fmla="*/ 46462 h 152120"/>
                <a:gd name="connsiteX20" fmla="*/ 81913 w 140391"/>
                <a:gd name="connsiteY20" fmla="*/ 75915 h 152120"/>
                <a:gd name="connsiteX21" fmla="*/ 33152 w 140391"/>
                <a:gd name="connsiteY21" fmla="*/ 104059 h 152120"/>
                <a:gd name="connsiteX22" fmla="*/ 57369 w 140391"/>
                <a:gd name="connsiteY22" fmla="*/ 123367 h 152120"/>
                <a:gd name="connsiteX23" fmla="*/ 100239 w 140391"/>
                <a:gd name="connsiteY23" fmla="*/ 110931 h 152120"/>
                <a:gd name="connsiteX24" fmla="*/ 103838 w 140391"/>
                <a:gd name="connsiteY24" fmla="*/ 78206 h 152120"/>
                <a:gd name="connsiteX25" fmla="*/ 81913 w 140391"/>
                <a:gd name="connsiteY25" fmla="*/ 75915 h 152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391" h="152120">
                  <a:moveTo>
                    <a:pt x="140164" y="46462"/>
                  </a:moveTo>
                  <a:lnTo>
                    <a:pt x="129037" y="135475"/>
                  </a:lnTo>
                  <a:cubicBezTo>
                    <a:pt x="127892" y="144572"/>
                    <a:pt x="120201" y="151412"/>
                    <a:pt x="111038" y="151510"/>
                  </a:cubicBezTo>
                  <a:cubicBezTo>
                    <a:pt x="103642" y="151871"/>
                    <a:pt x="97326" y="146176"/>
                    <a:pt x="96966" y="138780"/>
                  </a:cubicBezTo>
                  <a:cubicBezTo>
                    <a:pt x="96933" y="138322"/>
                    <a:pt x="96933" y="137897"/>
                    <a:pt x="96966" y="137438"/>
                  </a:cubicBezTo>
                  <a:lnTo>
                    <a:pt x="96966" y="135147"/>
                  </a:lnTo>
                  <a:cubicBezTo>
                    <a:pt x="81651" y="144933"/>
                    <a:pt x="64077" y="150594"/>
                    <a:pt x="45914" y="151510"/>
                  </a:cubicBezTo>
                  <a:cubicBezTo>
                    <a:pt x="23105" y="154063"/>
                    <a:pt x="2553" y="137635"/>
                    <a:pt x="1" y="114825"/>
                  </a:cubicBezTo>
                  <a:cubicBezTo>
                    <a:pt x="-130" y="113745"/>
                    <a:pt x="-195" y="112666"/>
                    <a:pt x="-228" y="111585"/>
                  </a:cubicBezTo>
                  <a:cubicBezTo>
                    <a:pt x="-228" y="71006"/>
                    <a:pt x="44606" y="52680"/>
                    <a:pt x="79294" y="52680"/>
                  </a:cubicBezTo>
                  <a:cubicBezTo>
                    <a:pt x="88523" y="52647"/>
                    <a:pt x="97719" y="53400"/>
                    <a:pt x="106784" y="54971"/>
                  </a:cubicBezTo>
                  <a:cubicBezTo>
                    <a:pt x="106914" y="52582"/>
                    <a:pt x="106914" y="50160"/>
                    <a:pt x="106784" y="47771"/>
                  </a:cubicBezTo>
                  <a:cubicBezTo>
                    <a:pt x="106784" y="29118"/>
                    <a:pt x="89767" y="26499"/>
                    <a:pt x="74058" y="26499"/>
                  </a:cubicBezTo>
                  <a:cubicBezTo>
                    <a:pt x="62015" y="26729"/>
                    <a:pt x="50234" y="29871"/>
                    <a:pt x="39697" y="35662"/>
                  </a:cubicBezTo>
                  <a:cubicBezTo>
                    <a:pt x="37766" y="36612"/>
                    <a:pt x="35639" y="37168"/>
                    <a:pt x="33479" y="37299"/>
                  </a:cubicBezTo>
                  <a:cubicBezTo>
                    <a:pt x="26443" y="37299"/>
                    <a:pt x="20716" y="31571"/>
                    <a:pt x="20716" y="24536"/>
                  </a:cubicBezTo>
                  <a:cubicBezTo>
                    <a:pt x="20651" y="18089"/>
                    <a:pt x="24545" y="12232"/>
                    <a:pt x="30534" y="9810"/>
                  </a:cubicBezTo>
                  <a:cubicBezTo>
                    <a:pt x="47780" y="2872"/>
                    <a:pt x="66270" y="-597"/>
                    <a:pt x="84858" y="-335"/>
                  </a:cubicBezTo>
                  <a:cubicBezTo>
                    <a:pt x="111365" y="-335"/>
                    <a:pt x="139182" y="7519"/>
                    <a:pt x="139182" y="39262"/>
                  </a:cubicBezTo>
                  <a:cubicBezTo>
                    <a:pt x="139673" y="41618"/>
                    <a:pt x="140000" y="44040"/>
                    <a:pt x="140164" y="46462"/>
                  </a:cubicBezTo>
                  <a:close/>
                  <a:moveTo>
                    <a:pt x="81913" y="75915"/>
                  </a:moveTo>
                  <a:cubicBezTo>
                    <a:pt x="64895" y="75915"/>
                    <a:pt x="33152" y="81805"/>
                    <a:pt x="33152" y="104059"/>
                  </a:cubicBezTo>
                  <a:cubicBezTo>
                    <a:pt x="33152" y="117803"/>
                    <a:pt x="45260" y="123367"/>
                    <a:pt x="57369" y="123367"/>
                  </a:cubicBezTo>
                  <a:cubicBezTo>
                    <a:pt x="72520" y="123105"/>
                    <a:pt x="87312" y="118818"/>
                    <a:pt x="100239" y="110931"/>
                  </a:cubicBezTo>
                  <a:lnTo>
                    <a:pt x="103838" y="78206"/>
                  </a:lnTo>
                  <a:cubicBezTo>
                    <a:pt x="96639" y="76635"/>
                    <a:pt x="89276" y="75850"/>
                    <a:pt x="81913" y="75915"/>
                  </a:cubicBezTo>
                  <a:close/>
                </a:path>
              </a:pathLst>
            </a:custGeom>
            <a:solidFill>
              <a:srgbClr val="FFFFFF"/>
            </a:solidFill>
            <a:ln w="32716"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A9893EAC-A8C6-4FB6-A509-2700B1B49D55}"/>
                </a:ext>
              </a:extLst>
            </p:cNvPr>
            <p:cNvSpPr/>
            <p:nvPr/>
          </p:nvSpPr>
          <p:spPr>
            <a:xfrm>
              <a:off x="1814968" y="2690470"/>
              <a:ext cx="101448" cy="209321"/>
            </a:xfrm>
            <a:custGeom>
              <a:avLst/>
              <a:gdLst>
                <a:gd name="connsiteX0" fmla="*/ 99584 w 101448"/>
                <a:gd name="connsiteY0" fmla="*/ 79506 h 209321"/>
                <a:gd name="connsiteX1" fmla="*/ 83876 w 101448"/>
                <a:gd name="connsiteY1" fmla="*/ 93577 h 209321"/>
                <a:gd name="connsiteX2" fmla="*/ 59987 w 101448"/>
                <a:gd name="connsiteY2" fmla="*/ 93577 h 209321"/>
                <a:gd name="connsiteX3" fmla="*/ 53442 w 101448"/>
                <a:gd name="connsiteY3" fmla="*/ 148556 h 209321"/>
                <a:gd name="connsiteX4" fmla="*/ 53442 w 101448"/>
                <a:gd name="connsiteY4" fmla="*/ 156737 h 209321"/>
                <a:gd name="connsiteX5" fmla="*/ 72095 w 101448"/>
                <a:gd name="connsiteY5" fmla="*/ 180299 h 209321"/>
                <a:gd name="connsiteX6" fmla="*/ 78967 w 101448"/>
                <a:gd name="connsiteY6" fmla="*/ 180299 h 209321"/>
                <a:gd name="connsiteX7" fmla="*/ 91698 w 101448"/>
                <a:gd name="connsiteY7" fmla="*/ 191033 h 209321"/>
                <a:gd name="connsiteX8" fmla="*/ 91730 w 101448"/>
                <a:gd name="connsiteY8" fmla="*/ 192735 h 209321"/>
                <a:gd name="connsiteX9" fmla="*/ 64896 w 101448"/>
                <a:gd name="connsiteY9" fmla="*/ 208770 h 209321"/>
                <a:gd name="connsiteX10" fmla="*/ 21534 w 101448"/>
                <a:gd name="connsiteY10" fmla="*/ 173329 h 209321"/>
                <a:gd name="connsiteX11" fmla="*/ 21371 w 101448"/>
                <a:gd name="connsiteY11" fmla="*/ 167537 h 209321"/>
                <a:gd name="connsiteX12" fmla="*/ 21371 w 101448"/>
                <a:gd name="connsiteY12" fmla="*/ 154447 h 209321"/>
                <a:gd name="connsiteX13" fmla="*/ 28898 w 101448"/>
                <a:gd name="connsiteY13" fmla="*/ 93577 h 209321"/>
                <a:gd name="connsiteX14" fmla="*/ 11880 w 101448"/>
                <a:gd name="connsiteY14" fmla="*/ 93577 h 209321"/>
                <a:gd name="connsiteX15" fmla="*/ -228 w 101448"/>
                <a:gd name="connsiteY15" fmla="*/ 82123 h 209321"/>
                <a:gd name="connsiteX16" fmla="*/ -228 w 101448"/>
                <a:gd name="connsiteY16" fmla="*/ 81469 h 209321"/>
                <a:gd name="connsiteX17" fmla="*/ -228 w 101448"/>
                <a:gd name="connsiteY17" fmla="*/ 79506 h 209321"/>
                <a:gd name="connsiteX18" fmla="*/ 32497 w 101448"/>
                <a:gd name="connsiteY18" fmla="*/ 65761 h 209321"/>
                <a:gd name="connsiteX19" fmla="*/ 38388 w 101448"/>
                <a:gd name="connsiteY19" fmla="*/ 16019 h 209321"/>
                <a:gd name="connsiteX20" fmla="*/ 56714 w 101448"/>
                <a:gd name="connsiteY20" fmla="*/ -344 h 209321"/>
                <a:gd name="connsiteX21" fmla="*/ 71113 w 101448"/>
                <a:gd name="connsiteY21" fmla="*/ 13400 h 209321"/>
                <a:gd name="connsiteX22" fmla="*/ 71113 w 101448"/>
                <a:gd name="connsiteY22" fmla="*/ 13400 h 209321"/>
                <a:gd name="connsiteX23" fmla="*/ 71113 w 101448"/>
                <a:gd name="connsiteY23" fmla="*/ 16019 h 209321"/>
                <a:gd name="connsiteX24" fmla="*/ 64896 w 101448"/>
                <a:gd name="connsiteY24" fmla="*/ 65761 h 209321"/>
                <a:gd name="connsiteX25" fmla="*/ 88457 w 101448"/>
                <a:gd name="connsiteY25" fmla="*/ 65761 h 209321"/>
                <a:gd name="connsiteX26" fmla="*/ 101220 w 101448"/>
                <a:gd name="connsiteY26" fmla="*/ 78196 h 209321"/>
                <a:gd name="connsiteX27" fmla="*/ 99584 w 101448"/>
                <a:gd name="connsiteY27" fmla="*/ 79506 h 20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1448" h="209321">
                  <a:moveTo>
                    <a:pt x="99584" y="79506"/>
                  </a:moveTo>
                  <a:cubicBezTo>
                    <a:pt x="98471" y="87392"/>
                    <a:pt x="91829" y="93349"/>
                    <a:pt x="83876" y="93577"/>
                  </a:cubicBezTo>
                  <a:lnTo>
                    <a:pt x="59987" y="93577"/>
                  </a:lnTo>
                  <a:lnTo>
                    <a:pt x="53442" y="148556"/>
                  </a:lnTo>
                  <a:cubicBezTo>
                    <a:pt x="53278" y="151272"/>
                    <a:pt x="53278" y="154022"/>
                    <a:pt x="53442" y="156737"/>
                  </a:cubicBezTo>
                  <a:cubicBezTo>
                    <a:pt x="53442" y="169500"/>
                    <a:pt x="58023" y="180299"/>
                    <a:pt x="72095" y="180299"/>
                  </a:cubicBezTo>
                  <a:lnTo>
                    <a:pt x="78967" y="180299"/>
                  </a:lnTo>
                  <a:cubicBezTo>
                    <a:pt x="85447" y="179743"/>
                    <a:pt x="91141" y="184554"/>
                    <a:pt x="91698" y="191033"/>
                  </a:cubicBezTo>
                  <a:cubicBezTo>
                    <a:pt x="91763" y="191590"/>
                    <a:pt x="91763" y="192179"/>
                    <a:pt x="91730" y="192735"/>
                  </a:cubicBezTo>
                  <a:cubicBezTo>
                    <a:pt x="91730" y="206480"/>
                    <a:pt x="75695" y="208770"/>
                    <a:pt x="64896" y="208770"/>
                  </a:cubicBezTo>
                  <a:cubicBezTo>
                    <a:pt x="43133" y="210963"/>
                    <a:pt x="23727" y="195091"/>
                    <a:pt x="21534" y="173329"/>
                  </a:cubicBezTo>
                  <a:cubicBezTo>
                    <a:pt x="21338" y="171398"/>
                    <a:pt x="21273" y="169467"/>
                    <a:pt x="21371" y="167537"/>
                  </a:cubicBezTo>
                  <a:cubicBezTo>
                    <a:pt x="21371" y="162955"/>
                    <a:pt x="21371" y="158046"/>
                    <a:pt x="21371" y="154447"/>
                  </a:cubicBezTo>
                  <a:lnTo>
                    <a:pt x="28898" y="93577"/>
                  </a:lnTo>
                  <a:lnTo>
                    <a:pt x="11880" y="93577"/>
                  </a:lnTo>
                  <a:cubicBezTo>
                    <a:pt x="5368" y="93774"/>
                    <a:pt x="-32" y="88636"/>
                    <a:pt x="-228" y="82123"/>
                  </a:cubicBezTo>
                  <a:cubicBezTo>
                    <a:pt x="-228" y="81928"/>
                    <a:pt x="-228" y="81698"/>
                    <a:pt x="-228" y="81469"/>
                  </a:cubicBezTo>
                  <a:lnTo>
                    <a:pt x="-228" y="79506"/>
                  </a:lnTo>
                  <a:cubicBezTo>
                    <a:pt x="2063" y="62816"/>
                    <a:pt x="20389" y="65761"/>
                    <a:pt x="32497" y="65761"/>
                  </a:cubicBezTo>
                  <a:lnTo>
                    <a:pt x="38388" y="16019"/>
                  </a:lnTo>
                  <a:cubicBezTo>
                    <a:pt x="39664" y="6823"/>
                    <a:pt x="47420" y="-115"/>
                    <a:pt x="56714" y="-344"/>
                  </a:cubicBezTo>
                  <a:cubicBezTo>
                    <a:pt x="64470" y="-541"/>
                    <a:pt x="70917" y="5612"/>
                    <a:pt x="71113" y="13400"/>
                  </a:cubicBezTo>
                  <a:cubicBezTo>
                    <a:pt x="71113" y="13400"/>
                    <a:pt x="71113" y="13400"/>
                    <a:pt x="71113" y="13400"/>
                  </a:cubicBezTo>
                  <a:cubicBezTo>
                    <a:pt x="71113" y="13400"/>
                    <a:pt x="71113" y="15037"/>
                    <a:pt x="71113" y="16019"/>
                  </a:cubicBezTo>
                  <a:lnTo>
                    <a:pt x="64896" y="65761"/>
                  </a:lnTo>
                  <a:lnTo>
                    <a:pt x="88457" y="65761"/>
                  </a:lnTo>
                  <a:cubicBezTo>
                    <a:pt x="95395" y="65761"/>
                    <a:pt x="101057" y="71291"/>
                    <a:pt x="101220" y="78196"/>
                  </a:cubicBezTo>
                  <a:cubicBezTo>
                    <a:pt x="101220" y="78196"/>
                    <a:pt x="99584" y="78851"/>
                    <a:pt x="99584" y="79506"/>
                  </a:cubicBezTo>
                  <a:close/>
                </a:path>
              </a:pathLst>
            </a:custGeom>
            <a:solidFill>
              <a:srgbClr val="FFFFFF"/>
            </a:solidFill>
            <a:ln w="32716" cap="flat">
              <a:noFill/>
              <a:prstDash val="solid"/>
              <a:miter/>
            </a:ln>
          </p:spPr>
          <p:txBody>
            <a:bodyPr rtlCol="0" anchor="ctr"/>
            <a:lstStyle/>
            <a:p>
              <a:endParaRPr lang="sv-SE"/>
            </a:p>
          </p:txBody>
        </p:sp>
        <p:sp>
          <p:nvSpPr>
            <p:cNvPr id="26" name="Frihandsfigur: Form 25">
              <a:extLst>
                <a:ext uri="{FF2B5EF4-FFF2-40B4-BE49-F238E27FC236}">
                  <a16:creationId xmlns:a16="http://schemas.microsoft.com/office/drawing/2014/main" id="{8B2F51D2-84CC-4A20-99CE-5A2C4EBDE4C8}"/>
                </a:ext>
              </a:extLst>
            </p:cNvPr>
            <p:cNvSpPr/>
            <p:nvPr/>
          </p:nvSpPr>
          <p:spPr>
            <a:xfrm>
              <a:off x="1920670" y="2690470"/>
              <a:ext cx="101775" cy="209321"/>
            </a:xfrm>
            <a:custGeom>
              <a:avLst/>
              <a:gdLst>
                <a:gd name="connsiteX0" fmla="*/ 101548 w 101775"/>
                <a:gd name="connsiteY0" fmla="*/ 79506 h 209321"/>
                <a:gd name="connsiteX1" fmla="*/ 85512 w 101775"/>
                <a:gd name="connsiteY1" fmla="*/ 93577 h 209321"/>
                <a:gd name="connsiteX2" fmla="*/ 61951 w 101775"/>
                <a:gd name="connsiteY2" fmla="*/ 93577 h 209321"/>
                <a:gd name="connsiteX3" fmla="*/ 55405 w 101775"/>
                <a:gd name="connsiteY3" fmla="*/ 148556 h 209321"/>
                <a:gd name="connsiteX4" fmla="*/ 55405 w 101775"/>
                <a:gd name="connsiteY4" fmla="*/ 156737 h 209321"/>
                <a:gd name="connsiteX5" fmla="*/ 73732 w 101775"/>
                <a:gd name="connsiteY5" fmla="*/ 180299 h 209321"/>
                <a:gd name="connsiteX6" fmla="*/ 79295 w 101775"/>
                <a:gd name="connsiteY6" fmla="*/ 180299 h 209321"/>
                <a:gd name="connsiteX7" fmla="*/ 92025 w 101775"/>
                <a:gd name="connsiteY7" fmla="*/ 191033 h 209321"/>
                <a:gd name="connsiteX8" fmla="*/ 92058 w 101775"/>
                <a:gd name="connsiteY8" fmla="*/ 192735 h 209321"/>
                <a:gd name="connsiteX9" fmla="*/ 65223 w 101775"/>
                <a:gd name="connsiteY9" fmla="*/ 208770 h 209321"/>
                <a:gd name="connsiteX10" fmla="*/ 21862 w 101775"/>
                <a:gd name="connsiteY10" fmla="*/ 173329 h 209321"/>
                <a:gd name="connsiteX11" fmla="*/ 21698 w 101775"/>
                <a:gd name="connsiteY11" fmla="*/ 167537 h 209321"/>
                <a:gd name="connsiteX12" fmla="*/ 21698 w 101775"/>
                <a:gd name="connsiteY12" fmla="*/ 154447 h 209321"/>
                <a:gd name="connsiteX13" fmla="*/ 29225 w 101775"/>
                <a:gd name="connsiteY13" fmla="*/ 93577 h 209321"/>
                <a:gd name="connsiteX14" fmla="*/ 11880 w 101775"/>
                <a:gd name="connsiteY14" fmla="*/ 93577 h 209321"/>
                <a:gd name="connsiteX15" fmla="*/ -228 w 101775"/>
                <a:gd name="connsiteY15" fmla="*/ 82123 h 209321"/>
                <a:gd name="connsiteX16" fmla="*/ -228 w 101775"/>
                <a:gd name="connsiteY16" fmla="*/ 81469 h 209321"/>
                <a:gd name="connsiteX17" fmla="*/ -228 w 101775"/>
                <a:gd name="connsiteY17" fmla="*/ 79506 h 209321"/>
                <a:gd name="connsiteX18" fmla="*/ 32497 w 101775"/>
                <a:gd name="connsiteY18" fmla="*/ 65761 h 209321"/>
                <a:gd name="connsiteX19" fmla="*/ 38388 w 101775"/>
                <a:gd name="connsiteY19" fmla="*/ 16019 h 209321"/>
                <a:gd name="connsiteX20" fmla="*/ 57041 w 101775"/>
                <a:gd name="connsiteY20" fmla="*/ -344 h 209321"/>
                <a:gd name="connsiteX21" fmla="*/ 71114 w 101775"/>
                <a:gd name="connsiteY21" fmla="*/ 13073 h 209321"/>
                <a:gd name="connsiteX22" fmla="*/ 71114 w 101775"/>
                <a:gd name="connsiteY22" fmla="*/ 13400 h 209321"/>
                <a:gd name="connsiteX23" fmla="*/ 71114 w 101775"/>
                <a:gd name="connsiteY23" fmla="*/ 16019 h 209321"/>
                <a:gd name="connsiteX24" fmla="*/ 64896 w 101775"/>
                <a:gd name="connsiteY24" fmla="*/ 65761 h 209321"/>
                <a:gd name="connsiteX25" fmla="*/ 88785 w 101775"/>
                <a:gd name="connsiteY25" fmla="*/ 65761 h 209321"/>
                <a:gd name="connsiteX26" fmla="*/ 101548 w 101775"/>
                <a:gd name="connsiteY26" fmla="*/ 78197 h 209321"/>
                <a:gd name="connsiteX27" fmla="*/ 101548 w 101775"/>
                <a:gd name="connsiteY27" fmla="*/ 79506 h 20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1775" h="209321">
                  <a:moveTo>
                    <a:pt x="101548" y="79506"/>
                  </a:moveTo>
                  <a:cubicBezTo>
                    <a:pt x="100305" y="87457"/>
                    <a:pt x="93563" y="93349"/>
                    <a:pt x="85512" y="93577"/>
                  </a:cubicBezTo>
                  <a:lnTo>
                    <a:pt x="61951" y="93577"/>
                  </a:lnTo>
                  <a:lnTo>
                    <a:pt x="55405" y="148556"/>
                  </a:lnTo>
                  <a:cubicBezTo>
                    <a:pt x="55242" y="151272"/>
                    <a:pt x="55242" y="154022"/>
                    <a:pt x="55405" y="156737"/>
                  </a:cubicBezTo>
                  <a:cubicBezTo>
                    <a:pt x="55405" y="169500"/>
                    <a:pt x="59660" y="180299"/>
                    <a:pt x="73732" y="180299"/>
                  </a:cubicBezTo>
                  <a:lnTo>
                    <a:pt x="79295" y="180299"/>
                  </a:lnTo>
                  <a:cubicBezTo>
                    <a:pt x="85774" y="179743"/>
                    <a:pt x="91469" y="184554"/>
                    <a:pt x="92025" y="191033"/>
                  </a:cubicBezTo>
                  <a:cubicBezTo>
                    <a:pt x="92090" y="191590"/>
                    <a:pt x="92090" y="192179"/>
                    <a:pt x="92058" y="192735"/>
                  </a:cubicBezTo>
                  <a:cubicBezTo>
                    <a:pt x="92058" y="206480"/>
                    <a:pt x="76349" y="208770"/>
                    <a:pt x="65223" y="208770"/>
                  </a:cubicBezTo>
                  <a:cubicBezTo>
                    <a:pt x="43461" y="210963"/>
                    <a:pt x="24054" y="195091"/>
                    <a:pt x="21862" y="173329"/>
                  </a:cubicBezTo>
                  <a:cubicBezTo>
                    <a:pt x="21666" y="171398"/>
                    <a:pt x="21600" y="169468"/>
                    <a:pt x="21698" y="167537"/>
                  </a:cubicBezTo>
                  <a:cubicBezTo>
                    <a:pt x="21338" y="163185"/>
                    <a:pt x="21338" y="158799"/>
                    <a:pt x="21698" y="154447"/>
                  </a:cubicBezTo>
                  <a:lnTo>
                    <a:pt x="29225" y="93577"/>
                  </a:lnTo>
                  <a:lnTo>
                    <a:pt x="11880" y="93577"/>
                  </a:lnTo>
                  <a:cubicBezTo>
                    <a:pt x="5368" y="93774"/>
                    <a:pt x="-32" y="88636"/>
                    <a:pt x="-228" y="82123"/>
                  </a:cubicBezTo>
                  <a:cubicBezTo>
                    <a:pt x="-228" y="81928"/>
                    <a:pt x="-228" y="81698"/>
                    <a:pt x="-228" y="81469"/>
                  </a:cubicBezTo>
                  <a:lnTo>
                    <a:pt x="-228" y="79506"/>
                  </a:lnTo>
                  <a:cubicBezTo>
                    <a:pt x="2390" y="62816"/>
                    <a:pt x="20389" y="65761"/>
                    <a:pt x="32497" y="65761"/>
                  </a:cubicBezTo>
                  <a:lnTo>
                    <a:pt x="38388" y="16019"/>
                  </a:lnTo>
                  <a:cubicBezTo>
                    <a:pt x="39828" y="6758"/>
                    <a:pt x="47682" y="-147"/>
                    <a:pt x="57041" y="-344"/>
                  </a:cubicBezTo>
                  <a:cubicBezTo>
                    <a:pt x="64634" y="-541"/>
                    <a:pt x="70917" y="5481"/>
                    <a:pt x="71114" y="13073"/>
                  </a:cubicBezTo>
                  <a:cubicBezTo>
                    <a:pt x="71114" y="13171"/>
                    <a:pt x="71114" y="13302"/>
                    <a:pt x="71114" y="13400"/>
                  </a:cubicBezTo>
                  <a:cubicBezTo>
                    <a:pt x="71114" y="13400"/>
                    <a:pt x="71114" y="15037"/>
                    <a:pt x="71114" y="16019"/>
                  </a:cubicBezTo>
                  <a:lnTo>
                    <a:pt x="64896" y="65761"/>
                  </a:lnTo>
                  <a:lnTo>
                    <a:pt x="88785" y="65761"/>
                  </a:lnTo>
                  <a:cubicBezTo>
                    <a:pt x="95723" y="65761"/>
                    <a:pt x="101384" y="71292"/>
                    <a:pt x="101548" y="78197"/>
                  </a:cubicBezTo>
                  <a:cubicBezTo>
                    <a:pt x="101548" y="78197"/>
                    <a:pt x="101548" y="78851"/>
                    <a:pt x="101548" y="79506"/>
                  </a:cubicBezTo>
                  <a:close/>
                </a:path>
              </a:pathLst>
            </a:custGeom>
            <a:solidFill>
              <a:srgbClr val="FFFFFF"/>
            </a:solidFill>
            <a:ln w="32716" cap="flat">
              <a:noFill/>
              <a:prstDash val="solid"/>
              <a:miter/>
            </a:ln>
          </p:spPr>
          <p:txBody>
            <a:bodyPr rtlCol="0" anchor="ctr"/>
            <a:lstStyle/>
            <a:p>
              <a:endParaRPr lang="sv-SE"/>
            </a:p>
          </p:txBody>
        </p:sp>
        <p:sp>
          <p:nvSpPr>
            <p:cNvPr id="30" name="Frihandsfigur: Form 29">
              <a:extLst>
                <a:ext uri="{FF2B5EF4-FFF2-40B4-BE49-F238E27FC236}">
                  <a16:creationId xmlns:a16="http://schemas.microsoft.com/office/drawing/2014/main" id="{97A6189E-E747-41C4-99FC-A4ED84B8EE82}"/>
                </a:ext>
              </a:extLst>
            </p:cNvPr>
            <p:cNvSpPr/>
            <p:nvPr/>
          </p:nvSpPr>
          <p:spPr>
            <a:xfrm>
              <a:off x="2090345" y="2651204"/>
              <a:ext cx="163796" cy="250676"/>
            </a:xfrm>
            <a:custGeom>
              <a:avLst/>
              <a:gdLst>
                <a:gd name="connsiteX0" fmla="*/ 136734 w 163796"/>
                <a:gd name="connsiteY0" fmla="*/ 235274 h 250676"/>
                <a:gd name="connsiteX1" fmla="*/ 120044 w 163796"/>
                <a:gd name="connsiteY1" fmla="*/ 250327 h 250676"/>
                <a:gd name="connsiteX2" fmla="*/ 106953 w 163796"/>
                <a:gd name="connsiteY2" fmla="*/ 237237 h 250676"/>
                <a:gd name="connsiteX3" fmla="*/ 106953 w 163796"/>
                <a:gd name="connsiteY3" fmla="*/ 231674 h 250676"/>
                <a:gd name="connsiteX4" fmla="*/ 57211 w 163796"/>
                <a:gd name="connsiteY4" fmla="*/ 250001 h 250676"/>
                <a:gd name="connsiteX5" fmla="*/ -222 w 163796"/>
                <a:gd name="connsiteY5" fmla="*/ 190964 h 250676"/>
                <a:gd name="connsiteX6" fmla="*/ -58 w 163796"/>
                <a:gd name="connsiteY6" fmla="*/ 187168 h 250676"/>
                <a:gd name="connsiteX7" fmla="*/ 78810 w 163796"/>
                <a:gd name="connsiteY7" fmla="*/ 99464 h 250676"/>
                <a:gd name="connsiteX8" fmla="*/ 119389 w 163796"/>
                <a:gd name="connsiteY8" fmla="*/ 114190 h 250676"/>
                <a:gd name="connsiteX9" fmla="*/ 131171 w 163796"/>
                <a:gd name="connsiteY9" fmla="*/ 16014 h 250676"/>
                <a:gd name="connsiteX10" fmla="*/ 149169 w 163796"/>
                <a:gd name="connsiteY10" fmla="*/ -349 h 250676"/>
                <a:gd name="connsiteX11" fmla="*/ 163569 w 163796"/>
                <a:gd name="connsiteY11" fmla="*/ 13724 h 250676"/>
                <a:gd name="connsiteX12" fmla="*/ 136734 w 163796"/>
                <a:gd name="connsiteY12" fmla="*/ 235274 h 250676"/>
                <a:gd name="connsiteX13" fmla="*/ 78810 w 163796"/>
                <a:gd name="connsiteY13" fmla="*/ 128589 h 250676"/>
                <a:gd name="connsiteX14" fmla="*/ 32994 w 163796"/>
                <a:gd name="connsiteY14" fmla="*/ 182586 h 250676"/>
                <a:gd name="connsiteX15" fmla="*/ 32994 w 163796"/>
                <a:gd name="connsiteY15" fmla="*/ 182586 h 250676"/>
                <a:gd name="connsiteX16" fmla="*/ 63855 w 163796"/>
                <a:gd name="connsiteY16" fmla="*/ 221300 h 250676"/>
                <a:gd name="connsiteX17" fmla="*/ 68010 w 163796"/>
                <a:gd name="connsiteY17" fmla="*/ 221529 h 250676"/>
                <a:gd name="connsiteX18" fmla="*/ 114578 w 163796"/>
                <a:gd name="connsiteY18" fmla="*/ 168188 h 250676"/>
                <a:gd name="connsiteX19" fmla="*/ 114481 w 163796"/>
                <a:gd name="connsiteY19" fmla="*/ 166878 h 250676"/>
                <a:gd name="connsiteX20" fmla="*/ 83588 w 163796"/>
                <a:gd name="connsiteY20" fmla="*/ 128753 h 250676"/>
                <a:gd name="connsiteX21" fmla="*/ 78810 w 163796"/>
                <a:gd name="connsiteY21" fmla="*/ 128589 h 25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796" h="250676">
                  <a:moveTo>
                    <a:pt x="136734" y="235274"/>
                  </a:moveTo>
                  <a:cubicBezTo>
                    <a:pt x="135621" y="243717"/>
                    <a:pt x="128552" y="250066"/>
                    <a:pt x="120044" y="250327"/>
                  </a:cubicBezTo>
                  <a:cubicBezTo>
                    <a:pt x="112812" y="250327"/>
                    <a:pt x="106953" y="244470"/>
                    <a:pt x="106953" y="237237"/>
                  </a:cubicBezTo>
                  <a:cubicBezTo>
                    <a:pt x="106953" y="235274"/>
                    <a:pt x="106953" y="233311"/>
                    <a:pt x="106953" y="231674"/>
                  </a:cubicBezTo>
                  <a:cubicBezTo>
                    <a:pt x="93143" y="243619"/>
                    <a:pt x="75472" y="250132"/>
                    <a:pt x="57211" y="250001"/>
                  </a:cubicBezTo>
                  <a:cubicBezTo>
                    <a:pt x="25042" y="249542"/>
                    <a:pt x="-680" y="223133"/>
                    <a:pt x="-222" y="190964"/>
                  </a:cubicBezTo>
                  <a:cubicBezTo>
                    <a:pt x="-222" y="189687"/>
                    <a:pt x="-156" y="188411"/>
                    <a:pt x="-58" y="187168"/>
                  </a:cubicBezTo>
                  <a:cubicBezTo>
                    <a:pt x="-1596" y="141483"/>
                    <a:pt x="33224" y="102769"/>
                    <a:pt x="78810" y="99464"/>
                  </a:cubicBezTo>
                  <a:cubicBezTo>
                    <a:pt x="93831" y="98319"/>
                    <a:pt x="108623" y="103686"/>
                    <a:pt x="119389" y="114190"/>
                  </a:cubicBezTo>
                  <a:lnTo>
                    <a:pt x="131171" y="16014"/>
                  </a:lnTo>
                  <a:cubicBezTo>
                    <a:pt x="132414" y="6917"/>
                    <a:pt x="140006" y="45"/>
                    <a:pt x="149169" y="-349"/>
                  </a:cubicBezTo>
                  <a:cubicBezTo>
                    <a:pt x="156991" y="-349"/>
                    <a:pt x="163405" y="5902"/>
                    <a:pt x="163569" y="13724"/>
                  </a:cubicBezTo>
                  <a:cubicBezTo>
                    <a:pt x="163569" y="13724"/>
                    <a:pt x="163569" y="16342"/>
                    <a:pt x="136734" y="235274"/>
                  </a:cubicBezTo>
                  <a:close/>
                  <a:moveTo>
                    <a:pt x="78810" y="128589"/>
                  </a:moveTo>
                  <a:cubicBezTo>
                    <a:pt x="51255" y="130847"/>
                    <a:pt x="30736" y="155032"/>
                    <a:pt x="32994" y="182586"/>
                  </a:cubicBezTo>
                  <a:cubicBezTo>
                    <a:pt x="32994" y="182586"/>
                    <a:pt x="32994" y="182586"/>
                    <a:pt x="32994" y="182586"/>
                  </a:cubicBezTo>
                  <a:cubicBezTo>
                    <a:pt x="30835" y="201796"/>
                    <a:pt x="44645" y="219140"/>
                    <a:pt x="63855" y="221300"/>
                  </a:cubicBezTo>
                  <a:cubicBezTo>
                    <a:pt x="65229" y="221464"/>
                    <a:pt x="66636" y="221529"/>
                    <a:pt x="68010" y="221529"/>
                  </a:cubicBezTo>
                  <a:cubicBezTo>
                    <a:pt x="95598" y="219664"/>
                    <a:pt x="116444" y="195775"/>
                    <a:pt x="114578" y="168188"/>
                  </a:cubicBezTo>
                  <a:cubicBezTo>
                    <a:pt x="114547" y="167762"/>
                    <a:pt x="114514" y="167304"/>
                    <a:pt x="114481" y="166878"/>
                  </a:cubicBezTo>
                  <a:cubicBezTo>
                    <a:pt x="116477" y="147832"/>
                    <a:pt x="102667" y="130749"/>
                    <a:pt x="83588" y="128753"/>
                  </a:cubicBezTo>
                  <a:cubicBezTo>
                    <a:pt x="82017" y="128589"/>
                    <a:pt x="80414" y="128524"/>
                    <a:pt x="78810" y="128589"/>
                  </a:cubicBezTo>
                  <a:close/>
                </a:path>
              </a:pathLst>
            </a:custGeom>
            <a:solidFill>
              <a:srgbClr val="FFFFFF"/>
            </a:solidFill>
            <a:ln w="32716" cap="flat">
              <a:noFill/>
              <a:prstDash val="solid"/>
              <a:miter/>
            </a:ln>
          </p:spPr>
          <p:txBody>
            <a:bodyPr rtlCol="0" anchor="ctr"/>
            <a:lstStyle/>
            <a:p>
              <a:endParaRPr lang="sv-SE"/>
            </a:p>
          </p:txBody>
        </p:sp>
        <p:sp>
          <p:nvSpPr>
            <p:cNvPr id="34" name="Frihandsfigur: Form 33">
              <a:extLst>
                <a:ext uri="{FF2B5EF4-FFF2-40B4-BE49-F238E27FC236}">
                  <a16:creationId xmlns:a16="http://schemas.microsoft.com/office/drawing/2014/main" id="{878F6757-D555-49CD-934F-FCE0E2805611}"/>
                </a:ext>
              </a:extLst>
            </p:cNvPr>
            <p:cNvSpPr/>
            <p:nvPr/>
          </p:nvSpPr>
          <p:spPr>
            <a:xfrm>
              <a:off x="2265576" y="2748056"/>
              <a:ext cx="141065" cy="154479"/>
            </a:xfrm>
            <a:custGeom>
              <a:avLst/>
              <a:gdLst>
                <a:gd name="connsiteX0" fmla="*/ 127092 w 141065"/>
                <a:gd name="connsiteY0" fmla="*/ 138750 h 154479"/>
                <a:gd name="connsiteX1" fmla="*/ 110403 w 141065"/>
                <a:gd name="connsiteY1" fmla="*/ 154131 h 154479"/>
                <a:gd name="connsiteX2" fmla="*/ 96658 w 141065"/>
                <a:gd name="connsiteY2" fmla="*/ 140386 h 154479"/>
                <a:gd name="connsiteX3" fmla="*/ 96658 w 141065"/>
                <a:gd name="connsiteY3" fmla="*/ 131223 h 154479"/>
                <a:gd name="connsiteX4" fmla="*/ 47570 w 141065"/>
                <a:gd name="connsiteY4" fmla="*/ 152494 h 154479"/>
                <a:gd name="connsiteX5" fmla="*/ 151 w 141065"/>
                <a:gd name="connsiteY5" fmla="*/ 116234 h 154479"/>
                <a:gd name="connsiteX6" fmla="*/ -209 w 141065"/>
                <a:gd name="connsiteY6" fmla="*/ 109297 h 154479"/>
                <a:gd name="connsiteX7" fmla="*/ 10590 w 141065"/>
                <a:gd name="connsiteY7" fmla="*/ 15375 h 154479"/>
                <a:gd name="connsiteX8" fmla="*/ 28916 w 141065"/>
                <a:gd name="connsiteY8" fmla="*/ -333 h 154479"/>
                <a:gd name="connsiteX9" fmla="*/ 42989 w 141065"/>
                <a:gd name="connsiteY9" fmla="*/ 13739 h 154479"/>
                <a:gd name="connsiteX10" fmla="*/ 42989 w 141065"/>
                <a:gd name="connsiteY10" fmla="*/ 15703 h 154479"/>
                <a:gd name="connsiteX11" fmla="*/ 32843 w 141065"/>
                <a:gd name="connsiteY11" fmla="*/ 98498 h 154479"/>
                <a:gd name="connsiteX12" fmla="*/ 58370 w 141065"/>
                <a:gd name="connsiteY12" fmla="*/ 123042 h 154479"/>
                <a:gd name="connsiteX13" fmla="*/ 100585 w 141065"/>
                <a:gd name="connsiteY13" fmla="*/ 84753 h 154479"/>
                <a:gd name="connsiteX14" fmla="*/ 108766 w 141065"/>
                <a:gd name="connsiteY14" fmla="*/ 15703 h 154479"/>
                <a:gd name="connsiteX15" fmla="*/ 126766 w 141065"/>
                <a:gd name="connsiteY15" fmla="*/ -333 h 154479"/>
                <a:gd name="connsiteX16" fmla="*/ 140838 w 141065"/>
                <a:gd name="connsiteY16" fmla="*/ 12397 h 154479"/>
                <a:gd name="connsiteX17" fmla="*/ 140838 w 141065"/>
                <a:gd name="connsiteY17" fmla="*/ 13412 h 154479"/>
                <a:gd name="connsiteX18" fmla="*/ 140838 w 141065"/>
                <a:gd name="connsiteY18" fmla="*/ 15375 h 154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1065" h="154479">
                  <a:moveTo>
                    <a:pt x="127092" y="138750"/>
                  </a:moveTo>
                  <a:cubicBezTo>
                    <a:pt x="125882" y="147193"/>
                    <a:pt x="118911" y="153607"/>
                    <a:pt x="110403" y="154131"/>
                  </a:cubicBezTo>
                  <a:cubicBezTo>
                    <a:pt x="102810" y="154131"/>
                    <a:pt x="96658" y="147978"/>
                    <a:pt x="96658" y="140386"/>
                  </a:cubicBezTo>
                  <a:cubicBezTo>
                    <a:pt x="96494" y="137343"/>
                    <a:pt x="96494" y="134266"/>
                    <a:pt x="96658" y="131223"/>
                  </a:cubicBezTo>
                  <a:cubicBezTo>
                    <a:pt x="84059" y="144968"/>
                    <a:pt x="66224" y="152724"/>
                    <a:pt x="47570" y="152494"/>
                  </a:cubicBezTo>
                  <a:cubicBezTo>
                    <a:pt x="24466" y="155570"/>
                    <a:pt x="3227" y="139338"/>
                    <a:pt x="151" y="116234"/>
                  </a:cubicBezTo>
                  <a:cubicBezTo>
                    <a:pt x="-176" y="113943"/>
                    <a:pt x="-275" y="111621"/>
                    <a:pt x="-209" y="109297"/>
                  </a:cubicBezTo>
                  <a:cubicBezTo>
                    <a:pt x="-209" y="106351"/>
                    <a:pt x="-209" y="103734"/>
                    <a:pt x="10590" y="15375"/>
                  </a:cubicBezTo>
                  <a:cubicBezTo>
                    <a:pt x="12030" y="6376"/>
                    <a:pt x="19786" y="-301"/>
                    <a:pt x="28916" y="-333"/>
                  </a:cubicBezTo>
                  <a:cubicBezTo>
                    <a:pt x="36672" y="-333"/>
                    <a:pt x="42989" y="5950"/>
                    <a:pt x="42989" y="13739"/>
                  </a:cubicBezTo>
                  <a:lnTo>
                    <a:pt x="42989" y="15703"/>
                  </a:lnTo>
                  <a:lnTo>
                    <a:pt x="32843" y="98498"/>
                  </a:lnTo>
                  <a:cubicBezTo>
                    <a:pt x="32843" y="115514"/>
                    <a:pt x="42007" y="123042"/>
                    <a:pt x="58370" y="123042"/>
                  </a:cubicBezTo>
                  <a:cubicBezTo>
                    <a:pt x="80426" y="123631"/>
                    <a:pt x="99014" y="106744"/>
                    <a:pt x="100585" y="84753"/>
                  </a:cubicBezTo>
                  <a:lnTo>
                    <a:pt x="108766" y="15703"/>
                  </a:lnTo>
                  <a:cubicBezTo>
                    <a:pt x="110043" y="6670"/>
                    <a:pt x="117668" y="-104"/>
                    <a:pt x="126766" y="-333"/>
                  </a:cubicBezTo>
                  <a:cubicBezTo>
                    <a:pt x="134161" y="-693"/>
                    <a:pt x="140445" y="5002"/>
                    <a:pt x="140838" y="12397"/>
                  </a:cubicBezTo>
                  <a:cubicBezTo>
                    <a:pt x="140838" y="12757"/>
                    <a:pt x="140838" y="13084"/>
                    <a:pt x="140838" y="13412"/>
                  </a:cubicBezTo>
                  <a:lnTo>
                    <a:pt x="140838" y="15375"/>
                  </a:lnTo>
                  <a:close/>
                </a:path>
              </a:pathLst>
            </a:custGeom>
            <a:solidFill>
              <a:srgbClr val="FFFFFF"/>
            </a:solidFill>
            <a:ln w="32716" cap="flat">
              <a:noFill/>
              <a:prstDash val="solid"/>
              <a:miter/>
            </a:ln>
          </p:spPr>
          <p:txBody>
            <a:bodyPr rtlCol="0" anchor="ctr"/>
            <a:lstStyle/>
            <a:p>
              <a:endParaRPr lang="sv-SE"/>
            </a:p>
          </p:txBody>
        </p:sp>
        <p:sp>
          <p:nvSpPr>
            <p:cNvPr id="35" name="Frihandsfigur: Form 34">
              <a:extLst>
                <a:ext uri="{FF2B5EF4-FFF2-40B4-BE49-F238E27FC236}">
                  <a16:creationId xmlns:a16="http://schemas.microsoft.com/office/drawing/2014/main" id="{224ECB3C-4ACA-4846-B8FB-631806C43DEA}"/>
                </a:ext>
              </a:extLst>
            </p:cNvPr>
            <p:cNvSpPr/>
            <p:nvPr/>
          </p:nvSpPr>
          <p:spPr>
            <a:xfrm>
              <a:off x="2482237" y="2746457"/>
              <a:ext cx="124714" cy="156077"/>
            </a:xfrm>
            <a:custGeom>
              <a:avLst/>
              <a:gdLst>
                <a:gd name="connsiteX0" fmla="*/ 108420 w 124714"/>
                <a:gd name="connsiteY0" fmla="*/ 37263 h 156077"/>
                <a:gd name="connsiteX1" fmla="*/ 101875 w 124714"/>
                <a:gd name="connsiteY1" fmla="*/ 35299 h 156077"/>
                <a:gd name="connsiteX2" fmla="*/ 71113 w 124714"/>
                <a:gd name="connsiteY2" fmla="*/ 28100 h 156077"/>
                <a:gd name="connsiteX3" fmla="*/ 48206 w 124714"/>
                <a:gd name="connsiteY3" fmla="*/ 44462 h 156077"/>
                <a:gd name="connsiteX4" fmla="*/ 66532 w 124714"/>
                <a:gd name="connsiteY4" fmla="*/ 60825 h 156077"/>
                <a:gd name="connsiteX5" fmla="*/ 114965 w 124714"/>
                <a:gd name="connsiteY5" fmla="*/ 105332 h 156077"/>
                <a:gd name="connsiteX6" fmla="*/ 53441 w 124714"/>
                <a:gd name="connsiteY6" fmla="*/ 155729 h 156077"/>
                <a:gd name="connsiteX7" fmla="*/ 6972 w 124714"/>
                <a:gd name="connsiteY7" fmla="*/ 143948 h 156077"/>
                <a:gd name="connsiteX8" fmla="*/ -228 w 124714"/>
                <a:gd name="connsiteY8" fmla="*/ 132494 h 156077"/>
                <a:gd name="connsiteX9" fmla="*/ 16789 w 124714"/>
                <a:gd name="connsiteY9" fmla="*/ 116786 h 156077"/>
                <a:gd name="connsiteX10" fmla="*/ 22025 w 124714"/>
                <a:gd name="connsiteY10" fmla="*/ 116786 h 156077"/>
                <a:gd name="connsiteX11" fmla="*/ 56387 w 124714"/>
                <a:gd name="connsiteY11" fmla="*/ 127257 h 156077"/>
                <a:gd name="connsiteX12" fmla="*/ 82895 w 124714"/>
                <a:gd name="connsiteY12" fmla="*/ 110241 h 156077"/>
                <a:gd name="connsiteX13" fmla="*/ 17444 w 124714"/>
                <a:gd name="connsiteY13" fmla="*/ 48063 h 156077"/>
                <a:gd name="connsiteX14" fmla="*/ 72325 w 124714"/>
                <a:gd name="connsiteY14" fmla="*/ -240 h 156077"/>
                <a:gd name="connsiteX15" fmla="*/ 74713 w 124714"/>
                <a:gd name="connsiteY15" fmla="*/ -44 h 156077"/>
                <a:gd name="connsiteX16" fmla="*/ 124456 w 124714"/>
                <a:gd name="connsiteY16" fmla="*/ 19918 h 156077"/>
                <a:gd name="connsiteX17" fmla="*/ 109108 w 124714"/>
                <a:gd name="connsiteY17" fmla="*/ 37231 h 156077"/>
                <a:gd name="connsiteX18" fmla="*/ 108420 w 124714"/>
                <a:gd name="connsiteY18" fmla="*/ 37263 h 156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714" h="156077">
                  <a:moveTo>
                    <a:pt x="108420" y="37263"/>
                  </a:moveTo>
                  <a:cubicBezTo>
                    <a:pt x="106096" y="37263"/>
                    <a:pt x="103805" y="36576"/>
                    <a:pt x="101875" y="35299"/>
                  </a:cubicBezTo>
                  <a:cubicBezTo>
                    <a:pt x="92352" y="30424"/>
                    <a:pt x="81814" y="27937"/>
                    <a:pt x="71113" y="28100"/>
                  </a:cubicBezTo>
                  <a:cubicBezTo>
                    <a:pt x="60314" y="28100"/>
                    <a:pt x="48206" y="31700"/>
                    <a:pt x="48206" y="44462"/>
                  </a:cubicBezTo>
                  <a:cubicBezTo>
                    <a:pt x="48206" y="57226"/>
                    <a:pt x="58023" y="57880"/>
                    <a:pt x="66532" y="60825"/>
                  </a:cubicBezTo>
                  <a:cubicBezTo>
                    <a:pt x="87803" y="69006"/>
                    <a:pt x="114965" y="77515"/>
                    <a:pt x="114965" y="105332"/>
                  </a:cubicBezTo>
                  <a:cubicBezTo>
                    <a:pt x="114965" y="140675"/>
                    <a:pt x="85185" y="155729"/>
                    <a:pt x="53441" y="155729"/>
                  </a:cubicBezTo>
                  <a:cubicBezTo>
                    <a:pt x="37242" y="155500"/>
                    <a:pt x="21305" y="151475"/>
                    <a:pt x="6972" y="143948"/>
                  </a:cubicBezTo>
                  <a:cubicBezTo>
                    <a:pt x="2586" y="141820"/>
                    <a:pt x="-228" y="137370"/>
                    <a:pt x="-228" y="132494"/>
                  </a:cubicBezTo>
                  <a:cubicBezTo>
                    <a:pt x="754" y="123756"/>
                    <a:pt x="7986" y="117048"/>
                    <a:pt x="16789" y="116786"/>
                  </a:cubicBezTo>
                  <a:cubicBezTo>
                    <a:pt x="18524" y="116361"/>
                    <a:pt x="20290" y="116361"/>
                    <a:pt x="22025" y="116786"/>
                  </a:cubicBezTo>
                  <a:cubicBezTo>
                    <a:pt x="32530" y="122840"/>
                    <a:pt x="44278" y="126439"/>
                    <a:pt x="56387" y="127257"/>
                  </a:cubicBezTo>
                  <a:cubicBezTo>
                    <a:pt x="68168" y="127257"/>
                    <a:pt x="82895" y="124967"/>
                    <a:pt x="82895" y="110241"/>
                  </a:cubicBezTo>
                  <a:cubicBezTo>
                    <a:pt x="82895" y="81116"/>
                    <a:pt x="17444" y="93550"/>
                    <a:pt x="17444" y="48063"/>
                  </a:cubicBezTo>
                  <a:cubicBezTo>
                    <a:pt x="19244" y="19559"/>
                    <a:pt x="43821" y="-2073"/>
                    <a:pt x="72325" y="-240"/>
                  </a:cubicBezTo>
                  <a:cubicBezTo>
                    <a:pt x="73142" y="-207"/>
                    <a:pt x="73927" y="-142"/>
                    <a:pt x="74713" y="-44"/>
                  </a:cubicBezTo>
                  <a:cubicBezTo>
                    <a:pt x="86494" y="-44"/>
                    <a:pt x="124456" y="3229"/>
                    <a:pt x="124456" y="19918"/>
                  </a:cubicBezTo>
                  <a:cubicBezTo>
                    <a:pt x="125012" y="28951"/>
                    <a:pt x="118140" y="36706"/>
                    <a:pt x="109108" y="37231"/>
                  </a:cubicBezTo>
                  <a:cubicBezTo>
                    <a:pt x="108878" y="37263"/>
                    <a:pt x="108649" y="37263"/>
                    <a:pt x="108420" y="37263"/>
                  </a:cubicBezTo>
                  <a:close/>
                </a:path>
              </a:pathLst>
            </a:custGeom>
            <a:solidFill>
              <a:srgbClr val="FFFFFF"/>
            </a:solidFill>
            <a:ln w="32716" cap="flat">
              <a:noFill/>
              <a:prstDash val="solid"/>
              <a:miter/>
            </a:ln>
          </p:spPr>
          <p:txBody>
            <a:bodyPr rtlCol="0" anchor="ctr"/>
            <a:lstStyle/>
            <a:p>
              <a:endParaRPr lang="sv-SE"/>
            </a:p>
          </p:txBody>
        </p:sp>
        <p:sp>
          <p:nvSpPr>
            <p:cNvPr id="36" name="Frihandsfigur: Form 35">
              <a:extLst>
                <a:ext uri="{FF2B5EF4-FFF2-40B4-BE49-F238E27FC236}">
                  <a16:creationId xmlns:a16="http://schemas.microsoft.com/office/drawing/2014/main" id="{09E0F69F-0D88-47B9-93FA-1615197BAE7F}"/>
                </a:ext>
              </a:extLst>
            </p:cNvPr>
            <p:cNvSpPr/>
            <p:nvPr/>
          </p:nvSpPr>
          <p:spPr>
            <a:xfrm>
              <a:off x="2624593" y="2651859"/>
              <a:ext cx="129264" cy="250479"/>
            </a:xfrm>
            <a:custGeom>
              <a:avLst/>
              <a:gdLst>
                <a:gd name="connsiteX0" fmla="*/ 123474 w 129264"/>
                <a:gd name="connsiteY0" fmla="*/ 123680 h 250479"/>
                <a:gd name="connsiteX1" fmla="*/ 75368 w 129264"/>
                <a:gd name="connsiteY1" fmla="*/ 164586 h 250479"/>
                <a:gd name="connsiteX2" fmla="*/ 114637 w 129264"/>
                <a:gd name="connsiteY2" fmla="*/ 224802 h 250479"/>
                <a:gd name="connsiteX3" fmla="*/ 116928 w 129264"/>
                <a:gd name="connsiteY3" fmla="*/ 232983 h 250479"/>
                <a:gd name="connsiteX4" fmla="*/ 102726 w 129264"/>
                <a:gd name="connsiteY4" fmla="*/ 250065 h 250479"/>
                <a:gd name="connsiteX5" fmla="*/ 87803 w 129264"/>
                <a:gd name="connsiteY5" fmla="*/ 242473 h 250479"/>
                <a:gd name="connsiteX6" fmla="*/ 49842 w 129264"/>
                <a:gd name="connsiteY6" fmla="*/ 181931 h 250479"/>
                <a:gd name="connsiteX7" fmla="*/ 37078 w 129264"/>
                <a:gd name="connsiteY7" fmla="*/ 192731 h 250479"/>
                <a:gd name="connsiteX8" fmla="*/ 32170 w 129264"/>
                <a:gd name="connsiteY8" fmla="*/ 233637 h 250479"/>
                <a:gd name="connsiteX9" fmla="*/ 13516 w 129264"/>
                <a:gd name="connsiteY9" fmla="*/ 249672 h 250479"/>
                <a:gd name="connsiteX10" fmla="*/ -228 w 129264"/>
                <a:gd name="connsiteY10" fmla="*/ 236582 h 250479"/>
                <a:gd name="connsiteX11" fmla="*/ -228 w 129264"/>
                <a:gd name="connsiteY11" fmla="*/ 235928 h 250479"/>
                <a:gd name="connsiteX12" fmla="*/ 26607 w 129264"/>
                <a:gd name="connsiteY12" fmla="*/ 16341 h 250479"/>
                <a:gd name="connsiteX13" fmla="*/ 44606 w 129264"/>
                <a:gd name="connsiteY13" fmla="*/ -349 h 250479"/>
                <a:gd name="connsiteX14" fmla="*/ 59005 w 129264"/>
                <a:gd name="connsiteY14" fmla="*/ 14050 h 250479"/>
                <a:gd name="connsiteX15" fmla="*/ 41987 w 129264"/>
                <a:gd name="connsiteY15" fmla="*/ 153787 h 250479"/>
                <a:gd name="connsiteX16" fmla="*/ 104166 w 129264"/>
                <a:gd name="connsiteY16" fmla="*/ 101099 h 250479"/>
                <a:gd name="connsiteX17" fmla="*/ 114311 w 129264"/>
                <a:gd name="connsiteY17" fmla="*/ 97500 h 250479"/>
                <a:gd name="connsiteX18" fmla="*/ 129037 w 129264"/>
                <a:gd name="connsiteY18" fmla="*/ 111899 h 250479"/>
                <a:gd name="connsiteX19" fmla="*/ 123474 w 129264"/>
                <a:gd name="connsiteY19" fmla="*/ 123680 h 25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9264" h="250479">
                  <a:moveTo>
                    <a:pt x="123474" y="123680"/>
                  </a:moveTo>
                  <a:lnTo>
                    <a:pt x="75368" y="164586"/>
                  </a:lnTo>
                  <a:lnTo>
                    <a:pt x="114637" y="224802"/>
                  </a:lnTo>
                  <a:cubicBezTo>
                    <a:pt x="116143" y="227255"/>
                    <a:pt x="116961" y="230103"/>
                    <a:pt x="116928" y="232983"/>
                  </a:cubicBezTo>
                  <a:cubicBezTo>
                    <a:pt x="117714" y="241622"/>
                    <a:pt x="111366" y="249280"/>
                    <a:pt x="102726" y="250065"/>
                  </a:cubicBezTo>
                  <a:cubicBezTo>
                    <a:pt x="96705" y="250621"/>
                    <a:pt x="90912" y="247644"/>
                    <a:pt x="87803" y="242473"/>
                  </a:cubicBezTo>
                  <a:lnTo>
                    <a:pt x="49842" y="181931"/>
                  </a:lnTo>
                  <a:lnTo>
                    <a:pt x="37078" y="192731"/>
                  </a:lnTo>
                  <a:lnTo>
                    <a:pt x="32170" y="233637"/>
                  </a:lnTo>
                  <a:cubicBezTo>
                    <a:pt x="30730" y="242833"/>
                    <a:pt x="22810" y="249639"/>
                    <a:pt x="13516" y="249672"/>
                  </a:cubicBezTo>
                  <a:cubicBezTo>
                    <a:pt x="6121" y="249869"/>
                    <a:pt x="-32" y="244011"/>
                    <a:pt x="-228" y="236582"/>
                  </a:cubicBezTo>
                  <a:cubicBezTo>
                    <a:pt x="-228" y="236354"/>
                    <a:pt x="-228" y="236157"/>
                    <a:pt x="-228" y="235928"/>
                  </a:cubicBezTo>
                  <a:cubicBezTo>
                    <a:pt x="-228" y="235928"/>
                    <a:pt x="-228" y="235928"/>
                    <a:pt x="26607" y="16341"/>
                  </a:cubicBezTo>
                  <a:cubicBezTo>
                    <a:pt x="27948" y="7243"/>
                    <a:pt x="35443" y="305"/>
                    <a:pt x="44606" y="-349"/>
                  </a:cubicBezTo>
                  <a:cubicBezTo>
                    <a:pt x="52558" y="-349"/>
                    <a:pt x="59005" y="6098"/>
                    <a:pt x="59005" y="14050"/>
                  </a:cubicBezTo>
                  <a:cubicBezTo>
                    <a:pt x="59005" y="14050"/>
                    <a:pt x="59005" y="15686"/>
                    <a:pt x="41987" y="153787"/>
                  </a:cubicBezTo>
                  <a:lnTo>
                    <a:pt x="104166" y="101099"/>
                  </a:lnTo>
                  <a:cubicBezTo>
                    <a:pt x="106980" y="98678"/>
                    <a:pt x="110613" y="97369"/>
                    <a:pt x="114311" y="97500"/>
                  </a:cubicBezTo>
                  <a:cubicBezTo>
                    <a:pt x="122197" y="97827"/>
                    <a:pt x="128546" y="104045"/>
                    <a:pt x="129037" y="111899"/>
                  </a:cubicBezTo>
                  <a:cubicBezTo>
                    <a:pt x="129070" y="116480"/>
                    <a:pt x="127008" y="120800"/>
                    <a:pt x="123474" y="123680"/>
                  </a:cubicBezTo>
                  <a:close/>
                </a:path>
              </a:pathLst>
            </a:custGeom>
            <a:solidFill>
              <a:srgbClr val="FFFFFF"/>
            </a:solidFill>
            <a:ln w="32716" cap="flat">
              <a:noFill/>
              <a:prstDash val="solid"/>
              <a:miter/>
            </a:ln>
          </p:spPr>
          <p:txBody>
            <a:bodyPr rtlCol="0" anchor="ctr"/>
            <a:lstStyle/>
            <a:p>
              <a:endParaRPr lang="sv-SE"/>
            </a:p>
          </p:txBody>
        </p:sp>
        <p:sp>
          <p:nvSpPr>
            <p:cNvPr id="37" name="Frihandsfigur: Form 36">
              <a:extLst>
                <a:ext uri="{FF2B5EF4-FFF2-40B4-BE49-F238E27FC236}">
                  <a16:creationId xmlns:a16="http://schemas.microsoft.com/office/drawing/2014/main" id="{FCD6D988-AE45-44E2-B1F3-CAD456B3F96F}"/>
                </a:ext>
              </a:extLst>
            </p:cNvPr>
            <p:cNvSpPr/>
            <p:nvPr/>
          </p:nvSpPr>
          <p:spPr>
            <a:xfrm>
              <a:off x="2764329" y="2750018"/>
              <a:ext cx="140719" cy="152160"/>
            </a:xfrm>
            <a:custGeom>
              <a:avLst/>
              <a:gdLst>
                <a:gd name="connsiteX0" fmla="*/ 139837 w 140719"/>
                <a:gd name="connsiteY0" fmla="*/ 46466 h 152160"/>
                <a:gd name="connsiteX1" fmla="*/ 129038 w 140719"/>
                <a:gd name="connsiteY1" fmla="*/ 135478 h 152160"/>
                <a:gd name="connsiteX2" fmla="*/ 111038 w 140719"/>
                <a:gd name="connsiteY2" fmla="*/ 151514 h 152160"/>
                <a:gd name="connsiteX3" fmla="*/ 96966 w 140719"/>
                <a:gd name="connsiteY3" fmla="*/ 138783 h 152160"/>
                <a:gd name="connsiteX4" fmla="*/ 96966 w 140719"/>
                <a:gd name="connsiteY4" fmla="*/ 137442 h 152160"/>
                <a:gd name="connsiteX5" fmla="*/ 96966 w 140719"/>
                <a:gd name="connsiteY5" fmla="*/ 135151 h 152160"/>
                <a:gd name="connsiteX6" fmla="*/ 45915 w 140719"/>
                <a:gd name="connsiteY6" fmla="*/ 151514 h 152160"/>
                <a:gd name="connsiteX7" fmla="*/ 67 w 140719"/>
                <a:gd name="connsiteY7" fmla="*/ 115484 h 152160"/>
                <a:gd name="connsiteX8" fmla="*/ -228 w 140719"/>
                <a:gd name="connsiteY8" fmla="*/ 111589 h 152160"/>
                <a:gd name="connsiteX9" fmla="*/ 78968 w 140719"/>
                <a:gd name="connsiteY9" fmla="*/ 52683 h 152160"/>
                <a:gd name="connsiteX10" fmla="*/ 106457 w 140719"/>
                <a:gd name="connsiteY10" fmla="*/ 54974 h 152160"/>
                <a:gd name="connsiteX11" fmla="*/ 106457 w 140719"/>
                <a:gd name="connsiteY11" fmla="*/ 47775 h 152160"/>
                <a:gd name="connsiteX12" fmla="*/ 73732 w 140719"/>
                <a:gd name="connsiteY12" fmla="*/ 26503 h 152160"/>
                <a:gd name="connsiteX13" fmla="*/ 41006 w 140719"/>
                <a:gd name="connsiteY13" fmla="*/ 35666 h 152160"/>
                <a:gd name="connsiteX14" fmla="*/ 34788 w 140719"/>
                <a:gd name="connsiteY14" fmla="*/ 37303 h 152160"/>
                <a:gd name="connsiteX15" fmla="*/ 22025 w 140719"/>
                <a:gd name="connsiteY15" fmla="*/ 24539 h 152160"/>
                <a:gd name="connsiteX16" fmla="*/ 32170 w 140719"/>
                <a:gd name="connsiteY16" fmla="*/ 9813 h 152160"/>
                <a:gd name="connsiteX17" fmla="*/ 86167 w 140719"/>
                <a:gd name="connsiteY17" fmla="*/ -331 h 152160"/>
                <a:gd name="connsiteX18" fmla="*/ 140492 w 140719"/>
                <a:gd name="connsiteY18" fmla="*/ 39266 h 152160"/>
                <a:gd name="connsiteX19" fmla="*/ 139837 w 140719"/>
                <a:gd name="connsiteY19" fmla="*/ 46466 h 152160"/>
                <a:gd name="connsiteX20" fmla="*/ 81585 w 140719"/>
                <a:gd name="connsiteY20" fmla="*/ 75918 h 152160"/>
                <a:gd name="connsiteX21" fmla="*/ 33152 w 140719"/>
                <a:gd name="connsiteY21" fmla="*/ 104062 h 152160"/>
                <a:gd name="connsiteX22" fmla="*/ 57369 w 140719"/>
                <a:gd name="connsiteY22" fmla="*/ 123370 h 152160"/>
                <a:gd name="connsiteX23" fmla="*/ 99912 w 140719"/>
                <a:gd name="connsiteY23" fmla="*/ 110934 h 152160"/>
                <a:gd name="connsiteX24" fmla="*/ 103838 w 140719"/>
                <a:gd name="connsiteY24" fmla="*/ 78209 h 152160"/>
                <a:gd name="connsiteX25" fmla="*/ 81585 w 140719"/>
                <a:gd name="connsiteY25" fmla="*/ 75918 h 152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719" h="152160">
                  <a:moveTo>
                    <a:pt x="139837" y="46466"/>
                  </a:moveTo>
                  <a:lnTo>
                    <a:pt x="129038" y="135478"/>
                  </a:lnTo>
                  <a:cubicBezTo>
                    <a:pt x="127630" y="144445"/>
                    <a:pt x="120103" y="151154"/>
                    <a:pt x="111038" y="151514"/>
                  </a:cubicBezTo>
                  <a:cubicBezTo>
                    <a:pt x="103643" y="151874"/>
                    <a:pt x="97327" y="146180"/>
                    <a:pt x="96966" y="138783"/>
                  </a:cubicBezTo>
                  <a:cubicBezTo>
                    <a:pt x="96933" y="138326"/>
                    <a:pt x="96933" y="137900"/>
                    <a:pt x="96966" y="137442"/>
                  </a:cubicBezTo>
                  <a:lnTo>
                    <a:pt x="96966" y="135151"/>
                  </a:lnTo>
                  <a:cubicBezTo>
                    <a:pt x="81651" y="144903"/>
                    <a:pt x="64044" y="150532"/>
                    <a:pt x="45915" y="151514"/>
                  </a:cubicBezTo>
                  <a:cubicBezTo>
                    <a:pt x="23301" y="154230"/>
                    <a:pt x="2783" y="138096"/>
                    <a:pt x="67" y="115484"/>
                  </a:cubicBezTo>
                  <a:cubicBezTo>
                    <a:pt x="-97" y="114207"/>
                    <a:pt x="-195" y="112898"/>
                    <a:pt x="-228" y="111589"/>
                  </a:cubicBezTo>
                  <a:cubicBezTo>
                    <a:pt x="-228" y="71010"/>
                    <a:pt x="44606" y="52683"/>
                    <a:pt x="78968" y="52683"/>
                  </a:cubicBezTo>
                  <a:cubicBezTo>
                    <a:pt x="88196" y="52618"/>
                    <a:pt x="97392" y="53404"/>
                    <a:pt x="106457" y="54974"/>
                  </a:cubicBezTo>
                  <a:cubicBezTo>
                    <a:pt x="106588" y="52586"/>
                    <a:pt x="106588" y="50164"/>
                    <a:pt x="106457" y="47775"/>
                  </a:cubicBezTo>
                  <a:cubicBezTo>
                    <a:pt x="106457" y="29121"/>
                    <a:pt x="89767" y="26503"/>
                    <a:pt x="73732" y="26503"/>
                  </a:cubicBezTo>
                  <a:cubicBezTo>
                    <a:pt x="62245" y="26961"/>
                    <a:pt x="51053" y="30103"/>
                    <a:pt x="41006" y="35666"/>
                  </a:cubicBezTo>
                  <a:cubicBezTo>
                    <a:pt x="39108" y="36713"/>
                    <a:pt x="36949" y="37270"/>
                    <a:pt x="34788" y="37303"/>
                  </a:cubicBezTo>
                  <a:cubicBezTo>
                    <a:pt x="27753" y="37303"/>
                    <a:pt x="22025" y="31575"/>
                    <a:pt x="22025" y="24539"/>
                  </a:cubicBezTo>
                  <a:cubicBezTo>
                    <a:pt x="22091" y="18028"/>
                    <a:pt x="26116" y="12202"/>
                    <a:pt x="32170" y="9813"/>
                  </a:cubicBezTo>
                  <a:cubicBezTo>
                    <a:pt x="49319" y="2842"/>
                    <a:pt x="67678" y="-626"/>
                    <a:pt x="86167" y="-331"/>
                  </a:cubicBezTo>
                  <a:cubicBezTo>
                    <a:pt x="112675" y="-331"/>
                    <a:pt x="140492" y="7522"/>
                    <a:pt x="140492" y="39266"/>
                  </a:cubicBezTo>
                  <a:cubicBezTo>
                    <a:pt x="140459" y="41688"/>
                    <a:pt x="140229" y="44077"/>
                    <a:pt x="139837" y="46466"/>
                  </a:cubicBezTo>
                  <a:close/>
                  <a:moveTo>
                    <a:pt x="81585" y="75918"/>
                  </a:moveTo>
                  <a:cubicBezTo>
                    <a:pt x="64895" y="75918"/>
                    <a:pt x="33152" y="81808"/>
                    <a:pt x="33152" y="104062"/>
                  </a:cubicBezTo>
                  <a:cubicBezTo>
                    <a:pt x="33152" y="117807"/>
                    <a:pt x="45261" y="123370"/>
                    <a:pt x="57369" y="123370"/>
                  </a:cubicBezTo>
                  <a:cubicBezTo>
                    <a:pt x="72389" y="123076"/>
                    <a:pt x="87083" y="118788"/>
                    <a:pt x="99912" y="110934"/>
                  </a:cubicBezTo>
                  <a:lnTo>
                    <a:pt x="103838" y="78209"/>
                  </a:lnTo>
                  <a:cubicBezTo>
                    <a:pt x="96541" y="76605"/>
                    <a:pt x="89080" y="75853"/>
                    <a:pt x="81585" y="75918"/>
                  </a:cubicBezTo>
                  <a:close/>
                </a:path>
              </a:pathLst>
            </a:custGeom>
            <a:solidFill>
              <a:srgbClr val="FFFFFF"/>
            </a:solidFill>
            <a:ln w="32716" cap="flat">
              <a:noFill/>
              <a:prstDash val="solid"/>
              <a:miter/>
            </a:ln>
          </p:spPr>
          <p:txBody>
            <a:bodyPr rtlCol="0" anchor="ctr"/>
            <a:lstStyle/>
            <a:p>
              <a:endParaRPr lang="sv-SE"/>
            </a:p>
          </p:txBody>
        </p:sp>
        <p:sp>
          <p:nvSpPr>
            <p:cNvPr id="38" name="Frihandsfigur: Form 37">
              <a:extLst>
                <a:ext uri="{FF2B5EF4-FFF2-40B4-BE49-F238E27FC236}">
                  <a16:creationId xmlns:a16="http://schemas.microsoft.com/office/drawing/2014/main" id="{E88F14F2-594D-4880-B485-C3AB975876AC}"/>
                </a:ext>
              </a:extLst>
            </p:cNvPr>
            <p:cNvSpPr/>
            <p:nvPr/>
          </p:nvSpPr>
          <p:spPr>
            <a:xfrm>
              <a:off x="1856529" y="3092810"/>
              <a:ext cx="234349" cy="154000"/>
            </a:xfrm>
            <a:custGeom>
              <a:avLst/>
              <a:gdLst>
                <a:gd name="connsiteX0" fmla="*/ 233758 w 234349"/>
                <a:gd name="connsiteY0" fmla="*/ 52526 h 154000"/>
                <a:gd name="connsiteX1" fmla="*/ 223286 w 234349"/>
                <a:gd name="connsiteY1" fmla="*/ 137612 h 154000"/>
                <a:gd name="connsiteX2" fmla="*/ 205287 w 234349"/>
                <a:gd name="connsiteY2" fmla="*/ 153647 h 154000"/>
                <a:gd name="connsiteX3" fmla="*/ 191215 w 234349"/>
                <a:gd name="connsiteY3" fmla="*/ 140229 h 154000"/>
                <a:gd name="connsiteX4" fmla="*/ 191215 w 234349"/>
                <a:gd name="connsiteY4" fmla="*/ 139575 h 154000"/>
                <a:gd name="connsiteX5" fmla="*/ 191215 w 234349"/>
                <a:gd name="connsiteY5" fmla="*/ 137612 h 154000"/>
                <a:gd name="connsiteX6" fmla="*/ 200706 w 234349"/>
                <a:gd name="connsiteY6" fmla="*/ 59070 h 154000"/>
                <a:gd name="connsiteX7" fmla="*/ 200706 w 234349"/>
                <a:gd name="connsiteY7" fmla="*/ 54489 h 154000"/>
                <a:gd name="connsiteX8" fmla="*/ 172889 w 234349"/>
                <a:gd name="connsiteY8" fmla="*/ 30927 h 154000"/>
                <a:gd name="connsiteX9" fmla="*/ 135255 w 234349"/>
                <a:gd name="connsiteY9" fmla="*/ 63652 h 154000"/>
                <a:gd name="connsiteX10" fmla="*/ 126092 w 234349"/>
                <a:gd name="connsiteY10" fmla="*/ 136957 h 154000"/>
                <a:gd name="connsiteX11" fmla="*/ 109402 w 234349"/>
                <a:gd name="connsiteY11" fmla="*/ 152338 h 154000"/>
                <a:gd name="connsiteX12" fmla="*/ 95984 w 234349"/>
                <a:gd name="connsiteY12" fmla="*/ 139575 h 154000"/>
                <a:gd name="connsiteX13" fmla="*/ 95984 w 234349"/>
                <a:gd name="connsiteY13" fmla="*/ 139575 h 154000"/>
                <a:gd name="connsiteX14" fmla="*/ 95984 w 234349"/>
                <a:gd name="connsiteY14" fmla="*/ 137284 h 154000"/>
                <a:gd name="connsiteX15" fmla="*/ 105802 w 234349"/>
                <a:gd name="connsiteY15" fmla="*/ 60380 h 154000"/>
                <a:gd name="connsiteX16" fmla="*/ 105802 w 234349"/>
                <a:gd name="connsiteY16" fmla="*/ 53508 h 154000"/>
                <a:gd name="connsiteX17" fmla="*/ 86854 w 234349"/>
                <a:gd name="connsiteY17" fmla="*/ 29553 h 154000"/>
                <a:gd name="connsiteX18" fmla="*/ 81258 w 234349"/>
                <a:gd name="connsiteY18" fmla="*/ 29618 h 154000"/>
                <a:gd name="connsiteX19" fmla="*/ 40842 w 234349"/>
                <a:gd name="connsiteY19" fmla="*/ 62801 h 154000"/>
                <a:gd name="connsiteX20" fmla="*/ 40679 w 234349"/>
                <a:gd name="connsiteY20" fmla="*/ 65616 h 154000"/>
                <a:gd name="connsiteX21" fmla="*/ 32170 w 234349"/>
                <a:gd name="connsiteY21" fmla="*/ 136303 h 154000"/>
                <a:gd name="connsiteX22" fmla="*/ 13844 w 234349"/>
                <a:gd name="connsiteY22" fmla="*/ 152338 h 154000"/>
                <a:gd name="connsiteX23" fmla="*/ -228 w 234349"/>
                <a:gd name="connsiteY23" fmla="*/ 137612 h 154000"/>
                <a:gd name="connsiteX24" fmla="*/ -228 w 234349"/>
                <a:gd name="connsiteY24" fmla="*/ 135975 h 154000"/>
                <a:gd name="connsiteX25" fmla="*/ 14498 w 234349"/>
                <a:gd name="connsiteY25" fmla="*/ 16200 h 154000"/>
                <a:gd name="connsiteX26" fmla="*/ 32497 w 234349"/>
                <a:gd name="connsiteY26" fmla="*/ -162 h 154000"/>
                <a:gd name="connsiteX27" fmla="*/ 46896 w 234349"/>
                <a:gd name="connsiteY27" fmla="*/ 12928 h 154000"/>
                <a:gd name="connsiteX28" fmla="*/ 46896 w 234349"/>
                <a:gd name="connsiteY28" fmla="*/ 13583 h 154000"/>
                <a:gd name="connsiteX29" fmla="*/ 46896 w 234349"/>
                <a:gd name="connsiteY29" fmla="*/ 19145 h 154000"/>
                <a:gd name="connsiteX30" fmla="*/ 97293 w 234349"/>
                <a:gd name="connsiteY30" fmla="*/ -162 h 154000"/>
                <a:gd name="connsiteX31" fmla="*/ 135255 w 234349"/>
                <a:gd name="connsiteY31" fmla="*/ 21110 h 154000"/>
                <a:gd name="connsiteX32" fmla="*/ 187943 w 234349"/>
                <a:gd name="connsiteY32" fmla="*/ -162 h 154000"/>
                <a:gd name="connsiteX33" fmla="*/ 234085 w 234349"/>
                <a:gd name="connsiteY33" fmla="*/ 42053 h 154000"/>
                <a:gd name="connsiteX34" fmla="*/ 233758 w 234349"/>
                <a:gd name="connsiteY34" fmla="*/ 52526 h 1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4349" h="154000">
                  <a:moveTo>
                    <a:pt x="233758" y="52526"/>
                  </a:moveTo>
                  <a:lnTo>
                    <a:pt x="223286" y="137612"/>
                  </a:lnTo>
                  <a:cubicBezTo>
                    <a:pt x="221781" y="146512"/>
                    <a:pt x="214286" y="153156"/>
                    <a:pt x="205287" y="153647"/>
                  </a:cubicBezTo>
                  <a:cubicBezTo>
                    <a:pt x="197695" y="153844"/>
                    <a:pt x="191411" y="147822"/>
                    <a:pt x="191215" y="140229"/>
                  </a:cubicBezTo>
                  <a:cubicBezTo>
                    <a:pt x="191215" y="140001"/>
                    <a:pt x="191215" y="139804"/>
                    <a:pt x="191215" y="139575"/>
                  </a:cubicBezTo>
                  <a:lnTo>
                    <a:pt x="191215" y="137612"/>
                  </a:lnTo>
                  <a:lnTo>
                    <a:pt x="200706" y="59070"/>
                  </a:lnTo>
                  <a:cubicBezTo>
                    <a:pt x="200902" y="57565"/>
                    <a:pt x="200902" y="55994"/>
                    <a:pt x="200706" y="54489"/>
                  </a:cubicBezTo>
                  <a:cubicBezTo>
                    <a:pt x="200706" y="38127"/>
                    <a:pt x="188270" y="30927"/>
                    <a:pt x="172889" y="30927"/>
                  </a:cubicBezTo>
                  <a:cubicBezTo>
                    <a:pt x="153712" y="30305"/>
                    <a:pt x="137316" y="44573"/>
                    <a:pt x="135255" y="63652"/>
                  </a:cubicBezTo>
                  <a:lnTo>
                    <a:pt x="126092" y="136957"/>
                  </a:lnTo>
                  <a:cubicBezTo>
                    <a:pt x="125110" y="145531"/>
                    <a:pt x="118008" y="152076"/>
                    <a:pt x="109402" y="152338"/>
                  </a:cubicBezTo>
                  <a:cubicBezTo>
                    <a:pt x="102170" y="152534"/>
                    <a:pt x="96181" y="146807"/>
                    <a:pt x="95984" y="139575"/>
                  </a:cubicBezTo>
                  <a:cubicBezTo>
                    <a:pt x="95984" y="139575"/>
                    <a:pt x="95984" y="139575"/>
                    <a:pt x="95984" y="139575"/>
                  </a:cubicBezTo>
                  <a:lnTo>
                    <a:pt x="95984" y="137284"/>
                  </a:lnTo>
                  <a:lnTo>
                    <a:pt x="105802" y="60380"/>
                  </a:lnTo>
                  <a:cubicBezTo>
                    <a:pt x="105998" y="58089"/>
                    <a:pt x="105998" y="55799"/>
                    <a:pt x="105802" y="53508"/>
                  </a:cubicBezTo>
                  <a:cubicBezTo>
                    <a:pt x="107177" y="41661"/>
                    <a:pt x="98701" y="30927"/>
                    <a:pt x="86854" y="29553"/>
                  </a:cubicBezTo>
                  <a:cubicBezTo>
                    <a:pt x="84989" y="29323"/>
                    <a:pt x="83123" y="29356"/>
                    <a:pt x="81258" y="29618"/>
                  </a:cubicBezTo>
                  <a:cubicBezTo>
                    <a:pt x="60935" y="27621"/>
                    <a:pt x="42838" y="42479"/>
                    <a:pt x="40842" y="62801"/>
                  </a:cubicBezTo>
                  <a:cubicBezTo>
                    <a:pt x="40744" y="63750"/>
                    <a:pt x="40711" y="64667"/>
                    <a:pt x="40679" y="65616"/>
                  </a:cubicBezTo>
                  <a:lnTo>
                    <a:pt x="32170" y="136303"/>
                  </a:lnTo>
                  <a:cubicBezTo>
                    <a:pt x="30501" y="145237"/>
                    <a:pt x="22941" y="151879"/>
                    <a:pt x="13844" y="152338"/>
                  </a:cubicBezTo>
                  <a:cubicBezTo>
                    <a:pt x="5957" y="151978"/>
                    <a:pt x="-228" y="145499"/>
                    <a:pt x="-228" y="137612"/>
                  </a:cubicBezTo>
                  <a:lnTo>
                    <a:pt x="-228" y="135975"/>
                  </a:lnTo>
                  <a:lnTo>
                    <a:pt x="14498" y="16200"/>
                  </a:lnTo>
                  <a:cubicBezTo>
                    <a:pt x="15480" y="6972"/>
                    <a:pt x="23236" y="-64"/>
                    <a:pt x="32497" y="-162"/>
                  </a:cubicBezTo>
                  <a:cubicBezTo>
                    <a:pt x="40090" y="-522"/>
                    <a:pt x="46504" y="5335"/>
                    <a:pt x="46896" y="12928"/>
                  </a:cubicBezTo>
                  <a:cubicBezTo>
                    <a:pt x="46896" y="13124"/>
                    <a:pt x="46896" y="13354"/>
                    <a:pt x="46896" y="13583"/>
                  </a:cubicBezTo>
                  <a:cubicBezTo>
                    <a:pt x="47093" y="15415"/>
                    <a:pt x="47093" y="17281"/>
                    <a:pt x="46896" y="19145"/>
                  </a:cubicBezTo>
                  <a:cubicBezTo>
                    <a:pt x="60608" y="6514"/>
                    <a:pt x="78640" y="-391"/>
                    <a:pt x="97293" y="-162"/>
                  </a:cubicBezTo>
                  <a:cubicBezTo>
                    <a:pt x="113165" y="-1733"/>
                    <a:pt x="128317" y="6743"/>
                    <a:pt x="135255" y="21110"/>
                  </a:cubicBezTo>
                  <a:cubicBezTo>
                    <a:pt x="149163" y="7103"/>
                    <a:pt x="168209" y="-588"/>
                    <a:pt x="187943" y="-162"/>
                  </a:cubicBezTo>
                  <a:cubicBezTo>
                    <a:pt x="215759" y="-162"/>
                    <a:pt x="234085" y="12928"/>
                    <a:pt x="234085" y="42053"/>
                  </a:cubicBezTo>
                  <a:cubicBezTo>
                    <a:pt x="234183" y="45555"/>
                    <a:pt x="234085" y="49056"/>
                    <a:pt x="233758" y="52526"/>
                  </a:cubicBezTo>
                  <a:close/>
                </a:path>
              </a:pathLst>
            </a:custGeom>
            <a:solidFill>
              <a:srgbClr val="FFFFFF"/>
            </a:solidFill>
            <a:ln w="32716" cap="flat">
              <a:noFill/>
              <a:prstDash val="solid"/>
              <a:miter/>
            </a:ln>
          </p:spPr>
          <p:txBody>
            <a:bodyPr rtlCol="0" anchor="ctr"/>
            <a:lstStyle/>
            <a:p>
              <a:endParaRPr lang="sv-SE"/>
            </a:p>
          </p:txBody>
        </p:sp>
        <p:sp>
          <p:nvSpPr>
            <p:cNvPr id="39" name="Frihandsfigur: Form 38">
              <a:extLst>
                <a:ext uri="{FF2B5EF4-FFF2-40B4-BE49-F238E27FC236}">
                  <a16:creationId xmlns:a16="http://schemas.microsoft.com/office/drawing/2014/main" id="{B630B299-A73A-4771-AF6B-CD098365FC79}"/>
                </a:ext>
              </a:extLst>
            </p:cNvPr>
            <p:cNvSpPr/>
            <p:nvPr/>
          </p:nvSpPr>
          <p:spPr>
            <a:xfrm>
              <a:off x="2111132" y="3012491"/>
              <a:ext cx="141046" cy="234536"/>
            </a:xfrm>
            <a:custGeom>
              <a:avLst/>
              <a:gdLst>
                <a:gd name="connsiteX0" fmla="*/ 140164 w 141046"/>
                <a:gd name="connsiteY0" fmla="*/ 128590 h 234536"/>
                <a:gd name="connsiteX1" fmla="*/ 129037 w 141046"/>
                <a:gd name="connsiteY1" fmla="*/ 217603 h 234536"/>
                <a:gd name="connsiteX2" fmla="*/ 111038 w 141046"/>
                <a:gd name="connsiteY2" fmla="*/ 233966 h 234536"/>
                <a:gd name="connsiteX3" fmla="*/ 96966 w 141046"/>
                <a:gd name="connsiteY3" fmla="*/ 220581 h 234536"/>
                <a:gd name="connsiteX4" fmla="*/ 96966 w 141046"/>
                <a:gd name="connsiteY4" fmla="*/ 219567 h 234536"/>
                <a:gd name="connsiteX5" fmla="*/ 96966 w 141046"/>
                <a:gd name="connsiteY5" fmla="*/ 217276 h 234536"/>
                <a:gd name="connsiteX6" fmla="*/ 45915 w 141046"/>
                <a:gd name="connsiteY6" fmla="*/ 233966 h 234536"/>
                <a:gd name="connsiteX7" fmla="*/ -32 w 141046"/>
                <a:gd name="connsiteY7" fmla="*/ 196561 h 234536"/>
                <a:gd name="connsiteX8" fmla="*/ -228 w 141046"/>
                <a:gd name="connsiteY8" fmla="*/ 193714 h 234536"/>
                <a:gd name="connsiteX9" fmla="*/ 79294 w 141046"/>
                <a:gd name="connsiteY9" fmla="*/ 134808 h 234536"/>
                <a:gd name="connsiteX10" fmla="*/ 106784 w 141046"/>
                <a:gd name="connsiteY10" fmla="*/ 137099 h 234536"/>
                <a:gd name="connsiteX11" fmla="*/ 106784 w 141046"/>
                <a:gd name="connsiteY11" fmla="*/ 129900 h 234536"/>
                <a:gd name="connsiteX12" fmla="*/ 74058 w 141046"/>
                <a:gd name="connsiteY12" fmla="*/ 108627 h 234536"/>
                <a:gd name="connsiteX13" fmla="*/ 41333 w 141046"/>
                <a:gd name="connsiteY13" fmla="*/ 117792 h 234536"/>
                <a:gd name="connsiteX14" fmla="*/ 35116 w 141046"/>
                <a:gd name="connsiteY14" fmla="*/ 119427 h 234536"/>
                <a:gd name="connsiteX15" fmla="*/ 22353 w 141046"/>
                <a:gd name="connsiteY15" fmla="*/ 106664 h 234536"/>
                <a:gd name="connsiteX16" fmla="*/ 32170 w 141046"/>
                <a:gd name="connsiteY16" fmla="*/ 91938 h 234536"/>
                <a:gd name="connsiteX17" fmla="*/ 86494 w 141046"/>
                <a:gd name="connsiteY17" fmla="*/ 81793 h 234536"/>
                <a:gd name="connsiteX18" fmla="*/ 140818 w 141046"/>
                <a:gd name="connsiteY18" fmla="*/ 121391 h 234536"/>
                <a:gd name="connsiteX19" fmla="*/ 140164 w 141046"/>
                <a:gd name="connsiteY19" fmla="*/ 128590 h 234536"/>
                <a:gd name="connsiteX20" fmla="*/ 81913 w 141046"/>
                <a:gd name="connsiteY20" fmla="*/ 158043 h 234536"/>
                <a:gd name="connsiteX21" fmla="*/ 33479 w 141046"/>
                <a:gd name="connsiteY21" fmla="*/ 186187 h 234536"/>
                <a:gd name="connsiteX22" fmla="*/ 57369 w 141046"/>
                <a:gd name="connsiteY22" fmla="*/ 205495 h 234536"/>
                <a:gd name="connsiteX23" fmla="*/ 100239 w 141046"/>
                <a:gd name="connsiteY23" fmla="*/ 193059 h 234536"/>
                <a:gd name="connsiteX24" fmla="*/ 103838 w 141046"/>
                <a:gd name="connsiteY24" fmla="*/ 160334 h 234536"/>
                <a:gd name="connsiteX25" fmla="*/ 81913 w 141046"/>
                <a:gd name="connsiteY25" fmla="*/ 158043 h 234536"/>
                <a:gd name="connsiteX26" fmla="*/ 90421 w 141046"/>
                <a:gd name="connsiteY26" fmla="*/ 69030 h 234536"/>
                <a:gd name="connsiteX27" fmla="*/ 56060 w 141046"/>
                <a:gd name="connsiteY27" fmla="*/ 34014 h 234536"/>
                <a:gd name="connsiteX28" fmla="*/ 91076 w 141046"/>
                <a:gd name="connsiteY28" fmla="*/ -347 h 234536"/>
                <a:gd name="connsiteX29" fmla="*/ 125437 w 141046"/>
                <a:gd name="connsiteY29" fmla="*/ 34341 h 234536"/>
                <a:gd name="connsiteX30" fmla="*/ 91403 w 141046"/>
                <a:gd name="connsiteY30" fmla="*/ 69030 h 234536"/>
                <a:gd name="connsiteX31" fmla="*/ 90421 w 141046"/>
                <a:gd name="connsiteY31" fmla="*/ 69030 h 234536"/>
                <a:gd name="connsiteX32" fmla="*/ 90421 w 141046"/>
                <a:gd name="connsiteY32" fmla="*/ 18960 h 234536"/>
                <a:gd name="connsiteX33" fmla="*/ 75368 w 141046"/>
                <a:gd name="connsiteY33" fmla="*/ 34669 h 234536"/>
                <a:gd name="connsiteX34" fmla="*/ 91076 w 141046"/>
                <a:gd name="connsiteY34" fmla="*/ 49722 h 234536"/>
                <a:gd name="connsiteX35" fmla="*/ 106129 w 141046"/>
                <a:gd name="connsiteY35" fmla="*/ 34341 h 234536"/>
                <a:gd name="connsiteX36" fmla="*/ 90749 w 141046"/>
                <a:gd name="connsiteY36" fmla="*/ 18960 h 234536"/>
                <a:gd name="connsiteX37" fmla="*/ 90421 w 141046"/>
                <a:gd name="connsiteY37" fmla="*/ 18960 h 234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1046" h="234536">
                  <a:moveTo>
                    <a:pt x="140164" y="128590"/>
                  </a:moveTo>
                  <a:lnTo>
                    <a:pt x="129037" y="217603"/>
                  </a:lnTo>
                  <a:cubicBezTo>
                    <a:pt x="127892" y="226766"/>
                    <a:pt x="120267" y="233704"/>
                    <a:pt x="111038" y="233966"/>
                  </a:cubicBezTo>
                  <a:cubicBezTo>
                    <a:pt x="103446" y="234163"/>
                    <a:pt x="97130" y="228174"/>
                    <a:pt x="96966" y="220581"/>
                  </a:cubicBezTo>
                  <a:cubicBezTo>
                    <a:pt x="96933" y="220221"/>
                    <a:pt x="96933" y="219894"/>
                    <a:pt x="96966" y="219567"/>
                  </a:cubicBezTo>
                  <a:lnTo>
                    <a:pt x="96966" y="217276"/>
                  </a:lnTo>
                  <a:cubicBezTo>
                    <a:pt x="81683" y="227159"/>
                    <a:pt x="64077" y="232918"/>
                    <a:pt x="45915" y="233966"/>
                  </a:cubicBezTo>
                  <a:cubicBezTo>
                    <a:pt x="22909" y="236322"/>
                    <a:pt x="2324" y="219600"/>
                    <a:pt x="-32" y="196561"/>
                  </a:cubicBezTo>
                  <a:cubicBezTo>
                    <a:pt x="-130" y="195612"/>
                    <a:pt x="-195" y="194663"/>
                    <a:pt x="-228" y="193714"/>
                  </a:cubicBezTo>
                  <a:cubicBezTo>
                    <a:pt x="-228" y="153134"/>
                    <a:pt x="44606" y="134808"/>
                    <a:pt x="79294" y="134808"/>
                  </a:cubicBezTo>
                  <a:cubicBezTo>
                    <a:pt x="88490" y="134775"/>
                    <a:pt x="97718" y="135528"/>
                    <a:pt x="106784" y="137099"/>
                  </a:cubicBezTo>
                  <a:cubicBezTo>
                    <a:pt x="106914" y="134710"/>
                    <a:pt x="106914" y="132289"/>
                    <a:pt x="106784" y="129900"/>
                  </a:cubicBezTo>
                  <a:cubicBezTo>
                    <a:pt x="106784" y="111246"/>
                    <a:pt x="89767" y="108627"/>
                    <a:pt x="74058" y="108627"/>
                  </a:cubicBezTo>
                  <a:cubicBezTo>
                    <a:pt x="62572" y="109086"/>
                    <a:pt x="51380" y="112228"/>
                    <a:pt x="41333" y="117792"/>
                  </a:cubicBezTo>
                  <a:cubicBezTo>
                    <a:pt x="39402" y="118740"/>
                    <a:pt x="37275" y="119297"/>
                    <a:pt x="35116" y="119427"/>
                  </a:cubicBezTo>
                  <a:cubicBezTo>
                    <a:pt x="28079" y="119427"/>
                    <a:pt x="22353" y="113701"/>
                    <a:pt x="22353" y="106664"/>
                  </a:cubicBezTo>
                  <a:cubicBezTo>
                    <a:pt x="22287" y="100217"/>
                    <a:pt x="26181" y="94360"/>
                    <a:pt x="32170" y="91938"/>
                  </a:cubicBezTo>
                  <a:cubicBezTo>
                    <a:pt x="49416" y="85000"/>
                    <a:pt x="67906" y="81532"/>
                    <a:pt x="86494" y="81793"/>
                  </a:cubicBezTo>
                  <a:cubicBezTo>
                    <a:pt x="113001" y="81793"/>
                    <a:pt x="140818" y="89647"/>
                    <a:pt x="140818" y="121391"/>
                  </a:cubicBezTo>
                  <a:cubicBezTo>
                    <a:pt x="140785" y="123813"/>
                    <a:pt x="140557" y="126202"/>
                    <a:pt x="140164" y="128590"/>
                  </a:cubicBezTo>
                  <a:close/>
                  <a:moveTo>
                    <a:pt x="81913" y="158043"/>
                  </a:moveTo>
                  <a:cubicBezTo>
                    <a:pt x="64895" y="158043"/>
                    <a:pt x="33479" y="163933"/>
                    <a:pt x="33479" y="186187"/>
                  </a:cubicBezTo>
                  <a:cubicBezTo>
                    <a:pt x="33479" y="199931"/>
                    <a:pt x="45260" y="205495"/>
                    <a:pt x="57369" y="205495"/>
                  </a:cubicBezTo>
                  <a:cubicBezTo>
                    <a:pt x="72520" y="205233"/>
                    <a:pt x="87312" y="200946"/>
                    <a:pt x="100239" y="193059"/>
                  </a:cubicBezTo>
                  <a:lnTo>
                    <a:pt x="103838" y="160334"/>
                  </a:lnTo>
                  <a:cubicBezTo>
                    <a:pt x="96639" y="158763"/>
                    <a:pt x="89275" y="157978"/>
                    <a:pt x="81913" y="158043"/>
                  </a:cubicBezTo>
                  <a:close/>
                  <a:moveTo>
                    <a:pt x="90421" y="69030"/>
                  </a:moveTo>
                  <a:cubicBezTo>
                    <a:pt x="71277" y="68834"/>
                    <a:pt x="55896" y="53159"/>
                    <a:pt x="56060" y="34014"/>
                  </a:cubicBezTo>
                  <a:cubicBezTo>
                    <a:pt x="56255" y="14870"/>
                    <a:pt x="71931" y="-511"/>
                    <a:pt x="91076" y="-347"/>
                  </a:cubicBezTo>
                  <a:cubicBezTo>
                    <a:pt x="110089" y="-151"/>
                    <a:pt x="125437" y="15295"/>
                    <a:pt x="125437" y="34341"/>
                  </a:cubicBezTo>
                  <a:cubicBezTo>
                    <a:pt x="125634" y="53323"/>
                    <a:pt x="110384" y="68866"/>
                    <a:pt x="91403" y="69030"/>
                  </a:cubicBezTo>
                  <a:cubicBezTo>
                    <a:pt x="91076" y="69030"/>
                    <a:pt x="90749" y="69030"/>
                    <a:pt x="90421" y="69030"/>
                  </a:cubicBezTo>
                  <a:close/>
                  <a:moveTo>
                    <a:pt x="90421" y="18960"/>
                  </a:moveTo>
                  <a:cubicBezTo>
                    <a:pt x="81913" y="19157"/>
                    <a:pt x="75204" y="26160"/>
                    <a:pt x="75368" y="34669"/>
                  </a:cubicBezTo>
                  <a:cubicBezTo>
                    <a:pt x="75564" y="43145"/>
                    <a:pt x="82567" y="49886"/>
                    <a:pt x="91076" y="49722"/>
                  </a:cubicBezTo>
                  <a:cubicBezTo>
                    <a:pt x="99453" y="49526"/>
                    <a:pt x="106129" y="42719"/>
                    <a:pt x="106129" y="34341"/>
                  </a:cubicBezTo>
                  <a:cubicBezTo>
                    <a:pt x="106129" y="25832"/>
                    <a:pt x="99257" y="18960"/>
                    <a:pt x="90749" y="18960"/>
                  </a:cubicBezTo>
                  <a:cubicBezTo>
                    <a:pt x="90651" y="18960"/>
                    <a:pt x="90520" y="18960"/>
                    <a:pt x="90421" y="18960"/>
                  </a:cubicBezTo>
                  <a:close/>
                </a:path>
              </a:pathLst>
            </a:custGeom>
            <a:solidFill>
              <a:srgbClr val="FFFFFF"/>
            </a:solidFill>
            <a:ln w="32716" cap="flat">
              <a:noFill/>
              <a:prstDash val="solid"/>
              <a:miter/>
            </a:ln>
          </p:spPr>
          <p:txBody>
            <a:bodyPr rtlCol="0" anchor="ctr"/>
            <a:lstStyle/>
            <a:p>
              <a:endParaRPr lang="sv-SE"/>
            </a:p>
          </p:txBody>
        </p:sp>
        <p:sp>
          <p:nvSpPr>
            <p:cNvPr id="40" name="Frihandsfigur: Form 39">
              <a:extLst>
                <a:ext uri="{FF2B5EF4-FFF2-40B4-BE49-F238E27FC236}">
                  <a16:creationId xmlns:a16="http://schemas.microsoft.com/office/drawing/2014/main" id="{349E0570-0A78-442E-8F57-B5830E5B47E1}"/>
                </a:ext>
              </a:extLst>
            </p:cNvPr>
            <p:cNvSpPr/>
            <p:nvPr/>
          </p:nvSpPr>
          <p:spPr>
            <a:xfrm>
              <a:off x="2340537" y="2996768"/>
              <a:ext cx="151662" cy="250042"/>
            </a:xfrm>
            <a:custGeom>
              <a:avLst/>
              <a:gdLst>
                <a:gd name="connsiteX0" fmla="*/ 77003 w 151662"/>
                <a:gd name="connsiteY0" fmla="*/ 249034 h 250042"/>
                <a:gd name="connsiteX1" fmla="*/ 30206 w 151662"/>
                <a:gd name="connsiteY1" fmla="*/ 231690 h 250042"/>
                <a:gd name="connsiteX2" fmla="*/ 13189 w 151662"/>
                <a:gd name="connsiteY2" fmla="*/ 249689 h 250042"/>
                <a:gd name="connsiteX3" fmla="*/ -228 w 151662"/>
                <a:gd name="connsiteY3" fmla="*/ 236925 h 250042"/>
                <a:gd name="connsiteX4" fmla="*/ -228 w 151662"/>
                <a:gd name="connsiteY4" fmla="*/ 236925 h 250042"/>
                <a:gd name="connsiteX5" fmla="*/ 26934 w 151662"/>
                <a:gd name="connsiteY5" fmla="*/ 16029 h 250042"/>
                <a:gd name="connsiteX6" fmla="*/ 44932 w 151662"/>
                <a:gd name="connsiteY6" fmla="*/ -333 h 250042"/>
                <a:gd name="connsiteX7" fmla="*/ 59659 w 151662"/>
                <a:gd name="connsiteY7" fmla="*/ 13084 h 250042"/>
                <a:gd name="connsiteX8" fmla="*/ 59659 w 151662"/>
                <a:gd name="connsiteY8" fmla="*/ 13739 h 250042"/>
                <a:gd name="connsiteX9" fmla="*/ 47223 w 151662"/>
                <a:gd name="connsiteY9" fmla="*/ 115187 h 250042"/>
                <a:gd name="connsiteX10" fmla="*/ 95984 w 151662"/>
                <a:gd name="connsiteY10" fmla="*/ 98170 h 250042"/>
                <a:gd name="connsiteX11" fmla="*/ 151420 w 151662"/>
                <a:gd name="connsiteY11" fmla="*/ 151349 h 250042"/>
                <a:gd name="connsiteX12" fmla="*/ 150963 w 151662"/>
                <a:gd name="connsiteY12" fmla="*/ 159694 h 250042"/>
                <a:gd name="connsiteX13" fmla="*/ 77003 w 151662"/>
                <a:gd name="connsiteY13" fmla="*/ 249034 h 250042"/>
                <a:gd name="connsiteX14" fmla="*/ 84531 w 151662"/>
                <a:gd name="connsiteY14" fmla="*/ 127623 h 250042"/>
                <a:gd name="connsiteX15" fmla="*/ 37242 w 151662"/>
                <a:gd name="connsiteY15" fmla="*/ 179722 h 250042"/>
                <a:gd name="connsiteX16" fmla="*/ 37406 w 151662"/>
                <a:gd name="connsiteY16" fmla="*/ 181947 h 250042"/>
                <a:gd name="connsiteX17" fmla="*/ 67873 w 151662"/>
                <a:gd name="connsiteY17" fmla="*/ 220988 h 250042"/>
                <a:gd name="connsiteX18" fmla="*/ 73731 w 151662"/>
                <a:gd name="connsiteY18" fmla="*/ 221218 h 250042"/>
                <a:gd name="connsiteX19" fmla="*/ 119219 w 151662"/>
                <a:gd name="connsiteY19" fmla="*/ 163948 h 250042"/>
                <a:gd name="connsiteX20" fmla="*/ 89079 w 151662"/>
                <a:gd name="connsiteY20" fmla="*/ 128834 h 250042"/>
                <a:gd name="connsiteX21" fmla="*/ 82894 w 151662"/>
                <a:gd name="connsiteY21" fmla="*/ 128932 h 25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662" h="250042">
                  <a:moveTo>
                    <a:pt x="77003" y="249034"/>
                  </a:moveTo>
                  <a:cubicBezTo>
                    <a:pt x="59626" y="250442"/>
                    <a:pt x="42478" y="244093"/>
                    <a:pt x="30206" y="231690"/>
                  </a:cubicBezTo>
                  <a:cubicBezTo>
                    <a:pt x="30402" y="241311"/>
                    <a:pt x="22810" y="249328"/>
                    <a:pt x="13189" y="249689"/>
                  </a:cubicBezTo>
                  <a:cubicBezTo>
                    <a:pt x="5957" y="249885"/>
                    <a:pt x="-32" y="244158"/>
                    <a:pt x="-228" y="236925"/>
                  </a:cubicBezTo>
                  <a:cubicBezTo>
                    <a:pt x="-228" y="236925"/>
                    <a:pt x="-228" y="236925"/>
                    <a:pt x="-228" y="236925"/>
                  </a:cubicBezTo>
                  <a:cubicBezTo>
                    <a:pt x="-228" y="236925"/>
                    <a:pt x="-228" y="234962"/>
                    <a:pt x="26934" y="16029"/>
                  </a:cubicBezTo>
                  <a:cubicBezTo>
                    <a:pt x="27915" y="6801"/>
                    <a:pt x="35671" y="-234"/>
                    <a:pt x="44932" y="-333"/>
                  </a:cubicBezTo>
                  <a:cubicBezTo>
                    <a:pt x="52688" y="-693"/>
                    <a:pt x="59267" y="5295"/>
                    <a:pt x="59659" y="13084"/>
                  </a:cubicBezTo>
                  <a:cubicBezTo>
                    <a:pt x="59659" y="13281"/>
                    <a:pt x="59659" y="13510"/>
                    <a:pt x="59659" y="13739"/>
                  </a:cubicBezTo>
                  <a:cubicBezTo>
                    <a:pt x="59659" y="13739"/>
                    <a:pt x="59659" y="13739"/>
                    <a:pt x="47223" y="115187"/>
                  </a:cubicBezTo>
                  <a:cubicBezTo>
                    <a:pt x="60707" y="103471"/>
                    <a:pt x="78149" y="97385"/>
                    <a:pt x="95984" y="98170"/>
                  </a:cubicBezTo>
                  <a:cubicBezTo>
                    <a:pt x="125994" y="97548"/>
                    <a:pt x="150799" y="121340"/>
                    <a:pt x="151420" y="151349"/>
                  </a:cubicBezTo>
                  <a:cubicBezTo>
                    <a:pt x="151486" y="154130"/>
                    <a:pt x="151323" y="156913"/>
                    <a:pt x="150963" y="159694"/>
                  </a:cubicBezTo>
                  <a:cubicBezTo>
                    <a:pt x="149326" y="200928"/>
                    <a:pt x="121837" y="249034"/>
                    <a:pt x="77003" y="249034"/>
                  </a:cubicBezTo>
                  <a:close/>
                  <a:moveTo>
                    <a:pt x="84531" y="127623"/>
                  </a:moveTo>
                  <a:cubicBezTo>
                    <a:pt x="57106" y="128965"/>
                    <a:pt x="35933" y="152266"/>
                    <a:pt x="37242" y="179722"/>
                  </a:cubicBezTo>
                  <a:cubicBezTo>
                    <a:pt x="37275" y="180442"/>
                    <a:pt x="37340" y="181194"/>
                    <a:pt x="37406" y="181947"/>
                  </a:cubicBezTo>
                  <a:cubicBezTo>
                    <a:pt x="35049" y="201124"/>
                    <a:pt x="48663" y="218632"/>
                    <a:pt x="67873" y="220988"/>
                  </a:cubicBezTo>
                  <a:cubicBezTo>
                    <a:pt x="69804" y="221218"/>
                    <a:pt x="71767" y="221316"/>
                    <a:pt x="73731" y="221218"/>
                  </a:cubicBezTo>
                  <a:cubicBezTo>
                    <a:pt x="103511" y="221218"/>
                    <a:pt x="119219" y="191110"/>
                    <a:pt x="119219" y="163948"/>
                  </a:cubicBezTo>
                  <a:cubicBezTo>
                    <a:pt x="120594" y="145917"/>
                    <a:pt x="107111" y="130208"/>
                    <a:pt x="89079" y="128834"/>
                  </a:cubicBezTo>
                  <a:cubicBezTo>
                    <a:pt x="87017" y="128670"/>
                    <a:pt x="84956" y="128703"/>
                    <a:pt x="82894" y="128932"/>
                  </a:cubicBezTo>
                  <a:close/>
                </a:path>
              </a:pathLst>
            </a:custGeom>
            <a:solidFill>
              <a:srgbClr val="FFFFFF"/>
            </a:solidFill>
            <a:ln w="32716" cap="flat">
              <a:noFill/>
              <a:prstDash val="solid"/>
              <a:miter/>
            </a:ln>
          </p:spPr>
          <p:txBody>
            <a:bodyPr rtlCol="0" anchor="ctr"/>
            <a:lstStyle/>
            <a:p>
              <a:endParaRPr lang="sv-SE"/>
            </a:p>
          </p:txBody>
        </p:sp>
        <p:sp>
          <p:nvSpPr>
            <p:cNvPr id="41" name="Frihandsfigur: Form 40">
              <a:extLst>
                <a:ext uri="{FF2B5EF4-FFF2-40B4-BE49-F238E27FC236}">
                  <a16:creationId xmlns:a16="http://schemas.microsoft.com/office/drawing/2014/main" id="{0BF260E9-FF54-4548-8833-387F2AC126B8}"/>
                </a:ext>
              </a:extLst>
            </p:cNvPr>
            <p:cNvSpPr/>
            <p:nvPr/>
          </p:nvSpPr>
          <p:spPr>
            <a:xfrm>
              <a:off x="2515617" y="3093308"/>
              <a:ext cx="119120" cy="153169"/>
            </a:xfrm>
            <a:custGeom>
              <a:avLst/>
              <a:gdLst>
                <a:gd name="connsiteX0" fmla="*/ 98276 w 119120"/>
                <a:gd name="connsiteY0" fmla="*/ 40574 h 153169"/>
                <a:gd name="connsiteX1" fmla="*/ 76023 w 119120"/>
                <a:gd name="connsiteY1" fmla="*/ 34356 h 153169"/>
                <a:gd name="connsiteX2" fmla="*/ 40352 w 119120"/>
                <a:gd name="connsiteY2" fmla="*/ 71336 h 153169"/>
                <a:gd name="connsiteX3" fmla="*/ 32171 w 119120"/>
                <a:gd name="connsiteY3" fmla="*/ 136786 h 153169"/>
                <a:gd name="connsiteX4" fmla="*/ 14171 w 119120"/>
                <a:gd name="connsiteY4" fmla="*/ 152821 h 153169"/>
                <a:gd name="connsiteX5" fmla="*/ -228 w 119120"/>
                <a:gd name="connsiteY5" fmla="*/ 138422 h 153169"/>
                <a:gd name="connsiteX6" fmla="*/ -228 w 119120"/>
                <a:gd name="connsiteY6" fmla="*/ 136786 h 153169"/>
                <a:gd name="connsiteX7" fmla="*/ 15153 w 119120"/>
                <a:gd name="connsiteY7" fmla="*/ 14394 h 153169"/>
                <a:gd name="connsiteX8" fmla="*/ 32825 w 119120"/>
                <a:gd name="connsiteY8" fmla="*/ -333 h 153169"/>
                <a:gd name="connsiteX9" fmla="*/ 47224 w 119120"/>
                <a:gd name="connsiteY9" fmla="*/ 12724 h 153169"/>
                <a:gd name="connsiteX10" fmla="*/ 47224 w 119120"/>
                <a:gd name="connsiteY10" fmla="*/ 13739 h 153169"/>
                <a:gd name="connsiteX11" fmla="*/ 47224 w 119120"/>
                <a:gd name="connsiteY11" fmla="*/ 25193 h 153169"/>
                <a:gd name="connsiteX12" fmla="*/ 89113 w 119120"/>
                <a:gd name="connsiteY12" fmla="*/ 2612 h 153169"/>
                <a:gd name="connsiteX13" fmla="*/ 118893 w 119120"/>
                <a:gd name="connsiteY13" fmla="*/ 22575 h 153169"/>
                <a:gd name="connsiteX14" fmla="*/ 98276 w 119120"/>
                <a:gd name="connsiteY14" fmla="*/ 40574 h 15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120" h="153169">
                  <a:moveTo>
                    <a:pt x="98276" y="40574"/>
                  </a:moveTo>
                  <a:cubicBezTo>
                    <a:pt x="90749" y="40574"/>
                    <a:pt x="87149" y="34356"/>
                    <a:pt x="76023" y="34356"/>
                  </a:cubicBezTo>
                  <a:cubicBezTo>
                    <a:pt x="56846" y="36614"/>
                    <a:pt x="41923" y="52093"/>
                    <a:pt x="40352" y="71336"/>
                  </a:cubicBezTo>
                  <a:lnTo>
                    <a:pt x="32171" y="136786"/>
                  </a:lnTo>
                  <a:cubicBezTo>
                    <a:pt x="30665" y="145688"/>
                    <a:pt x="23171" y="152331"/>
                    <a:pt x="14171" y="152821"/>
                  </a:cubicBezTo>
                  <a:cubicBezTo>
                    <a:pt x="6220" y="152821"/>
                    <a:pt x="-228" y="146375"/>
                    <a:pt x="-228" y="138422"/>
                  </a:cubicBezTo>
                  <a:lnTo>
                    <a:pt x="-228" y="136786"/>
                  </a:lnTo>
                  <a:lnTo>
                    <a:pt x="15153" y="14394"/>
                  </a:lnTo>
                  <a:cubicBezTo>
                    <a:pt x="16954" y="6016"/>
                    <a:pt x="24251" y="-71"/>
                    <a:pt x="32825" y="-333"/>
                  </a:cubicBezTo>
                  <a:cubicBezTo>
                    <a:pt x="40417" y="-693"/>
                    <a:pt x="46864" y="5165"/>
                    <a:pt x="47224" y="12724"/>
                  </a:cubicBezTo>
                  <a:cubicBezTo>
                    <a:pt x="47224" y="13084"/>
                    <a:pt x="47224" y="13412"/>
                    <a:pt x="47224" y="13739"/>
                  </a:cubicBezTo>
                  <a:cubicBezTo>
                    <a:pt x="47552" y="17535"/>
                    <a:pt x="47552" y="21397"/>
                    <a:pt x="47224" y="25193"/>
                  </a:cubicBezTo>
                  <a:cubicBezTo>
                    <a:pt x="57140" y="11808"/>
                    <a:pt x="72488" y="3529"/>
                    <a:pt x="89113" y="2612"/>
                  </a:cubicBezTo>
                  <a:cubicBezTo>
                    <a:pt x="101221" y="2612"/>
                    <a:pt x="118893" y="8176"/>
                    <a:pt x="118893" y="22575"/>
                  </a:cubicBezTo>
                  <a:cubicBezTo>
                    <a:pt x="117878" y="33079"/>
                    <a:pt x="108813" y="40966"/>
                    <a:pt x="98276" y="40574"/>
                  </a:cubicBezTo>
                  <a:close/>
                </a:path>
              </a:pathLst>
            </a:custGeom>
            <a:solidFill>
              <a:srgbClr val="FFFFFF"/>
            </a:solidFill>
            <a:ln w="32716" cap="flat">
              <a:noFill/>
              <a:prstDash val="solid"/>
              <a:miter/>
            </a:ln>
          </p:spPr>
          <p:txBody>
            <a:bodyPr rtlCol="0" anchor="ctr"/>
            <a:lstStyle/>
            <a:p>
              <a:endParaRPr lang="sv-SE"/>
            </a:p>
          </p:txBody>
        </p:sp>
        <p:sp>
          <p:nvSpPr>
            <p:cNvPr id="42" name="Frihandsfigur: Form 41">
              <a:extLst>
                <a:ext uri="{FF2B5EF4-FFF2-40B4-BE49-F238E27FC236}">
                  <a16:creationId xmlns:a16="http://schemas.microsoft.com/office/drawing/2014/main" id="{5C902ABA-0963-4BCF-9655-FA955DD90321}"/>
                </a:ext>
              </a:extLst>
            </p:cNvPr>
            <p:cNvSpPr/>
            <p:nvPr/>
          </p:nvSpPr>
          <p:spPr>
            <a:xfrm>
              <a:off x="2631137" y="3094619"/>
              <a:ext cx="141046" cy="152407"/>
            </a:xfrm>
            <a:custGeom>
              <a:avLst/>
              <a:gdLst>
                <a:gd name="connsiteX0" fmla="*/ 140164 w 141046"/>
                <a:gd name="connsiteY0" fmla="*/ 46462 h 152407"/>
                <a:gd name="connsiteX1" fmla="*/ 129038 w 141046"/>
                <a:gd name="connsiteY1" fmla="*/ 135475 h 152407"/>
                <a:gd name="connsiteX2" fmla="*/ 111039 w 141046"/>
                <a:gd name="connsiteY2" fmla="*/ 151838 h 152407"/>
                <a:gd name="connsiteX3" fmla="*/ 96966 w 141046"/>
                <a:gd name="connsiteY3" fmla="*/ 138453 h 152407"/>
                <a:gd name="connsiteX4" fmla="*/ 96966 w 141046"/>
                <a:gd name="connsiteY4" fmla="*/ 137438 h 152407"/>
                <a:gd name="connsiteX5" fmla="*/ 96966 w 141046"/>
                <a:gd name="connsiteY5" fmla="*/ 135147 h 152407"/>
                <a:gd name="connsiteX6" fmla="*/ 45915 w 141046"/>
                <a:gd name="connsiteY6" fmla="*/ 151838 h 152407"/>
                <a:gd name="connsiteX7" fmla="*/ -31 w 141046"/>
                <a:gd name="connsiteY7" fmla="*/ 114432 h 152407"/>
                <a:gd name="connsiteX8" fmla="*/ -228 w 141046"/>
                <a:gd name="connsiteY8" fmla="*/ 111585 h 152407"/>
                <a:gd name="connsiteX9" fmla="*/ 79295 w 141046"/>
                <a:gd name="connsiteY9" fmla="*/ 52680 h 152407"/>
                <a:gd name="connsiteX10" fmla="*/ 106785 w 141046"/>
                <a:gd name="connsiteY10" fmla="*/ 54971 h 152407"/>
                <a:gd name="connsiteX11" fmla="*/ 106785 w 141046"/>
                <a:gd name="connsiteY11" fmla="*/ 47771 h 152407"/>
                <a:gd name="connsiteX12" fmla="*/ 74059 w 141046"/>
                <a:gd name="connsiteY12" fmla="*/ 26499 h 152407"/>
                <a:gd name="connsiteX13" fmla="*/ 41334 w 141046"/>
                <a:gd name="connsiteY13" fmla="*/ 35663 h 152407"/>
                <a:gd name="connsiteX14" fmla="*/ 35116 w 141046"/>
                <a:gd name="connsiteY14" fmla="*/ 37299 h 152407"/>
                <a:gd name="connsiteX15" fmla="*/ 22353 w 141046"/>
                <a:gd name="connsiteY15" fmla="*/ 24536 h 152407"/>
                <a:gd name="connsiteX16" fmla="*/ 32171 w 141046"/>
                <a:gd name="connsiteY16" fmla="*/ 9810 h 152407"/>
                <a:gd name="connsiteX17" fmla="*/ 86495 w 141046"/>
                <a:gd name="connsiteY17" fmla="*/ -335 h 152407"/>
                <a:gd name="connsiteX18" fmla="*/ 140818 w 141046"/>
                <a:gd name="connsiteY18" fmla="*/ 39262 h 152407"/>
                <a:gd name="connsiteX19" fmla="*/ 140164 w 141046"/>
                <a:gd name="connsiteY19" fmla="*/ 46462 h 152407"/>
                <a:gd name="connsiteX20" fmla="*/ 81913 w 141046"/>
                <a:gd name="connsiteY20" fmla="*/ 75915 h 152407"/>
                <a:gd name="connsiteX21" fmla="*/ 33153 w 141046"/>
                <a:gd name="connsiteY21" fmla="*/ 104059 h 152407"/>
                <a:gd name="connsiteX22" fmla="*/ 57369 w 141046"/>
                <a:gd name="connsiteY22" fmla="*/ 123367 h 152407"/>
                <a:gd name="connsiteX23" fmla="*/ 100239 w 141046"/>
                <a:gd name="connsiteY23" fmla="*/ 110931 h 152407"/>
                <a:gd name="connsiteX24" fmla="*/ 103839 w 141046"/>
                <a:gd name="connsiteY24" fmla="*/ 78206 h 152407"/>
                <a:gd name="connsiteX25" fmla="*/ 80931 w 141046"/>
                <a:gd name="connsiteY25" fmla="*/ 75915 h 15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1046" h="152407">
                  <a:moveTo>
                    <a:pt x="140164" y="46462"/>
                  </a:moveTo>
                  <a:lnTo>
                    <a:pt x="129038" y="135475"/>
                  </a:lnTo>
                  <a:cubicBezTo>
                    <a:pt x="127892" y="144638"/>
                    <a:pt x="120267" y="151576"/>
                    <a:pt x="111039" y="151838"/>
                  </a:cubicBezTo>
                  <a:cubicBezTo>
                    <a:pt x="103446" y="152034"/>
                    <a:pt x="97130" y="146045"/>
                    <a:pt x="96966" y="138453"/>
                  </a:cubicBezTo>
                  <a:cubicBezTo>
                    <a:pt x="96934" y="138093"/>
                    <a:pt x="96966" y="137766"/>
                    <a:pt x="96966" y="137438"/>
                  </a:cubicBezTo>
                  <a:lnTo>
                    <a:pt x="96966" y="135147"/>
                  </a:lnTo>
                  <a:cubicBezTo>
                    <a:pt x="81684" y="145030"/>
                    <a:pt x="64077" y="150790"/>
                    <a:pt x="45915" y="151838"/>
                  </a:cubicBezTo>
                  <a:cubicBezTo>
                    <a:pt x="22909" y="154194"/>
                    <a:pt x="2325" y="137471"/>
                    <a:pt x="-31" y="114432"/>
                  </a:cubicBezTo>
                  <a:cubicBezTo>
                    <a:pt x="-129" y="113484"/>
                    <a:pt x="-195" y="112535"/>
                    <a:pt x="-228" y="111585"/>
                  </a:cubicBezTo>
                  <a:cubicBezTo>
                    <a:pt x="-228" y="71006"/>
                    <a:pt x="44607" y="52680"/>
                    <a:pt x="79295" y="52680"/>
                  </a:cubicBezTo>
                  <a:cubicBezTo>
                    <a:pt x="88523" y="52647"/>
                    <a:pt x="97719" y="53400"/>
                    <a:pt x="106785" y="54971"/>
                  </a:cubicBezTo>
                  <a:cubicBezTo>
                    <a:pt x="106915" y="52582"/>
                    <a:pt x="106915" y="50160"/>
                    <a:pt x="106785" y="47771"/>
                  </a:cubicBezTo>
                  <a:cubicBezTo>
                    <a:pt x="106785" y="29118"/>
                    <a:pt x="89767" y="26499"/>
                    <a:pt x="74059" y="26499"/>
                  </a:cubicBezTo>
                  <a:cubicBezTo>
                    <a:pt x="62572" y="26957"/>
                    <a:pt x="51380" y="30099"/>
                    <a:pt x="41334" y="35663"/>
                  </a:cubicBezTo>
                  <a:cubicBezTo>
                    <a:pt x="39402" y="36612"/>
                    <a:pt x="37275" y="37168"/>
                    <a:pt x="35116" y="37299"/>
                  </a:cubicBezTo>
                  <a:cubicBezTo>
                    <a:pt x="28080" y="37299"/>
                    <a:pt x="22353" y="31572"/>
                    <a:pt x="22353" y="24536"/>
                  </a:cubicBezTo>
                  <a:cubicBezTo>
                    <a:pt x="22288" y="18089"/>
                    <a:pt x="26182" y="12232"/>
                    <a:pt x="32171" y="9810"/>
                  </a:cubicBezTo>
                  <a:cubicBezTo>
                    <a:pt x="49416" y="2872"/>
                    <a:pt x="67906" y="-597"/>
                    <a:pt x="86495" y="-335"/>
                  </a:cubicBezTo>
                  <a:cubicBezTo>
                    <a:pt x="113002" y="-335"/>
                    <a:pt x="140818" y="7519"/>
                    <a:pt x="140818" y="39262"/>
                  </a:cubicBezTo>
                  <a:cubicBezTo>
                    <a:pt x="140786" y="41684"/>
                    <a:pt x="140557" y="44073"/>
                    <a:pt x="140164" y="46462"/>
                  </a:cubicBezTo>
                  <a:close/>
                  <a:moveTo>
                    <a:pt x="81913" y="75915"/>
                  </a:moveTo>
                  <a:cubicBezTo>
                    <a:pt x="64896" y="75915"/>
                    <a:pt x="33153" y="81805"/>
                    <a:pt x="33153" y="104059"/>
                  </a:cubicBezTo>
                  <a:cubicBezTo>
                    <a:pt x="33153" y="117803"/>
                    <a:pt x="45261" y="123367"/>
                    <a:pt x="57369" y="123367"/>
                  </a:cubicBezTo>
                  <a:cubicBezTo>
                    <a:pt x="72521" y="123105"/>
                    <a:pt x="87313" y="118818"/>
                    <a:pt x="100239" y="110931"/>
                  </a:cubicBezTo>
                  <a:lnTo>
                    <a:pt x="103839" y="78206"/>
                  </a:lnTo>
                  <a:cubicBezTo>
                    <a:pt x="96312" y="76537"/>
                    <a:pt x="88621" y="75784"/>
                    <a:pt x="80931" y="75915"/>
                  </a:cubicBezTo>
                  <a:close/>
                </a:path>
              </a:pathLst>
            </a:custGeom>
            <a:solidFill>
              <a:srgbClr val="FFFFFF"/>
            </a:solidFill>
            <a:ln w="32716" cap="flat">
              <a:noFill/>
              <a:prstDash val="solid"/>
              <a:miter/>
            </a:ln>
          </p:spPr>
          <p:txBody>
            <a:bodyPr rtlCol="0" anchor="ctr"/>
            <a:lstStyle/>
            <a:p>
              <a:endParaRPr lang="sv-SE"/>
            </a:p>
          </p:txBody>
        </p:sp>
        <p:sp>
          <p:nvSpPr>
            <p:cNvPr id="43" name="Frihandsfigur: Form 42">
              <a:extLst>
                <a:ext uri="{FF2B5EF4-FFF2-40B4-BE49-F238E27FC236}">
                  <a16:creationId xmlns:a16="http://schemas.microsoft.com/office/drawing/2014/main" id="{6FB990BB-A4A2-415E-A42E-04604585CFA3}"/>
                </a:ext>
              </a:extLst>
            </p:cNvPr>
            <p:cNvSpPr/>
            <p:nvPr/>
          </p:nvSpPr>
          <p:spPr>
            <a:xfrm>
              <a:off x="3245359" y="4135293"/>
              <a:ext cx="172214" cy="247750"/>
            </a:xfrm>
            <a:custGeom>
              <a:avLst/>
              <a:gdLst>
                <a:gd name="connsiteX0" fmla="*/ 155577 w 172214"/>
                <a:gd name="connsiteY0" fmla="*/ 29437 h 247750"/>
                <a:gd name="connsiteX1" fmla="*/ 100926 w 172214"/>
                <a:gd name="connsiteY1" fmla="*/ 29437 h 247750"/>
                <a:gd name="connsiteX2" fmla="*/ 100926 w 172214"/>
                <a:gd name="connsiteY2" fmla="*/ 29437 h 247750"/>
                <a:gd name="connsiteX3" fmla="*/ 76710 w 172214"/>
                <a:gd name="connsiteY3" fmla="*/ 228734 h 247750"/>
                <a:gd name="connsiteX4" fmla="*/ 57401 w 172214"/>
                <a:gd name="connsiteY4" fmla="*/ 247388 h 247750"/>
                <a:gd name="connsiteX5" fmla="*/ 42020 w 172214"/>
                <a:gd name="connsiteY5" fmla="*/ 233316 h 247750"/>
                <a:gd name="connsiteX6" fmla="*/ 42020 w 172214"/>
                <a:gd name="connsiteY6" fmla="*/ 232661 h 247750"/>
                <a:gd name="connsiteX7" fmla="*/ 42020 w 172214"/>
                <a:gd name="connsiteY7" fmla="*/ 229388 h 247750"/>
                <a:gd name="connsiteX8" fmla="*/ 66892 w 172214"/>
                <a:gd name="connsiteY8" fmla="*/ 30091 h 247750"/>
                <a:gd name="connsiteX9" fmla="*/ 12241 w 172214"/>
                <a:gd name="connsiteY9" fmla="*/ 30091 h 247750"/>
                <a:gd name="connsiteX10" fmla="*/ -228 w 172214"/>
                <a:gd name="connsiteY10" fmla="*/ 18343 h 247750"/>
                <a:gd name="connsiteX11" fmla="*/ -195 w 172214"/>
                <a:gd name="connsiteY11" fmla="*/ 17001 h 247750"/>
                <a:gd name="connsiteX12" fmla="*/ 15807 w 172214"/>
                <a:gd name="connsiteY12" fmla="*/ -343 h 247750"/>
                <a:gd name="connsiteX13" fmla="*/ 15840 w 172214"/>
                <a:gd name="connsiteY13" fmla="*/ -343 h 247750"/>
                <a:gd name="connsiteX14" fmla="*/ 159505 w 172214"/>
                <a:gd name="connsiteY14" fmla="*/ -343 h 247750"/>
                <a:gd name="connsiteX15" fmla="*/ 171973 w 172214"/>
                <a:gd name="connsiteY15" fmla="*/ 11405 h 247750"/>
                <a:gd name="connsiteX16" fmla="*/ 171940 w 172214"/>
                <a:gd name="connsiteY16" fmla="*/ 12747 h 247750"/>
                <a:gd name="connsiteX17" fmla="*/ 155577 w 172214"/>
                <a:gd name="connsiteY17" fmla="*/ 29437 h 2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2214" h="247750">
                  <a:moveTo>
                    <a:pt x="155577" y="29437"/>
                  </a:moveTo>
                  <a:lnTo>
                    <a:pt x="100926" y="29437"/>
                  </a:lnTo>
                  <a:lnTo>
                    <a:pt x="100926" y="29437"/>
                  </a:lnTo>
                  <a:lnTo>
                    <a:pt x="76710" y="228734"/>
                  </a:lnTo>
                  <a:cubicBezTo>
                    <a:pt x="75401" y="238683"/>
                    <a:pt x="67383" y="246406"/>
                    <a:pt x="57401" y="247388"/>
                  </a:cubicBezTo>
                  <a:cubicBezTo>
                    <a:pt x="49286" y="247747"/>
                    <a:pt x="42414" y="241464"/>
                    <a:pt x="42020" y="233316"/>
                  </a:cubicBezTo>
                  <a:cubicBezTo>
                    <a:pt x="42020" y="233119"/>
                    <a:pt x="42020" y="232890"/>
                    <a:pt x="42020" y="232661"/>
                  </a:cubicBezTo>
                  <a:lnTo>
                    <a:pt x="42020" y="229388"/>
                  </a:lnTo>
                  <a:lnTo>
                    <a:pt x="66892" y="30091"/>
                  </a:lnTo>
                  <a:lnTo>
                    <a:pt x="12241" y="30091"/>
                  </a:lnTo>
                  <a:cubicBezTo>
                    <a:pt x="5565" y="30288"/>
                    <a:pt x="-31" y="25051"/>
                    <a:pt x="-228" y="18343"/>
                  </a:cubicBezTo>
                  <a:cubicBezTo>
                    <a:pt x="-228" y="17918"/>
                    <a:pt x="-228" y="17459"/>
                    <a:pt x="-195" y="17001"/>
                  </a:cubicBezTo>
                  <a:cubicBezTo>
                    <a:pt x="-555" y="7805"/>
                    <a:pt x="6611" y="17"/>
                    <a:pt x="15807" y="-343"/>
                  </a:cubicBezTo>
                  <a:cubicBezTo>
                    <a:pt x="15840" y="-343"/>
                    <a:pt x="15840" y="-343"/>
                    <a:pt x="15840" y="-343"/>
                  </a:cubicBezTo>
                  <a:lnTo>
                    <a:pt x="159505" y="-343"/>
                  </a:lnTo>
                  <a:cubicBezTo>
                    <a:pt x="166180" y="-539"/>
                    <a:pt x="171777" y="4696"/>
                    <a:pt x="171973" y="11405"/>
                  </a:cubicBezTo>
                  <a:cubicBezTo>
                    <a:pt x="172006" y="11831"/>
                    <a:pt x="171973" y="12289"/>
                    <a:pt x="171940" y="12747"/>
                  </a:cubicBezTo>
                  <a:cubicBezTo>
                    <a:pt x="171777" y="21779"/>
                    <a:pt x="164609" y="29077"/>
                    <a:pt x="155577" y="29437"/>
                  </a:cubicBezTo>
                  <a:close/>
                </a:path>
              </a:pathLst>
            </a:custGeom>
            <a:solidFill>
              <a:srgbClr val="FFFFFF"/>
            </a:solidFill>
            <a:ln w="32716" cap="flat">
              <a:noFill/>
              <a:prstDash val="solid"/>
              <a:miter/>
            </a:ln>
          </p:spPr>
          <p:txBody>
            <a:bodyPr rtlCol="0" anchor="ctr"/>
            <a:lstStyle/>
            <a:p>
              <a:endParaRPr lang="sv-SE"/>
            </a:p>
          </p:txBody>
        </p:sp>
        <p:sp>
          <p:nvSpPr>
            <p:cNvPr id="44" name="Frihandsfigur: Form 43">
              <a:extLst>
                <a:ext uri="{FF2B5EF4-FFF2-40B4-BE49-F238E27FC236}">
                  <a16:creationId xmlns:a16="http://schemas.microsoft.com/office/drawing/2014/main" id="{AEBA735C-4415-48B4-A80C-3DC7C42937B7}"/>
                </a:ext>
              </a:extLst>
            </p:cNvPr>
            <p:cNvSpPr/>
            <p:nvPr/>
          </p:nvSpPr>
          <p:spPr>
            <a:xfrm>
              <a:off x="3402801" y="4229204"/>
              <a:ext cx="119119" cy="154152"/>
            </a:xfrm>
            <a:custGeom>
              <a:avLst/>
              <a:gdLst>
                <a:gd name="connsiteX0" fmla="*/ 97948 w 119119"/>
                <a:gd name="connsiteY0" fmla="*/ 41883 h 154152"/>
                <a:gd name="connsiteX1" fmla="*/ 76022 w 119119"/>
                <a:gd name="connsiteY1" fmla="*/ 35665 h 154152"/>
                <a:gd name="connsiteX2" fmla="*/ 40024 w 119119"/>
                <a:gd name="connsiteY2" fmla="*/ 72645 h 154152"/>
                <a:gd name="connsiteX3" fmla="*/ 32170 w 119119"/>
                <a:gd name="connsiteY3" fmla="*/ 138095 h 154152"/>
                <a:gd name="connsiteX4" fmla="*/ 13844 w 119119"/>
                <a:gd name="connsiteY4" fmla="*/ 153804 h 154152"/>
                <a:gd name="connsiteX5" fmla="*/ -228 w 119119"/>
                <a:gd name="connsiteY5" fmla="*/ 139731 h 154152"/>
                <a:gd name="connsiteX6" fmla="*/ -228 w 119119"/>
                <a:gd name="connsiteY6" fmla="*/ 138095 h 154152"/>
                <a:gd name="connsiteX7" fmla="*/ 14825 w 119119"/>
                <a:gd name="connsiteY7" fmla="*/ 15703 h 154152"/>
                <a:gd name="connsiteX8" fmla="*/ 32824 w 119119"/>
                <a:gd name="connsiteY8" fmla="*/ -333 h 154152"/>
                <a:gd name="connsiteX9" fmla="*/ 47223 w 119119"/>
                <a:gd name="connsiteY9" fmla="*/ 12725 h 154152"/>
                <a:gd name="connsiteX10" fmla="*/ 47223 w 119119"/>
                <a:gd name="connsiteY10" fmla="*/ 13740 h 154152"/>
                <a:gd name="connsiteX11" fmla="*/ 47223 w 119119"/>
                <a:gd name="connsiteY11" fmla="*/ 24866 h 154152"/>
                <a:gd name="connsiteX12" fmla="*/ 89439 w 119119"/>
                <a:gd name="connsiteY12" fmla="*/ 2612 h 154152"/>
                <a:gd name="connsiteX13" fmla="*/ 118892 w 119119"/>
                <a:gd name="connsiteY13" fmla="*/ 22575 h 154152"/>
                <a:gd name="connsiteX14" fmla="*/ 98963 w 119119"/>
                <a:gd name="connsiteY14" fmla="*/ 41916 h 154152"/>
                <a:gd name="connsiteX15" fmla="*/ 97948 w 119119"/>
                <a:gd name="connsiteY15" fmla="*/ 41883 h 15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119" h="154152">
                  <a:moveTo>
                    <a:pt x="97948" y="41883"/>
                  </a:moveTo>
                  <a:cubicBezTo>
                    <a:pt x="90749" y="41883"/>
                    <a:pt x="86822" y="35665"/>
                    <a:pt x="76022" y="35665"/>
                  </a:cubicBezTo>
                  <a:cubicBezTo>
                    <a:pt x="56845" y="38021"/>
                    <a:pt x="41889" y="53402"/>
                    <a:pt x="40024" y="72645"/>
                  </a:cubicBezTo>
                  <a:lnTo>
                    <a:pt x="32170" y="138095"/>
                  </a:lnTo>
                  <a:cubicBezTo>
                    <a:pt x="30599" y="147030"/>
                    <a:pt x="22909" y="153640"/>
                    <a:pt x="13844" y="153804"/>
                  </a:cubicBezTo>
                  <a:cubicBezTo>
                    <a:pt x="6088" y="153804"/>
                    <a:pt x="-228" y="147520"/>
                    <a:pt x="-228" y="139731"/>
                  </a:cubicBezTo>
                  <a:lnTo>
                    <a:pt x="-228" y="138095"/>
                  </a:lnTo>
                  <a:lnTo>
                    <a:pt x="14825" y="15703"/>
                  </a:lnTo>
                  <a:cubicBezTo>
                    <a:pt x="16233" y="6736"/>
                    <a:pt x="23760" y="28"/>
                    <a:pt x="32824" y="-333"/>
                  </a:cubicBezTo>
                  <a:cubicBezTo>
                    <a:pt x="40417" y="-693"/>
                    <a:pt x="46864" y="5165"/>
                    <a:pt x="47223" y="12725"/>
                  </a:cubicBezTo>
                  <a:cubicBezTo>
                    <a:pt x="47223" y="13084"/>
                    <a:pt x="47223" y="13412"/>
                    <a:pt x="47223" y="13740"/>
                  </a:cubicBezTo>
                  <a:cubicBezTo>
                    <a:pt x="47551" y="17437"/>
                    <a:pt x="47551" y="21168"/>
                    <a:pt x="47223" y="24866"/>
                  </a:cubicBezTo>
                  <a:cubicBezTo>
                    <a:pt x="57303" y="11546"/>
                    <a:pt x="72749" y="3398"/>
                    <a:pt x="89439" y="2612"/>
                  </a:cubicBezTo>
                  <a:cubicBezTo>
                    <a:pt x="101221" y="2612"/>
                    <a:pt x="118892" y="8176"/>
                    <a:pt x="118892" y="22575"/>
                  </a:cubicBezTo>
                  <a:cubicBezTo>
                    <a:pt x="118728" y="33407"/>
                    <a:pt x="109828" y="42080"/>
                    <a:pt x="98963" y="41916"/>
                  </a:cubicBezTo>
                  <a:cubicBezTo>
                    <a:pt x="98635" y="41916"/>
                    <a:pt x="98275" y="41916"/>
                    <a:pt x="97948" y="41883"/>
                  </a:cubicBezTo>
                  <a:close/>
                </a:path>
              </a:pathLst>
            </a:custGeom>
            <a:solidFill>
              <a:srgbClr val="FFFFFF"/>
            </a:solidFill>
            <a:ln w="32716" cap="flat">
              <a:noFill/>
              <a:prstDash val="solid"/>
              <a:miter/>
            </a:ln>
          </p:spPr>
          <p:txBody>
            <a:bodyPr rtlCol="0" anchor="ctr"/>
            <a:lstStyle/>
            <a:p>
              <a:endParaRPr lang="sv-SE"/>
            </a:p>
          </p:txBody>
        </p:sp>
        <p:sp>
          <p:nvSpPr>
            <p:cNvPr id="45" name="Frihandsfigur: Form 44">
              <a:extLst>
                <a:ext uri="{FF2B5EF4-FFF2-40B4-BE49-F238E27FC236}">
                  <a16:creationId xmlns:a16="http://schemas.microsoft.com/office/drawing/2014/main" id="{F7F454B8-D4B0-478E-A523-EFE2A2E37440}"/>
                </a:ext>
              </a:extLst>
            </p:cNvPr>
            <p:cNvSpPr/>
            <p:nvPr/>
          </p:nvSpPr>
          <p:spPr>
            <a:xfrm>
              <a:off x="3517586" y="4227811"/>
              <a:ext cx="160516" cy="155440"/>
            </a:xfrm>
            <a:custGeom>
              <a:avLst/>
              <a:gdLst>
                <a:gd name="connsiteX0" fmla="*/ 70867 w 160516"/>
                <a:gd name="connsiteY0" fmla="*/ 154542 h 155440"/>
                <a:gd name="connsiteX1" fmla="*/ 311 w 160516"/>
                <a:gd name="connsiteY1" fmla="*/ 100512 h 155440"/>
                <a:gd name="connsiteX2" fmla="*/ -147 w 160516"/>
                <a:gd name="connsiteY2" fmla="*/ 89091 h 155440"/>
                <a:gd name="connsiteX3" fmla="*/ 82845 w 160516"/>
                <a:gd name="connsiteY3" fmla="*/ 45 h 155440"/>
                <a:gd name="connsiteX4" fmla="*/ 89847 w 160516"/>
                <a:gd name="connsiteY4" fmla="*/ 78 h 155440"/>
                <a:gd name="connsiteX5" fmla="*/ 159847 w 160516"/>
                <a:gd name="connsiteY5" fmla="*/ 55548 h 155440"/>
                <a:gd name="connsiteX6" fmla="*/ 160208 w 160516"/>
                <a:gd name="connsiteY6" fmla="*/ 65529 h 155440"/>
                <a:gd name="connsiteX7" fmla="*/ 78558 w 160516"/>
                <a:gd name="connsiteY7" fmla="*/ 154542 h 155440"/>
                <a:gd name="connsiteX8" fmla="*/ 70867 w 160516"/>
                <a:gd name="connsiteY8" fmla="*/ 154542 h 155440"/>
                <a:gd name="connsiteX9" fmla="*/ 86248 w 160516"/>
                <a:gd name="connsiteY9" fmla="*/ 27568 h 155440"/>
                <a:gd name="connsiteX10" fmla="*/ 32775 w 160516"/>
                <a:gd name="connsiteY10" fmla="*/ 83365 h 155440"/>
                <a:gd name="connsiteX11" fmla="*/ 32906 w 160516"/>
                <a:gd name="connsiteY11" fmla="*/ 86146 h 155440"/>
                <a:gd name="connsiteX12" fmla="*/ 67987 w 160516"/>
                <a:gd name="connsiteY12" fmla="*/ 128002 h 155440"/>
                <a:gd name="connsiteX13" fmla="*/ 74140 w 160516"/>
                <a:gd name="connsiteY13" fmla="*/ 128035 h 155440"/>
                <a:gd name="connsiteX14" fmla="*/ 127253 w 160516"/>
                <a:gd name="connsiteY14" fmla="*/ 71878 h 155440"/>
                <a:gd name="connsiteX15" fmla="*/ 127155 w 160516"/>
                <a:gd name="connsiteY15" fmla="*/ 69784 h 155440"/>
                <a:gd name="connsiteX16" fmla="*/ 91680 w 160516"/>
                <a:gd name="connsiteY16" fmla="*/ 27666 h 155440"/>
                <a:gd name="connsiteX17" fmla="*/ 86248 w 160516"/>
                <a:gd name="connsiteY17" fmla="*/ 27568 h 15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0516" h="155440">
                  <a:moveTo>
                    <a:pt x="70867" y="154542"/>
                  </a:moveTo>
                  <a:cubicBezTo>
                    <a:pt x="36473" y="159091"/>
                    <a:pt x="4893" y="134907"/>
                    <a:pt x="311" y="100512"/>
                  </a:cubicBezTo>
                  <a:cubicBezTo>
                    <a:pt x="-179" y="96716"/>
                    <a:pt x="-343" y="92920"/>
                    <a:pt x="-147" y="89091"/>
                  </a:cubicBezTo>
                  <a:cubicBezTo>
                    <a:pt x="-1816" y="41574"/>
                    <a:pt x="35327" y="1715"/>
                    <a:pt x="82845" y="45"/>
                  </a:cubicBezTo>
                  <a:cubicBezTo>
                    <a:pt x="85168" y="-52"/>
                    <a:pt x="87524" y="-19"/>
                    <a:pt x="89847" y="78"/>
                  </a:cubicBezTo>
                  <a:cubicBezTo>
                    <a:pt x="124504" y="-3946"/>
                    <a:pt x="155855" y="20924"/>
                    <a:pt x="159847" y="55548"/>
                  </a:cubicBezTo>
                  <a:cubicBezTo>
                    <a:pt x="160240" y="58886"/>
                    <a:pt x="160338" y="62191"/>
                    <a:pt x="160208" y="65529"/>
                  </a:cubicBezTo>
                  <a:cubicBezTo>
                    <a:pt x="162236" y="112654"/>
                    <a:pt x="125682" y="152514"/>
                    <a:pt x="78558" y="154542"/>
                  </a:cubicBezTo>
                  <a:cubicBezTo>
                    <a:pt x="76005" y="154673"/>
                    <a:pt x="73420" y="154673"/>
                    <a:pt x="70867" y="154542"/>
                  </a:cubicBezTo>
                  <a:close/>
                  <a:moveTo>
                    <a:pt x="86248" y="27568"/>
                  </a:moveTo>
                  <a:cubicBezTo>
                    <a:pt x="56075" y="28223"/>
                    <a:pt x="32121" y="53192"/>
                    <a:pt x="32775" y="83365"/>
                  </a:cubicBezTo>
                  <a:cubicBezTo>
                    <a:pt x="32808" y="84314"/>
                    <a:pt x="32841" y="85230"/>
                    <a:pt x="32906" y="86146"/>
                  </a:cubicBezTo>
                  <a:cubicBezTo>
                    <a:pt x="31040" y="107385"/>
                    <a:pt x="46749" y="126137"/>
                    <a:pt x="67987" y="128002"/>
                  </a:cubicBezTo>
                  <a:cubicBezTo>
                    <a:pt x="70049" y="128165"/>
                    <a:pt x="72111" y="128165"/>
                    <a:pt x="74140" y="128035"/>
                  </a:cubicBezTo>
                  <a:cubicBezTo>
                    <a:pt x="104313" y="127184"/>
                    <a:pt x="128104" y="102050"/>
                    <a:pt x="127253" y="71878"/>
                  </a:cubicBezTo>
                  <a:cubicBezTo>
                    <a:pt x="127221" y="71191"/>
                    <a:pt x="127188" y="70471"/>
                    <a:pt x="127155" y="69784"/>
                  </a:cubicBezTo>
                  <a:cubicBezTo>
                    <a:pt x="128987" y="48348"/>
                    <a:pt x="113116" y="29499"/>
                    <a:pt x="91680" y="27666"/>
                  </a:cubicBezTo>
                  <a:cubicBezTo>
                    <a:pt x="89880" y="27503"/>
                    <a:pt x="88048" y="27470"/>
                    <a:pt x="86248" y="27568"/>
                  </a:cubicBezTo>
                  <a:close/>
                </a:path>
              </a:pathLst>
            </a:custGeom>
            <a:solidFill>
              <a:srgbClr val="FFFFFF"/>
            </a:solidFill>
            <a:ln w="32716" cap="flat">
              <a:noFill/>
              <a:prstDash val="solid"/>
              <a:miter/>
            </a:ln>
          </p:spPr>
          <p:txBody>
            <a:bodyPr rtlCol="0" anchor="ctr"/>
            <a:lstStyle/>
            <a:p>
              <a:endParaRPr lang="sv-SE"/>
            </a:p>
          </p:txBody>
        </p:sp>
        <p:sp>
          <p:nvSpPr>
            <p:cNvPr id="46" name="Frihandsfigur: Form 45">
              <a:extLst>
                <a:ext uri="{FF2B5EF4-FFF2-40B4-BE49-F238E27FC236}">
                  <a16:creationId xmlns:a16="http://schemas.microsoft.com/office/drawing/2014/main" id="{1BE71B7E-5EE7-4C72-8137-CAF85B8E7E97}"/>
                </a:ext>
              </a:extLst>
            </p:cNvPr>
            <p:cNvSpPr/>
            <p:nvPr/>
          </p:nvSpPr>
          <p:spPr>
            <a:xfrm>
              <a:off x="3694236" y="4228853"/>
              <a:ext cx="124175" cy="154208"/>
            </a:xfrm>
            <a:custGeom>
              <a:avLst/>
              <a:gdLst>
                <a:gd name="connsiteX0" fmla="*/ 122312 w 124175"/>
                <a:gd name="connsiteY0" fmla="*/ 20634 h 154208"/>
                <a:gd name="connsiteX1" fmla="*/ 56861 w 124175"/>
                <a:gd name="connsiteY1" fmla="*/ 144008 h 154208"/>
                <a:gd name="connsiteX2" fmla="*/ 40826 w 124175"/>
                <a:gd name="connsiteY2" fmla="*/ 153827 h 154208"/>
                <a:gd name="connsiteX3" fmla="*/ 27409 w 124175"/>
                <a:gd name="connsiteY3" fmla="*/ 143682 h 154208"/>
                <a:gd name="connsiteX4" fmla="*/ -80 w 124175"/>
                <a:gd name="connsiteY4" fmla="*/ 20962 h 154208"/>
                <a:gd name="connsiteX5" fmla="*/ -80 w 124175"/>
                <a:gd name="connsiteY5" fmla="*/ 17362 h 154208"/>
                <a:gd name="connsiteX6" fmla="*/ 15955 w 124175"/>
                <a:gd name="connsiteY6" fmla="*/ -309 h 154208"/>
                <a:gd name="connsiteX7" fmla="*/ 28718 w 124175"/>
                <a:gd name="connsiteY7" fmla="*/ 9180 h 154208"/>
                <a:gd name="connsiteX8" fmla="*/ 48680 w 124175"/>
                <a:gd name="connsiteY8" fmla="*/ 96230 h 154208"/>
                <a:gd name="connsiteX9" fmla="*/ 94823 w 124175"/>
                <a:gd name="connsiteY9" fmla="*/ 9508 h 154208"/>
                <a:gd name="connsiteX10" fmla="*/ 109876 w 124175"/>
                <a:gd name="connsiteY10" fmla="*/ -309 h 154208"/>
                <a:gd name="connsiteX11" fmla="*/ 123916 w 124175"/>
                <a:gd name="connsiteY11" fmla="*/ 11766 h 154208"/>
                <a:gd name="connsiteX12" fmla="*/ 123948 w 124175"/>
                <a:gd name="connsiteY12" fmla="*/ 13107 h 154208"/>
                <a:gd name="connsiteX13" fmla="*/ 122312 w 124175"/>
                <a:gd name="connsiteY13" fmla="*/ 20634 h 154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4175" h="154208">
                  <a:moveTo>
                    <a:pt x="122312" y="20634"/>
                  </a:moveTo>
                  <a:lnTo>
                    <a:pt x="56861" y="144008"/>
                  </a:lnTo>
                  <a:cubicBezTo>
                    <a:pt x="53688" y="149932"/>
                    <a:pt x="47535" y="153696"/>
                    <a:pt x="40826" y="153827"/>
                  </a:cubicBezTo>
                  <a:cubicBezTo>
                    <a:pt x="34445" y="154285"/>
                    <a:pt x="28718" y="149965"/>
                    <a:pt x="27409" y="143682"/>
                  </a:cubicBezTo>
                  <a:lnTo>
                    <a:pt x="-80" y="20962"/>
                  </a:lnTo>
                  <a:cubicBezTo>
                    <a:pt x="-277" y="19783"/>
                    <a:pt x="-277" y="18540"/>
                    <a:pt x="-80" y="17362"/>
                  </a:cubicBezTo>
                  <a:cubicBezTo>
                    <a:pt x="-441" y="8068"/>
                    <a:pt x="6694" y="214"/>
                    <a:pt x="15955" y="-309"/>
                  </a:cubicBezTo>
                  <a:cubicBezTo>
                    <a:pt x="21911" y="-506"/>
                    <a:pt x="27179" y="3421"/>
                    <a:pt x="28718" y="9180"/>
                  </a:cubicBezTo>
                  <a:lnTo>
                    <a:pt x="48680" y="96230"/>
                  </a:lnTo>
                  <a:lnTo>
                    <a:pt x="94823" y="9508"/>
                  </a:lnTo>
                  <a:cubicBezTo>
                    <a:pt x="97571" y="3651"/>
                    <a:pt x="103397" y="-178"/>
                    <a:pt x="109876" y="-309"/>
                  </a:cubicBezTo>
                  <a:cubicBezTo>
                    <a:pt x="117076" y="-866"/>
                    <a:pt x="123360" y="4533"/>
                    <a:pt x="123916" y="11766"/>
                  </a:cubicBezTo>
                  <a:cubicBezTo>
                    <a:pt x="123948" y="12191"/>
                    <a:pt x="123948" y="12650"/>
                    <a:pt x="123948" y="13107"/>
                  </a:cubicBezTo>
                  <a:cubicBezTo>
                    <a:pt x="123850" y="15693"/>
                    <a:pt x="123327" y="18245"/>
                    <a:pt x="122312" y="20634"/>
                  </a:cubicBezTo>
                  <a:close/>
                </a:path>
              </a:pathLst>
            </a:custGeom>
            <a:solidFill>
              <a:srgbClr val="FFFFFF"/>
            </a:solidFill>
            <a:ln w="32716" cap="flat">
              <a:noFill/>
              <a:prstDash val="solid"/>
              <a:miter/>
            </a:ln>
          </p:spPr>
          <p:txBody>
            <a:bodyPr rtlCol="0" anchor="ctr"/>
            <a:lstStyle/>
            <a:p>
              <a:endParaRPr lang="sv-SE"/>
            </a:p>
          </p:txBody>
        </p:sp>
        <p:sp>
          <p:nvSpPr>
            <p:cNvPr id="47" name="Frihandsfigur: Form 46">
              <a:extLst>
                <a:ext uri="{FF2B5EF4-FFF2-40B4-BE49-F238E27FC236}">
                  <a16:creationId xmlns:a16="http://schemas.microsoft.com/office/drawing/2014/main" id="{3FF17697-03E6-46D8-A13F-D885A418800F}"/>
                </a:ext>
              </a:extLst>
            </p:cNvPr>
            <p:cNvSpPr/>
            <p:nvPr/>
          </p:nvSpPr>
          <p:spPr>
            <a:xfrm>
              <a:off x="3817758" y="4161805"/>
              <a:ext cx="140718" cy="221194"/>
            </a:xfrm>
            <a:custGeom>
              <a:avLst/>
              <a:gdLst>
                <a:gd name="connsiteX0" fmla="*/ 139837 w 140718"/>
                <a:gd name="connsiteY0" fmla="*/ 115499 h 221194"/>
                <a:gd name="connsiteX1" fmla="*/ 129038 w 140718"/>
                <a:gd name="connsiteY1" fmla="*/ 204512 h 221194"/>
                <a:gd name="connsiteX2" fmla="*/ 111038 w 140718"/>
                <a:gd name="connsiteY2" fmla="*/ 220547 h 221194"/>
                <a:gd name="connsiteX3" fmla="*/ 96966 w 140718"/>
                <a:gd name="connsiteY3" fmla="*/ 207130 h 221194"/>
                <a:gd name="connsiteX4" fmla="*/ 96966 w 140718"/>
                <a:gd name="connsiteY4" fmla="*/ 206476 h 221194"/>
                <a:gd name="connsiteX5" fmla="*/ 96966 w 140718"/>
                <a:gd name="connsiteY5" fmla="*/ 204185 h 221194"/>
                <a:gd name="connsiteX6" fmla="*/ 45915 w 140718"/>
                <a:gd name="connsiteY6" fmla="*/ 220547 h 221194"/>
                <a:gd name="connsiteX7" fmla="*/ 67 w 140718"/>
                <a:gd name="connsiteY7" fmla="*/ 184517 h 221194"/>
                <a:gd name="connsiteX8" fmla="*/ -228 w 140718"/>
                <a:gd name="connsiteY8" fmla="*/ 180622 h 221194"/>
                <a:gd name="connsiteX9" fmla="*/ 78968 w 140718"/>
                <a:gd name="connsiteY9" fmla="*/ 121717 h 221194"/>
                <a:gd name="connsiteX10" fmla="*/ 106457 w 140718"/>
                <a:gd name="connsiteY10" fmla="*/ 123681 h 221194"/>
                <a:gd name="connsiteX11" fmla="*/ 106457 w 140718"/>
                <a:gd name="connsiteY11" fmla="*/ 116481 h 221194"/>
                <a:gd name="connsiteX12" fmla="*/ 73732 w 140718"/>
                <a:gd name="connsiteY12" fmla="*/ 95536 h 221194"/>
                <a:gd name="connsiteX13" fmla="*/ 41006 w 140718"/>
                <a:gd name="connsiteY13" fmla="*/ 104373 h 221194"/>
                <a:gd name="connsiteX14" fmla="*/ 34788 w 140718"/>
                <a:gd name="connsiteY14" fmla="*/ 106336 h 221194"/>
                <a:gd name="connsiteX15" fmla="*/ 22025 w 140718"/>
                <a:gd name="connsiteY15" fmla="*/ 93573 h 221194"/>
                <a:gd name="connsiteX16" fmla="*/ 32170 w 140718"/>
                <a:gd name="connsiteY16" fmla="*/ 78519 h 221194"/>
                <a:gd name="connsiteX17" fmla="*/ 86167 w 140718"/>
                <a:gd name="connsiteY17" fmla="*/ 68702 h 221194"/>
                <a:gd name="connsiteX18" fmla="*/ 140491 w 140718"/>
                <a:gd name="connsiteY18" fmla="*/ 108300 h 221194"/>
                <a:gd name="connsiteX19" fmla="*/ 139837 w 140718"/>
                <a:gd name="connsiteY19" fmla="*/ 115499 h 221194"/>
                <a:gd name="connsiteX20" fmla="*/ 81585 w 140718"/>
                <a:gd name="connsiteY20" fmla="*/ 144624 h 221194"/>
                <a:gd name="connsiteX21" fmla="*/ 33152 w 140718"/>
                <a:gd name="connsiteY21" fmla="*/ 173096 h 221194"/>
                <a:gd name="connsiteX22" fmla="*/ 57369 w 140718"/>
                <a:gd name="connsiteY22" fmla="*/ 192404 h 221194"/>
                <a:gd name="connsiteX23" fmla="*/ 99912 w 140718"/>
                <a:gd name="connsiteY23" fmla="*/ 179968 h 221194"/>
                <a:gd name="connsiteX24" fmla="*/ 103838 w 140718"/>
                <a:gd name="connsiteY24" fmla="*/ 147243 h 221194"/>
                <a:gd name="connsiteX25" fmla="*/ 81585 w 140718"/>
                <a:gd name="connsiteY25" fmla="*/ 144624 h 221194"/>
                <a:gd name="connsiteX26" fmla="*/ 57696 w 140718"/>
                <a:gd name="connsiteY26" fmla="*/ 41540 h 221194"/>
                <a:gd name="connsiteX27" fmla="*/ 36752 w 140718"/>
                <a:gd name="connsiteY27" fmla="*/ 20596 h 221194"/>
                <a:gd name="connsiteX28" fmla="*/ 57696 w 140718"/>
                <a:gd name="connsiteY28" fmla="*/ -349 h 221194"/>
                <a:gd name="connsiteX29" fmla="*/ 78640 w 140718"/>
                <a:gd name="connsiteY29" fmla="*/ 20596 h 221194"/>
                <a:gd name="connsiteX30" fmla="*/ 57696 w 140718"/>
                <a:gd name="connsiteY30" fmla="*/ 41540 h 221194"/>
                <a:gd name="connsiteX31" fmla="*/ 119547 w 140718"/>
                <a:gd name="connsiteY31" fmla="*/ 41540 h 221194"/>
                <a:gd name="connsiteX32" fmla="*/ 98602 w 140718"/>
                <a:gd name="connsiteY32" fmla="*/ 20596 h 221194"/>
                <a:gd name="connsiteX33" fmla="*/ 119547 w 140718"/>
                <a:gd name="connsiteY33" fmla="*/ -349 h 221194"/>
                <a:gd name="connsiteX34" fmla="*/ 140491 w 140718"/>
                <a:gd name="connsiteY34" fmla="*/ 20596 h 221194"/>
                <a:gd name="connsiteX35" fmla="*/ 119547 w 140718"/>
                <a:gd name="connsiteY35" fmla="*/ 41540 h 22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0718" h="221194">
                  <a:moveTo>
                    <a:pt x="139837" y="115499"/>
                  </a:moveTo>
                  <a:lnTo>
                    <a:pt x="129038" y="204512"/>
                  </a:lnTo>
                  <a:cubicBezTo>
                    <a:pt x="127761" y="213544"/>
                    <a:pt x="120136" y="220319"/>
                    <a:pt x="111038" y="220547"/>
                  </a:cubicBezTo>
                  <a:cubicBezTo>
                    <a:pt x="103446" y="220744"/>
                    <a:pt x="97163" y="214722"/>
                    <a:pt x="96966" y="207130"/>
                  </a:cubicBezTo>
                  <a:cubicBezTo>
                    <a:pt x="96966" y="206901"/>
                    <a:pt x="96966" y="206704"/>
                    <a:pt x="96966" y="206476"/>
                  </a:cubicBezTo>
                  <a:lnTo>
                    <a:pt x="96966" y="204185"/>
                  </a:lnTo>
                  <a:cubicBezTo>
                    <a:pt x="81651" y="213937"/>
                    <a:pt x="64044" y="219566"/>
                    <a:pt x="45915" y="220547"/>
                  </a:cubicBezTo>
                  <a:cubicBezTo>
                    <a:pt x="23301" y="223264"/>
                    <a:pt x="2783" y="207130"/>
                    <a:pt x="67" y="184517"/>
                  </a:cubicBezTo>
                  <a:cubicBezTo>
                    <a:pt x="-97" y="183241"/>
                    <a:pt x="-195" y="181932"/>
                    <a:pt x="-228" y="180622"/>
                  </a:cubicBezTo>
                  <a:cubicBezTo>
                    <a:pt x="-228" y="140043"/>
                    <a:pt x="44606" y="121717"/>
                    <a:pt x="78968" y="121717"/>
                  </a:cubicBezTo>
                  <a:cubicBezTo>
                    <a:pt x="88163" y="121717"/>
                    <a:pt x="97359" y="122371"/>
                    <a:pt x="106457" y="123681"/>
                  </a:cubicBezTo>
                  <a:cubicBezTo>
                    <a:pt x="106621" y="121292"/>
                    <a:pt x="106621" y="118870"/>
                    <a:pt x="106457" y="116481"/>
                  </a:cubicBezTo>
                  <a:cubicBezTo>
                    <a:pt x="106457" y="97827"/>
                    <a:pt x="89767" y="95536"/>
                    <a:pt x="73732" y="95536"/>
                  </a:cubicBezTo>
                  <a:cubicBezTo>
                    <a:pt x="62278" y="95897"/>
                    <a:pt x="51085" y="98908"/>
                    <a:pt x="41006" y="104373"/>
                  </a:cubicBezTo>
                  <a:cubicBezTo>
                    <a:pt x="39108" y="105518"/>
                    <a:pt x="36981" y="106205"/>
                    <a:pt x="34788" y="106336"/>
                  </a:cubicBezTo>
                  <a:cubicBezTo>
                    <a:pt x="27753" y="106336"/>
                    <a:pt x="22025" y="100609"/>
                    <a:pt x="22025" y="93573"/>
                  </a:cubicBezTo>
                  <a:cubicBezTo>
                    <a:pt x="22156" y="86995"/>
                    <a:pt x="26116" y="81105"/>
                    <a:pt x="32170" y="78519"/>
                  </a:cubicBezTo>
                  <a:cubicBezTo>
                    <a:pt x="49319" y="71647"/>
                    <a:pt x="67678" y="68309"/>
                    <a:pt x="86167" y="68702"/>
                  </a:cubicBezTo>
                  <a:cubicBezTo>
                    <a:pt x="112675" y="68702"/>
                    <a:pt x="140491" y="76556"/>
                    <a:pt x="140491" y="108300"/>
                  </a:cubicBezTo>
                  <a:cubicBezTo>
                    <a:pt x="140426" y="110721"/>
                    <a:pt x="140229" y="113110"/>
                    <a:pt x="139837" y="115499"/>
                  </a:cubicBezTo>
                  <a:close/>
                  <a:moveTo>
                    <a:pt x="81585" y="144624"/>
                  </a:moveTo>
                  <a:cubicBezTo>
                    <a:pt x="64895" y="144624"/>
                    <a:pt x="33152" y="150516"/>
                    <a:pt x="33152" y="173096"/>
                  </a:cubicBezTo>
                  <a:cubicBezTo>
                    <a:pt x="33152" y="186840"/>
                    <a:pt x="45261" y="192404"/>
                    <a:pt x="57369" y="192404"/>
                  </a:cubicBezTo>
                  <a:cubicBezTo>
                    <a:pt x="72389" y="192109"/>
                    <a:pt x="87083" y="187822"/>
                    <a:pt x="99912" y="179968"/>
                  </a:cubicBezTo>
                  <a:lnTo>
                    <a:pt x="103838" y="147243"/>
                  </a:lnTo>
                  <a:cubicBezTo>
                    <a:pt x="96574" y="145377"/>
                    <a:pt x="89080" y="144493"/>
                    <a:pt x="81585" y="144624"/>
                  </a:cubicBezTo>
                  <a:close/>
                  <a:moveTo>
                    <a:pt x="57696" y="41540"/>
                  </a:moveTo>
                  <a:cubicBezTo>
                    <a:pt x="46144" y="41540"/>
                    <a:pt x="36752" y="32148"/>
                    <a:pt x="36752" y="20596"/>
                  </a:cubicBezTo>
                  <a:cubicBezTo>
                    <a:pt x="36752" y="9044"/>
                    <a:pt x="46144" y="-349"/>
                    <a:pt x="57696" y="-349"/>
                  </a:cubicBezTo>
                  <a:cubicBezTo>
                    <a:pt x="69249" y="-349"/>
                    <a:pt x="78640" y="9011"/>
                    <a:pt x="78640" y="20596"/>
                  </a:cubicBezTo>
                  <a:cubicBezTo>
                    <a:pt x="78640" y="32148"/>
                    <a:pt x="69249" y="41540"/>
                    <a:pt x="57696" y="41540"/>
                  </a:cubicBezTo>
                  <a:close/>
                  <a:moveTo>
                    <a:pt x="119547" y="41540"/>
                  </a:moveTo>
                  <a:cubicBezTo>
                    <a:pt x="107995" y="41540"/>
                    <a:pt x="98602" y="32148"/>
                    <a:pt x="98602" y="20596"/>
                  </a:cubicBezTo>
                  <a:cubicBezTo>
                    <a:pt x="98602" y="9044"/>
                    <a:pt x="107995" y="-349"/>
                    <a:pt x="119547" y="-349"/>
                  </a:cubicBezTo>
                  <a:cubicBezTo>
                    <a:pt x="131099" y="-349"/>
                    <a:pt x="140491" y="9011"/>
                    <a:pt x="140491" y="20596"/>
                  </a:cubicBezTo>
                  <a:cubicBezTo>
                    <a:pt x="140491" y="32148"/>
                    <a:pt x="131099" y="41540"/>
                    <a:pt x="119547" y="41540"/>
                  </a:cubicBezTo>
                  <a:close/>
                </a:path>
              </a:pathLst>
            </a:custGeom>
            <a:solidFill>
              <a:srgbClr val="FFFFFF"/>
            </a:solidFill>
            <a:ln w="32716" cap="flat">
              <a:noFill/>
              <a:prstDash val="solid"/>
              <a:miter/>
            </a:ln>
          </p:spPr>
          <p:txBody>
            <a:bodyPr rtlCol="0" anchor="ctr"/>
            <a:lstStyle/>
            <a:p>
              <a:endParaRPr lang="sv-SE"/>
            </a:p>
          </p:txBody>
        </p:sp>
        <p:sp>
          <p:nvSpPr>
            <p:cNvPr id="48" name="Frihandsfigur: Form 47">
              <a:extLst>
                <a:ext uri="{FF2B5EF4-FFF2-40B4-BE49-F238E27FC236}">
                  <a16:creationId xmlns:a16="http://schemas.microsoft.com/office/drawing/2014/main" id="{11410F2E-6D91-4DB0-AE7A-7F66F0284154}"/>
                </a:ext>
              </a:extLst>
            </p:cNvPr>
            <p:cNvSpPr/>
            <p:nvPr/>
          </p:nvSpPr>
          <p:spPr>
            <a:xfrm>
              <a:off x="3983348" y="4229182"/>
              <a:ext cx="117811" cy="154174"/>
            </a:xfrm>
            <a:custGeom>
              <a:avLst/>
              <a:gdLst>
                <a:gd name="connsiteX0" fmla="*/ 97948 w 117811"/>
                <a:gd name="connsiteY0" fmla="*/ 41905 h 154174"/>
                <a:gd name="connsiteX1" fmla="*/ 76023 w 117811"/>
                <a:gd name="connsiteY1" fmla="*/ 35687 h 154174"/>
                <a:gd name="connsiteX2" fmla="*/ 40351 w 117811"/>
                <a:gd name="connsiteY2" fmla="*/ 72667 h 154174"/>
                <a:gd name="connsiteX3" fmla="*/ 32170 w 117811"/>
                <a:gd name="connsiteY3" fmla="*/ 138117 h 154174"/>
                <a:gd name="connsiteX4" fmla="*/ 14171 w 117811"/>
                <a:gd name="connsiteY4" fmla="*/ 153826 h 154174"/>
                <a:gd name="connsiteX5" fmla="*/ -228 w 117811"/>
                <a:gd name="connsiteY5" fmla="*/ 139753 h 154174"/>
                <a:gd name="connsiteX6" fmla="*/ -228 w 117811"/>
                <a:gd name="connsiteY6" fmla="*/ 138117 h 154174"/>
                <a:gd name="connsiteX7" fmla="*/ 15153 w 117811"/>
                <a:gd name="connsiteY7" fmla="*/ 15725 h 154174"/>
                <a:gd name="connsiteX8" fmla="*/ 32825 w 117811"/>
                <a:gd name="connsiteY8" fmla="*/ -311 h 154174"/>
                <a:gd name="connsiteX9" fmla="*/ 47519 w 117811"/>
                <a:gd name="connsiteY9" fmla="*/ 12419 h 154174"/>
                <a:gd name="connsiteX10" fmla="*/ 47551 w 117811"/>
                <a:gd name="connsiteY10" fmla="*/ 13761 h 154174"/>
                <a:gd name="connsiteX11" fmla="*/ 45915 w 117811"/>
                <a:gd name="connsiteY11" fmla="*/ 24888 h 154174"/>
                <a:gd name="connsiteX12" fmla="*/ 88131 w 117811"/>
                <a:gd name="connsiteY12" fmla="*/ 2634 h 154174"/>
                <a:gd name="connsiteX13" fmla="*/ 117584 w 117811"/>
                <a:gd name="connsiteY13" fmla="*/ 22597 h 154174"/>
                <a:gd name="connsiteX14" fmla="*/ 97948 w 117811"/>
                <a:gd name="connsiteY14" fmla="*/ 41905 h 15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811" h="154174">
                  <a:moveTo>
                    <a:pt x="97948" y="41905"/>
                  </a:moveTo>
                  <a:cubicBezTo>
                    <a:pt x="90749" y="41905"/>
                    <a:pt x="87149" y="35687"/>
                    <a:pt x="76023" y="35687"/>
                  </a:cubicBezTo>
                  <a:cubicBezTo>
                    <a:pt x="56846" y="37945"/>
                    <a:pt x="41922" y="53424"/>
                    <a:pt x="40351" y="72667"/>
                  </a:cubicBezTo>
                  <a:lnTo>
                    <a:pt x="32170" y="138117"/>
                  </a:lnTo>
                  <a:cubicBezTo>
                    <a:pt x="30632" y="146953"/>
                    <a:pt x="23138" y="153498"/>
                    <a:pt x="14171" y="153826"/>
                  </a:cubicBezTo>
                  <a:cubicBezTo>
                    <a:pt x="6350" y="153826"/>
                    <a:pt x="-64" y="147575"/>
                    <a:pt x="-228" y="139753"/>
                  </a:cubicBezTo>
                  <a:lnTo>
                    <a:pt x="-228" y="138117"/>
                  </a:lnTo>
                  <a:lnTo>
                    <a:pt x="15153" y="15725"/>
                  </a:lnTo>
                  <a:cubicBezTo>
                    <a:pt x="16396" y="6823"/>
                    <a:pt x="23826" y="81"/>
                    <a:pt x="32825" y="-311"/>
                  </a:cubicBezTo>
                  <a:cubicBezTo>
                    <a:pt x="40384" y="-867"/>
                    <a:pt x="46963" y="4827"/>
                    <a:pt x="47519" y="12419"/>
                  </a:cubicBezTo>
                  <a:cubicBezTo>
                    <a:pt x="47551" y="12878"/>
                    <a:pt x="47551" y="13303"/>
                    <a:pt x="47551" y="13761"/>
                  </a:cubicBezTo>
                  <a:cubicBezTo>
                    <a:pt x="47486" y="17525"/>
                    <a:pt x="46930" y="21255"/>
                    <a:pt x="45915" y="24888"/>
                  </a:cubicBezTo>
                  <a:cubicBezTo>
                    <a:pt x="55995" y="11568"/>
                    <a:pt x="71441" y="3420"/>
                    <a:pt x="88131" y="2634"/>
                  </a:cubicBezTo>
                  <a:cubicBezTo>
                    <a:pt x="100239" y="2634"/>
                    <a:pt x="117584" y="8198"/>
                    <a:pt x="117584" y="22597"/>
                  </a:cubicBezTo>
                  <a:cubicBezTo>
                    <a:pt x="117420" y="33298"/>
                    <a:pt x="108682" y="41905"/>
                    <a:pt x="97948" y="41905"/>
                  </a:cubicBezTo>
                  <a:close/>
                </a:path>
              </a:pathLst>
            </a:custGeom>
            <a:solidFill>
              <a:srgbClr val="FFFFFF"/>
            </a:solidFill>
            <a:ln w="32716" cap="flat">
              <a:noFill/>
              <a:prstDash val="solid"/>
              <a:miter/>
            </a:ln>
          </p:spPr>
          <p:txBody>
            <a:bodyPr rtlCol="0" anchor="ctr"/>
            <a:lstStyle/>
            <a:p>
              <a:endParaRPr lang="sv-SE"/>
            </a:p>
          </p:txBody>
        </p:sp>
        <p:sp>
          <p:nvSpPr>
            <p:cNvPr id="49" name="Frihandsfigur: Form 48">
              <a:extLst>
                <a:ext uri="{FF2B5EF4-FFF2-40B4-BE49-F238E27FC236}">
                  <a16:creationId xmlns:a16="http://schemas.microsoft.com/office/drawing/2014/main" id="{E06C2213-38DA-41D1-AD57-71438930A684}"/>
                </a:ext>
              </a:extLst>
            </p:cNvPr>
            <p:cNvSpPr/>
            <p:nvPr/>
          </p:nvSpPr>
          <p:spPr>
            <a:xfrm>
              <a:off x="4097657" y="4132025"/>
              <a:ext cx="163856" cy="250676"/>
            </a:xfrm>
            <a:custGeom>
              <a:avLst/>
              <a:gdLst>
                <a:gd name="connsiteX0" fmla="*/ 136794 w 163856"/>
                <a:gd name="connsiteY0" fmla="*/ 235274 h 250676"/>
                <a:gd name="connsiteX1" fmla="*/ 119777 w 163856"/>
                <a:gd name="connsiteY1" fmla="*/ 250327 h 250676"/>
                <a:gd name="connsiteX2" fmla="*/ 106687 w 163856"/>
                <a:gd name="connsiteY2" fmla="*/ 237237 h 250676"/>
                <a:gd name="connsiteX3" fmla="*/ 106687 w 163856"/>
                <a:gd name="connsiteY3" fmla="*/ 231347 h 250676"/>
                <a:gd name="connsiteX4" fmla="*/ 57272 w 163856"/>
                <a:gd name="connsiteY4" fmla="*/ 250001 h 250676"/>
                <a:gd name="connsiteX5" fmla="*/ -226 w 163856"/>
                <a:gd name="connsiteY5" fmla="*/ 191651 h 250676"/>
                <a:gd name="connsiteX6" fmla="*/ 2 w 163856"/>
                <a:gd name="connsiteY6" fmla="*/ 186840 h 250676"/>
                <a:gd name="connsiteX7" fmla="*/ 78871 w 163856"/>
                <a:gd name="connsiteY7" fmla="*/ 99464 h 250676"/>
                <a:gd name="connsiteX8" fmla="*/ 119123 w 163856"/>
                <a:gd name="connsiteY8" fmla="*/ 113863 h 250676"/>
                <a:gd name="connsiteX9" fmla="*/ 131231 w 163856"/>
                <a:gd name="connsiteY9" fmla="*/ 15687 h 250676"/>
                <a:gd name="connsiteX10" fmla="*/ 149230 w 163856"/>
                <a:gd name="connsiteY10" fmla="*/ -349 h 250676"/>
                <a:gd name="connsiteX11" fmla="*/ 163629 w 163856"/>
                <a:gd name="connsiteY11" fmla="*/ 13724 h 250676"/>
                <a:gd name="connsiteX12" fmla="*/ 136794 w 163856"/>
                <a:gd name="connsiteY12" fmla="*/ 235274 h 250676"/>
                <a:gd name="connsiteX13" fmla="*/ 78871 w 163856"/>
                <a:gd name="connsiteY13" fmla="*/ 128263 h 250676"/>
                <a:gd name="connsiteX14" fmla="*/ 33055 w 163856"/>
                <a:gd name="connsiteY14" fmla="*/ 182586 h 250676"/>
                <a:gd name="connsiteX15" fmla="*/ 63915 w 163856"/>
                <a:gd name="connsiteY15" fmla="*/ 221300 h 250676"/>
                <a:gd name="connsiteX16" fmla="*/ 67744 w 163856"/>
                <a:gd name="connsiteY16" fmla="*/ 221529 h 250676"/>
                <a:gd name="connsiteX17" fmla="*/ 114410 w 163856"/>
                <a:gd name="connsiteY17" fmla="*/ 168875 h 250676"/>
                <a:gd name="connsiteX18" fmla="*/ 114213 w 163856"/>
                <a:gd name="connsiteY18" fmla="*/ 166551 h 250676"/>
                <a:gd name="connsiteX19" fmla="*/ 83321 w 163856"/>
                <a:gd name="connsiteY19" fmla="*/ 128425 h 250676"/>
                <a:gd name="connsiteX20" fmla="*/ 78871 w 163856"/>
                <a:gd name="connsiteY20" fmla="*/ 128263 h 25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3856" h="250676">
                  <a:moveTo>
                    <a:pt x="136794" y="235274"/>
                  </a:moveTo>
                  <a:cubicBezTo>
                    <a:pt x="135648" y="243815"/>
                    <a:pt x="128417" y="250230"/>
                    <a:pt x="119777" y="250327"/>
                  </a:cubicBezTo>
                  <a:cubicBezTo>
                    <a:pt x="112611" y="250164"/>
                    <a:pt x="106851" y="244404"/>
                    <a:pt x="106687" y="237237"/>
                  </a:cubicBezTo>
                  <a:cubicBezTo>
                    <a:pt x="106687" y="235274"/>
                    <a:pt x="106687" y="233311"/>
                    <a:pt x="106687" y="231347"/>
                  </a:cubicBezTo>
                  <a:cubicBezTo>
                    <a:pt x="93106" y="243520"/>
                    <a:pt x="75500" y="250164"/>
                    <a:pt x="57272" y="250001"/>
                  </a:cubicBezTo>
                  <a:cubicBezTo>
                    <a:pt x="25266" y="249771"/>
                    <a:pt x="-456" y="223656"/>
                    <a:pt x="-226" y="191651"/>
                  </a:cubicBezTo>
                  <a:cubicBezTo>
                    <a:pt x="-226" y="190048"/>
                    <a:pt x="-128" y="188444"/>
                    <a:pt x="2" y="186840"/>
                  </a:cubicBezTo>
                  <a:cubicBezTo>
                    <a:pt x="-1339" y="141287"/>
                    <a:pt x="33415" y="102769"/>
                    <a:pt x="78871" y="99464"/>
                  </a:cubicBezTo>
                  <a:cubicBezTo>
                    <a:pt x="93728" y="98221"/>
                    <a:pt x="108422" y="103489"/>
                    <a:pt x="119123" y="113863"/>
                  </a:cubicBezTo>
                  <a:lnTo>
                    <a:pt x="131231" y="15687"/>
                  </a:lnTo>
                  <a:cubicBezTo>
                    <a:pt x="132377" y="6589"/>
                    <a:pt x="140067" y="-250"/>
                    <a:pt x="149230" y="-349"/>
                  </a:cubicBezTo>
                  <a:cubicBezTo>
                    <a:pt x="157052" y="-349"/>
                    <a:pt x="163465" y="5902"/>
                    <a:pt x="163629" y="13724"/>
                  </a:cubicBezTo>
                  <a:cubicBezTo>
                    <a:pt x="163629" y="13724"/>
                    <a:pt x="163629" y="16014"/>
                    <a:pt x="136794" y="235274"/>
                  </a:cubicBezTo>
                  <a:close/>
                  <a:moveTo>
                    <a:pt x="78871" y="128263"/>
                  </a:moveTo>
                  <a:cubicBezTo>
                    <a:pt x="51251" y="130683"/>
                    <a:pt x="30797" y="154966"/>
                    <a:pt x="33055" y="182586"/>
                  </a:cubicBezTo>
                  <a:cubicBezTo>
                    <a:pt x="30895" y="201796"/>
                    <a:pt x="44705" y="219140"/>
                    <a:pt x="63915" y="221300"/>
                  </a:cubicBezTo>
                  <a:cubicBezTo>
                    <a:pt x="65191" y="221464"/>
                    <a:pt x="66468" y="221529"/>
                    <a:pt x="67744" y="221529"/>
                  </a:cubicBezTo>
                  <a:cubicBezTo>
                    <a:pt x="95167" y="219893"/>
                    <a:pt x="116046" y="196298"/>
                    <a:pt x="114410" y="168875"/>
                  </a:cubicBezTo>
                  <a:cubicBezTo>
                    <a:pt x="114377" y="168122"/>
                    <a:pt x="114312" y="167337"/>
                    <a:pt x="114213" y="166551"/>
                  </a:cubicBezTo>
                  <a:cubicBezTo>
                    <a:pt x="116210" y="147504"/>
                    <a:pt x="102367" y="130422"/>
                    <a:pt x="83321" y="128425"/>
                  </a:cubicBezTo>
                  <a:cubicBezTo>
                    <a:pt x="81849" y="128295"/>
                    <a:pt x="80344" y="128230"/>
                    <a:pt x="78871" y="128263"/>
                  </a:cubicBezTo>
                  <a:close/>
                </a:path>
              </a:pathLst>
            </a:custGeom>
            <a:solidFill>
              <a:srgbClr val="FFFFFF"/>
            </a:solidFill>
            <a:ln w="32716" cap="flat">
              <a:noFill/>
              <a:prstDash val="solid"/>
              <a:miter/>
            </a:ln>
          </p:spPr>
          <p:txBody>
            <a:bodyPr rtlCol="0" anchor="ctr"/>
            <a:lstStyle/>
            <a:p>
              <a:endParaRPr lang="sv-SE"/>
            </a:p>
          </p:txBody>
        </p:sp>
        <p:sp>
          <p:nvSpPr>
            <p:cNvPr id="50" name="Frihandsfigur: Form 49">
              <a:extLst>
                <a:ext uri="{FF2B5EF4-FFF2-40B4-BE49-F238E27FC236}">
                  <a16:creationId xmlns:a16="http://schemas.microsoft.com/office/drawing/2014/main" id="{38D1ABCB-68A7-4B2E-8684-E9D7133E978C}"/>
                </a:ext>
              </a:extLst>
            </p:cNvPr>
            <p:cNvSpPr/>
            <p:nvPr/>
          </p:nvSpPr>
          <p:spPr>
            <a:xfrm>
              <a:off x="4274277" y="4160824"/>
              <a:ext cx="59559" cy="221877"/>
            </a:xfrm>
            <a:custGeom>
              <a:avLst/>
              <a:gdLst>
                <a:gd name="connsiteX0" fmla="*/ 32170 w 59559"/>
                <a:gd name="connsiteY0" fmla="*/ 205166 h 221877"/>
                <a:gd name="connsiteX1" fmla="*/ 13844 w 59559"/>
                <a:gd name="connsiteY1" fmla="*/ 221529 h 221877"/>
                <a:gd name="connsiteX2" fmla="*/ -228 w 59559"/>
                <a:gd name="connsiteY2" fmla="*/ 207457 h 221877"/>
                <a:gd name="connsiteX3" fmla="*/ -228 w 59559"/>
                <a:gd name="connsiteY3" fmla="*/ 207130 h 221877"/>
                <a:gd name="connsiteX4" fmla="*/ 14498 w 59559"/>
                <a:gd name="connsiteY4" fmla="*/ 85391 h 221877"/>
                <a:gd name="connsiteX5" fmla="*/ 32497 w 59559"/>
                <a:gd name="connsiteY5" fmla="*/ 69356 h 221877"/>
                <a:gd name="connsiteX6" fmla="*/ 47223 w 59559"/>
                <a:gd name="connsiteY6" fmla="*/ 83101 h 221877"/>
                <a:gd name="connsiteX7" fmla="*/ 32170 w 59559"/>
                <a:gd name="connsiteY7" fmla="*/ 205166 h 221877"/>
                <a:gd name="connsiteX8" fmla="*/ 38388 w 59559"/>
                <a:gd name="connsiteY8" fmla="*/ 41540 h 221877"/>
                <a:gd name="connsiteX9" fmla="*/ 17443 w 59559"/>
                <a:gd name="connsiteY9" fmla="*/ 20596 h 221877"/>
                <a:gd name="connsiteX10" fmla="*/ 38388 w 59559"/>
                <a:gd name="connsiteY10" fmla="*/ -349 h 221877"/>
                <a:gd name="connsiteX11" fmla="*/ 59331 w 59559"/>
                <a:gd name="connsiteY11" fmla="*/ 20596 h 221877"/>
                <a:gd name="connsiteX12" fmla="*/ 59331 w 59559"/>
                <a:gd name="connsiteY12" fmla="*/ 20923 h 221877"/>
                <a:gd name="connsiteX13" fmla="*/ 38388 w 59559"/>
                <a:gd name="connsiteY13" fmla="*/ 40886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559" h="221877">
                  <a:moveTo>
                    <a:pt x="32170" y="205166"/>
                  </a:moveTo>
                  <a:cubicBezTo>
                    <a:pt x="30665" y="214231"/>
                    <a:pt x="23040" y="221039"/>
                    <a:pt x="13844" y="221529"/>
                  </a:cubicBezTo>
                  <a:cubicBezTo>
                    <a:pt x="6088" y="221529"/>
                    <a:pt x="-228" y="215246"/>
                    <a:pt x="-228" y="207457"/>
                  </a:cubicBezTo>
                  <a:cubicBezTo>
                    <a:pt x="-228" y="207359"/>
                    <a:pt x="-228" y="207229"/>
                    <a:pt x="-228" y="207130"/>
                  </a:cubicBezTo>
                  <a:cubicBezTo>
                    <a:pt x="-228" y="207130"/>
                    <a:pt x="-228" y="207130"/>
                    <a:pt x="14498" y="85391"/>
                  </a:cubicBezTo>
                  <a:cubicBezTo>
                    <a:pt x="15774" y="76359"/>
                    <a:pt x="23399" y="69585"/>
                    <a:pt x="32497" y="69356"/>
                  </a:cubicBezTo>
                  <a:cubicBezTo>
                    <a:pt x="40318" y="69160"/>
                    <a:pt x="46864" y="75280"/>
                    <a:pt x="47223" y="83101"/>
                  </a:cubicBezTo>
                  <a:cubicBezTo>
                    <a:pt x="47223" y="83101"/>
                    <a:pt x="47223" y="84737"/>
                    <a:pt x="32170" y="205166"/>
                  </a:cubicBezTo>
                  <a:close/>
                  <a:moveTo>
                    <a:pt x="38388" y="41540"/>
                  </a:moveTo>
                  <a:cubicBezTo>
                    <a:pt x="26836" y="41540"/>
                    <a:pt x="17443" y="32148"/>
                    <a:pt x="17443" y="20596"/>
                  </a:cubicBezTo>
                  <a:cubicBezTo>
                    <a:pt x="17443" y="9011"/>
                    <a:pt x="26836" y="-349"/>
                    <a:pt x="38388" y="-349"/>
                  </a:cubicBezTo>
                  <a:cubicBezTo>
                    <a:pt x="49973" y="-349"/>
                    <a:pt x="59331" y="9044"/>
                    <a:pt x="59331" y="20596"/>
                  </a:cubicBezTo>
                  <a:cubicBezTo>
                    <a:pt x="59331" y="20694"/>
                    <a:pt x="59331" y="20825"/>
                    <a:pt x="59331" y="20923"/>
                  </a:cubicBezTo>
                  <a:cubicBezTo>
                    <a:pt x="58972" y="32181"/>
                    <a:pt x="49645" y="41081"/>
                    <a:pt x="38388" y="40886"/>
                  </a:cubicBezTo>
                  <a:close/>
                </a:path>
              </a:pathLst>
            </a:custGeom>
            <a:solidFill>
              <a:srgbClr val="FFFFFF"/>
            </a:solidFill>
            <a:ln w="32716" cap="flat">
              <a:noFill/>
              <a:prstDash val="solid"/>
              <a:miter/>
            </a:ln>
          </p:spPr>
          <p:txBody>
            <a:bodyPr rtlCol="0" anchor="ctr"/>
            <a:lstStyle/>
            <a:p>
              <a:endParaRPr lang="sv-SE"/>
            </a:p>
          </p:txBody>
        </p:sp>
        <p:sp>
          <p:nvSpPr>
            <p:cNvPr id="51" name="Frihandsfigur: Form 50">
              <a:extLst>
                <a:ext uri="{FF2B5EF4-FFF2-40B4-BE49-F238E27FC236}">
                  <a16:creationId xmlns:a16="http://schemas.microsoft.com/office/drawing/2014/main" id="{0D721086-AEB5-4BC9-BD87-096CE49BB5A2}"/>
                </a:ext>
              </a:extLst>
            </p:cNvPr>
            <p:cNvSpPr/>
            <p:nvPr/>
          </p:nvSpPr>
          <p:spPr>
            <a:xfrm>
              <a:off x="4336455" y="4232690"/>
              <a:ext cx="155445" cy="215167"/>
            </a:xfrm>
            <a:custGeom>
              <a:avLst/>
              <a:gdLst>
                <a:gd name="connsiteX0" fmla="*/ 140164 w 155445"/>
                <a:gd name="connsiteY0" fmla="*/ 136573 h 215167"/>
                <a:gd name="connsiteX1" fmla="*/ 62637 w 155445"/>
                <a:gd name="connsiteY1" fmla="*/ 214819 h 215167"/>
                <a:gd name="connsiteX2" fmla="*/ 59987 w 155445"/>
                <a:gd name="connsiteY2" fmla="*/ 214787 h 215167"/>
                <a:gd name="connsiteX3" fmla="*/ -228 w 155445"/>
                <a:gd name="connsiteY3" fmla="*/ 189916 h 215167"/>
                <a:gd name="connsiteX4" fmla="*/ 16789 w 155445"/>
                <a:gd name="connsiteY4" fmla="*/ 172244 h 215167"/>
                <a:gd name="connsiteX5" fmla="*/ 23989 w 155445"/>
                <a:gd name="connsiteY5" fmla="*/ 174535 h 215167"/>
                <a:gd name="connsiteX6" fmla="*/ 60641 w 155445"/>
                <a:gd name="connsiteY6" fmla="*/ 186315 h 215167"/>
                <a:gd name="connsiteX7" fmla="*/ 106129 w 155445"/>
                <a:gd name="connsiteY7" fmla="*/ 146390 h 215167"/>
                <a:gd name="connsiteX8" fmla="*/ 108093 w 155445"/>
                <a:gd name="connsiteY8" fmla="*/ 134937 h 215167"/>
                <a:gd name="connsiteX9" fmla="*/ 59332 w 155445"/>
                <a:gd name="connsiteY9" fmla="*/ 150645 h 215167"/>
                <a:gd name="connsiteX10" fmla="*/ 3994 w 155445"/>
                <a:gd name="connsiteY10" fmla="*/ 89612 h 215167"/>
                <a:gd name="connsiteX11" fmla="*/ 4027 w 155445"/>
                <a:gd name="connsiteY11" fmla="*/ 89121 h 215167"/>
                <a:gd name="connsiteX12" fmla="*/ 81258 w 155445"/>
                <a:gd name="connsiteY12" fmla="*/ 108 h 215167"/>
                <a:gd name="connsiteX13" fmla="*/ 122492 w 155445"/>
                <a:gd name="connsiteY13" fmla="*/ 16471 h 215167"/>
                <a:gd name="connsiteX14" fmla="*/ 140491 w 155445"/>
                <a:gd name="connsiteY14" fmla="*/ 108 h 215167"/>
                <a:gd name="connsiteX15" fmla="*/ 155217 w 155445"/>
                <a:gd name="connsiteY15" fmla="*/ 14181 h 215167"/>
                <a:gd name="connsiteX16" fmla="*/ 155217 w 155445"/>
                <a:gd name="connsiteY16" fmla="*/ 14181 h 215167"/>
                <a:gd name="connsiteX17" fmla="*/ 82240 w 155445"/>
                <a:gd name="connsiteY17" fmla="*/ 28906 h 215167"/>
                <a:gd name="connsiteX18" fmla="*/ 36097 w 155445"/>
                <a:gd name="connsiteY18" fmla="*/ 83820 h 215167"/>
                <a:gd name="connsiteX19" fmla="*/ 36097 w 155445"/>
                <a:gd name="connsiteY19" fmla="*/ 83886 h 215167"/>
                <a:gd name="connsiteX20" fmla="*/ 68004 w 155445"/>
                <a:gd name="connsiteY20" fmla="*/ 122371 h 215167"/>
                <a:gd name="connsiteX21" fmla="*/ 70459 w 155445"/>
                <a:gd name="connsiteY21" fmla="*/ 122501 h 215167"/>
                <a:gd name="connsiteX22" fmla="*/ 117584 w 155445"/>
                <a:gd name="connsiteY22" fmla="*/ 66540 h 215167"/>
                <a:gd name="connsiteX23" fmla="*/ 91861 w 155445"/>
                <a:gd name="connsiteY23" fmla="*/ 28056 h 215167"/>
                <a:gd name="connsiteX24" fmla="*/ 82240 w 155445"/>
                <a:gd name="connsiteY24" fmla="*/ 27598 h 21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5445" h="215167">
                  <a:moveTo>
                    <a:pt x="140164" y="136573"/>
                  </a:moveTo>
                  <a:cubicBezTo>
                    <a:pt x="140360" y="179574"/>
                    <a:pt x="105638" y="214623"/>
                    <a:pt x="62637" y="214819"/>
                  </a:cubicBezTo>
                  <a:cubicBezTo>
                    <a:pt x="61753" y="214819"/>
                    <a:pt x="60870" y="214819"/>
                    <a:pt x="59987" y="214787"/>
                  </a:cubicBezTo>
                  <a:cubicBezTo>
                    <a:pt x="45915" y="214787"/>
                    <a:pt x="-228" y="208569"/>
                    <a:pt x="-228" y="189916"/>
                  </a:cubicBezTo>
                  <a:cubicBezTo>
                    <a:pt x="-64" y="180458"/>
                    <a:pt x="7364" y="172767"/>
                    <a:pt x="16789" y="172244"/>
                  </a:cubicBezTo>
                  <a:cubicBezTo>
                    <a:pt x="19342" y="172472"/>
                    <a:pt x="21796" y="173225"/>
                    <a:pt x="23989" y="174535"/>
                  </a:cubicBezTo>
                  <a:cubicBezTo>
                    <a:pt x="34951" y="181636"/>
                    <a:pt x="47584" y="185694"/>
                    <a:pt x="60641" y="186315"/>
                  </a:cubicBezTo>
                  <a:cubicBezTo>
                    <a:pt x="83582" y="186054"/>
                    <a:pt x="102890" y="169102"/>
                    <a:pt x="106129" y="146390"/>
                  </a:cubicBezTo>
                  <a:cubicBezTo>
                    <a:pt x="106129" y="141482"/>
                    <a:pt x="108093" y="134937"/>
                    <a:pt x="108093" y="134937"/>
                  </a:cubicBezTo>
                  <a:cubicBezTo>
                    <a:pt x="94119" y="145605"/>
                    <a:pt x="76906" y="151136"/>
                    <a:pt x="59332" y="150645"/>
                  </a:cubicBezTo>
                  <a:cubicBezTo>
                    <a:pt x="27195" y="149074"/>
                    <a:pt x="2423" y="121748"/>
                    <a:pt x="3994" y="89612"/>
                  </a:cubicBezTo>
                  <a:cubicBezTo>
                    <a:pt x="3994" y="89449"/>
                    <a:pt x="4027" y="89285"/>
                    <a:pt x="4027" y="89121"/>
                  </a:cubicBezTo>
                  <a:cubicBezTo>
                    <a:pt x="2226" y="43731"/>
                    <a:pt x="36065" y="4723"/>
                    <a:pt x="81258" y="108"/>
                  </a:cubicBezTo>
                  <a:cubicBezTo>
                    <a:pt x="96933" y="-2150"/>
                    <a:pt x="112642" y="4068"/>
                    <a:pt x="122492" y="16471"/>
                  </a:cubicBezTo>
                  <a:cubicBezTo>
                    <a:pt x="123735" y="7374"/>
                    <a:pt x="131328" y="501"/>
                    <a:pt x="140491" y="108"/>
                  </a:cubicBezTo>
                  <a:cubicBezTo>
                    <a:pt x="148443" y="-88"/>
                    <a:pt x="155021" y="6228"/>
                    <a:pt x="155217" y="14181"/>
                  </a:cubicBezTo>
                  <a:cubicBezTo>
                    <a:pt x="155217" y="14181"/>
                    <a:pt x="155217" y="14181"/>
                    <a:pt x="155217" y="14181"/>
                  </a:cubicBezTo>
                  <a:close/>
                  <a:moveTo>
                    <a:pt x="82240" y="28906"/>
                  </a:moveTo>
                  <a:cubicBezTo>
                    <a:pt x="54325" y="31328"/>
                    <a:pt x="33675" y="55905"/>
                    <a:pt x="36097" y="83820"/>
                  </a:cubicBezTo>
                  <a:cubicBezTo>
                    <a:pt x="36097" y="83853"/>
                    <a:pt x="36097" y="83853"/>
                    <a:pt x="36097" y="83886"/>
                  </a:cubicBezTo>
                  <a:cubicBezTo>
                    <a:pt x="34297" y="103324"/>
                    <a:pt x="48565" y="120538"/>
                    <a:pt x="68004" y="122371"/>
                  </a:cubicBezTo>
                  <a:cubicBezTo>
                    <a:pt x="68822" y="122435"/>
                    <a:pt x="69641" y="122468"/>
                    <a:pt x="70459" y="122501"/>
                  </a:cubicBezTo>
                  <a:cubicBezTo>
                    <a:pt x="103184" y="122501"/>
                    <a:pt x="117584" y="95666"/>
                    <a:pt x="117584" y="66540"/>
                  </a:cubicBezTo>
                  <a:cubicBezTo>
                    <a:pt x="121118" y="48804"/>
                    <a:pt x="109598" y="31590"/>
                    <a:pt x="91861" y="28056"/>
                  </a:cubicBezTo>
                  <a:cubicBezTo>
                    <a:pt x="88686" y="27434"/>
                    <a:pt x="85446" y="27271"/>
                    <a:pt x="82240" y="27598"/>
                  </a:cubicBezTo>
                  <a:close/>
                </a:path>
              </a:pathLst>
            </a:custGeom>
            <a:solidFill>
              <a:srgbClr val="FFFFFF"/>
            </a:solidFill>
            <a:ln w="32716" cap="flat">
              <a:noFill/>
              <a:prstDash val="solid"/>
              <a:miter/>
            </a:ln>
          </p:spPr>
          <p:txBody>
            <a:bodyPr rtlCol="0" anchor="ctr"/>
            <a:lstStyle/>
            <a:p>
              <a:endParaRPr lang="sv-SE"/>
            </a:p>
          </p:txBody>
        </p:sp>
        <p:sp>
          <p:nvSpPr>
            <p:cNvPr id="52" name="Frihandsfigur: Form 51">
              <a:extLst>
                <a:ext uri="{FF2B5EF4-FFF2-40B4-BE49-F238E27FC236}">
                  <a16:creationId xmlns:a16="http://schemas.microsoft.com/office/drawing/2014/main" id="{0ECD72D2-0577-4E06-A7B9-8A0D2FEE7451}"/>
                </a:ext>
              </a:extLst>
            </p:cNvPr>
            <p:cNvSpPr/>
            <p:nvPr/>
          </p:nvSpPr>
          <p:spPr>
            <a:xfrm>
              <a:off x="4510226" y="4230830"/>
              <a:ext cx="140391" cy="152132"/>
            </a:xfrm>
            <a:custGeom>
              <a:avLst/>
              <a:gdLst>
                <a:gd name="connsiteX0" fmla="*/ 140164 w 140391"/>
                <a:gd name="connsiteY0" fmla="*/ 46475 h 152132"/>
                <a:gd name="connsiteX1" fmla="*/ 129038 w 140391"/>
                <a:gd name="connsiteY1" fmla="*/ 135488 h 152132"/>
                <a:gd name="connsiteX2" fmla="*/ 111038 w 140391"/>
                <a:gd name="connsiteY2" fmla="*/ 151523 h 152132"/>
                <a:gd name="connsiteX3" fmla="*/ 96966 w 140391"/>
                <a:gd name="connsiteY3" fmla="*/ 138105 h 152132"/>
                <a:gd name="connsiteX4" fmla="*/ 96966 w 140391"/>
                <a:gd name="connsiteY4" fmla="*/ 137451 h 152132"/>
                <a:gd name="connsiteX5" fmla="*/ 96966 w 140391"/>
                <a:gd name="connsiteY5" fmla="*/ 135160 h 152132"/>
                <a:gd name="connsiteX6" fmla="*/ 45915 w 140391"/>
                <a:gd name="connsiteY6" fmla="*/ 151523 h 152132"/>
                <a:gd name="connsiteX7" fmla="*/ 1 w 140391"/>
                <a:gd name="connsiteY7" fmla="*/ 114837 h 152132"/>
                <a:gd name="connsiteX8" fmla="*/ -228 w 140391"/>
                <a:gd name="connsiteY8" fmla="*/ 111598 h 152132"/>
                <a:gd name="connsiteX9" fmla="*/ 79294 w 140391"/>
                <a:gd name="connsiteY9" fmla="*/ 52693 h 152132"/>
                <a:gd name="connsiteX10" fmla="*/ 106784 w 140391"/>
                <a:gd name="connsiteY10" fmla="*/ 54656 h 152132"/>
                <a:gd name="connsiteX11" fmla="*/ 106784 w 140391"/>
                <a:gd name="connsiteY11" fmla="*/ 47456 h 152132"/>
                <a:gd name="connsiteX12" fmla="*/ 74058 w 140391"/>
                <a:gd name="connsiteY12" fmla="*/ 26512 h 152132"/>
                <a:gd name="connsiteX13" fmla="*/ 39697 w 140391"/>
                <a:gd name="connsiteY13" fmla="*/ 35348 h 152132"/>
                <a:gd name="connsiteX14" fmla="*/ 33479 w 140391"/>
                <a:gd name="connsiteY14" fmla="*/ 37312 h 152132"/>
                <a:gd name="connsiteX15" fmla="*/ 20716 w 140391"/>
                <a:gd name="connsiteY15" fmla="*/ 24548 h 152132"/>
                <a:gd name="connsiteX16" fmla="*/ 30534 w 140391"/>
                <a:gd name="connsiteY16" fmla="*/ 9495 h 152132"/>
                <a:gd name="connsiteX17" fmla="*/ 84858 w 140391"/>
                <a:gd name="connsiteY17" fmla="*/ -322 h 152132"/>
                <a:gd name="connsiteX18" fmla="*/ 139182 w 140391"/>
                <a:gd name="connsiteY18" fmla="*/ 39275 h 152132"/>
                <a:gd name="connsiteX19" fmla="*/ 140164 w 140391"/>
                <a:gd name="connsiteY19" fmla="*/ 46475 h 152132"/>
                <a:gd name="connsiteX20" fmla="*/ 81913 w 140391"/>
                <a:gd name="connsiteY20" fmla="*/ 75600 h 152132"/>
                <a:gd name="connsiteX21" fmla="*/ 33152 w 140391"/>
                <a:gd name="connsiteY21" fmla="*/ 104072 h 152132"/>
                <a:gd name="connsiteX22" fmla="*/ 57369 w 140391"/>
                <a:gd name="connsiteY22" fmla="*/ 123379 h 152132"/>
                <a:gd name="connsiteX23" fmla="*/ 100239 w 140391"/>
                <a:gd name="connsiteY23" fmla="*/ 110944 h 152132"/>
                <a:gd name="connsiteX24" fmla="*/ 103838 w 140391"/>
                <a:gd name="connsiteY24" fmla="*/ 78218 h 152132"/>
                <a:gd name="connsiteX25" fmla="*/ 81913 w 140391"/>
                <a:gd name="connsiteY25" fmla="*/ 75600 h 152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391" h="152132">
                  <a:moveTo>
                    <a:pt x="140164" y="46475"/>
                  </a:moveTo>
                  <a:lnTo>
                    <a:pt x="129038" y="135488"/>
                  </a:lnTo>
                  <a:cubicBezTo>
                    <a:pt x="127892" y="144585"/>
                    <a:pt x="120201" y="151425"/>
                    <a:pt x="111038" y="151523"/>
                  </a:cubicBezTo>
                  <a:cubicBezTo>
                    <a:pt x="103446" y="151719"/>
                    <a:pt x="97162" y="145697"/>
                    <a:pt x="96966" y="138105"/>
                  </a:cubicBezTo>
                  <a:cubicBezTo>
                    <a:pt x="96966" y="137876"/>
                    <a:pt x="96966" y="137680"/>
                    <a:pt x="96966" y="137451"/>
                  </a:cubicBezTo>
                  <a:lnTo>
                    <a:pt x="96966" y="135160"/>
                  </a:lnTo>
                  <a:cubicBezTo>
                    <a:pt x="81650" y="144945"/>
                    <a:pt x="64077" y="150607"/>
                    <a:pt x="45915" y="151523"/>
                  </a:cubicBezTo>
                  <a:cubicBezTo>
                    <a:pt x="23106" y="154075"/>
                    <a:pt x="2553" y="137648"/>
                    <a:pt x="1" y="114837"/>
                  </a:cubicBezTo>
                  <a:cubicBezTo>
                    <a:pt x="-130" y="113758"/>
                    <a:pt x="-195" y="112678"/>
                    <a:pt x="-228" y="111598"/>
                  </a:cubicBezTo>
                  <a:cubicBezTo>
                    <a:pt x="-228" y="71019"/>
                    <a:pt x="44606" y="52693"/>
                    <a:pt x="79294" y="52693"/>
                  </a:cubicBezTo>
                  <a:cubicBezTo>
                    <a:pt x="88490" y="52693"/>
                    <a:pt x="97686" y="53347"/>
                    <a:pt x="106784" y="54656"/>
                  </a:cubicBezTo>
                  <a:cubicBezTo>
                    <a:pt x="106947" y="52267"/>
                    <a:pt x="106947" y="49845"/>
                    <a:pt x="106784" y="47456"/>
                  </a:cubicBezTo>
                  <a:cubicBezTo>
                    <a:pt x="106784" y="28803"/>
                    <a:pt x="89767" y="26512"/>
                    <a:pt x="74058" y="26512"/>
                  </a:cubicBezTo>
                  <a:cubicBezTo>
                    <a:pt x="62048" y="26611"/>
                    <a:pt x="50267" y="29654"/>
                    <a:pt x="39697" y="35348"/>
                  </a:cubicBezTo>
                  <a:cubicBezTo>
                    <a:pt x="37767" y="36395"/>
                    <a:pt x="35671" y="37050"/>
                    <a:pt x="33479" y="37312"/>
                  </a:cubicBezTo>
                  <a:cubicBezTo>
                    <a:pt x="26443" y="37312"/>
                    <a:pt x="20716" y="31584"/>
                    <a:pt x="20716" y="24548"/>
                  </a:cubicBezTo>
                  <a:cubicBezTo>
                    <a:pt x="20782" y="18037"/>
                    <a:pt x="24611" y="12178"/>
                    <a:pt x="30534" y="9495"/>
                  </a:cubicBezTo>
                  <a:cubicBezTo>
                    <a:pt x="47812" y="2656"/>
                    <a:pt x="66269" y="-683"/>
                    <a:pt x="84858" y="-322"/>
                  </a:cubicBezTo>
                  <a:cubicBezTo>
                    <a:pt x="111366" y="-322"/>
                    <a:pt x="139182" y="7531"/>
                    <a:pt x="139182" y="39275"/>
                  </a:cubicBezTo>
                  <a:cubicBezTo>
                    <a:pt x="139673" y="41664"/>
                    <a:pt x="140000" y="44053"/>
                    <a:pt x="140164" y="46475"/>
                  </a:cubicBezTo>
                  <a:close/>
                  <a:moveTo>
                    <a:pt x="81913" y="75600"/>
                  </a:moveTo>
                  <a:cubicBezTo>
                    <a:pt x="64895" y="75600"/>
                    <a:pt x="33152" y="81491"/>
                    <a:pt x="33152" y="104072"/>
                  </a:cubicBezTo>
                  <a:cubicBezTo>
                    <a:pt x="33152" y="117816"/>
                    <a:pt x="45260" y="123379"/>
                    <a:pt x="57369" y="123379"/>
                  </a:cubicBezTo>
                  <a:cubicBezTo>
                    <a:pt x="72520" y="123118"/>
                    <a:pt x="87312" y="118830"/>
                    <a:pt x="100239" y="110944"/>
                  </a:cubicBezTo>
                  <a:lnTo>
                    <a:pt x="103838" y="78218"/>
                  </a:lnTo>
                  <a:cubicBezTo>
                    <a:pt x="96672" y="76353"/>
                    <a:pt x="89308" y="75469"/>
                    <a:pt x="81913" y="75600"/>
                  </a:cubicBezTo>
                  <a:close/>
                </a:path>
              </a:pathLst>
            </a:custGeom>
            <a:solidFill>
              <a:srgbClr val="FFFFFF"/>
            </a:solidFill>
            <a:ln w="32716" cap="flat">
              <a:noFill/>
              <a:prstDash val="solid"/>
              <a:miter/>
            </a:ln>
          </p:spPr>
          <p:txBody>
            <a:bodyPr rtlCol="0" anchor="ctr"/>
            <a:lstStyle/>
            <a:p>
              <a:endParaRPr lang="sv-SE"/>
            </a:p>
          </p:txBody>
        </p:sp>
        <p:sp>
          <p:nvSpPr>
            <p:cNvPr id="53" name="Frihandsfigur: Form 52">
              <a:extLst>
                <a:ext uri="{FF2B5EF4-FFF2-40B4-BE49-F238E27FC236}">
                  <a16:creationId xmlns:a16="http://schemas.microsoft.com/office/drawing/2014/main" id="{C21A721A-13B5-4E01-B310-59C0BDFEDD81}"/>
                </a:ext>
              </a:extLst>
            </p:cNvPr>
            <p:cNvSpPr/>
            <p:nvPr/>
          </p:nvSpPr>
          <p:spPr>
            <a:xfrm>
              <a:off x="2907924" y="4476861"/>
              <a:ext cx="252473" cy="252831"/>
            </a:xfrm>
            <a:custGeom>
              <a:avLst/>
              <a:gdLst>
                <a:gd name="connsiteX0" fmla="*/ 110453 w 252473"/>
                <a:gd name="connsiteY0" fmla="*/ 252380 h 252831"/>
                <a:gd name="connsiteX1" fmla="*/ -125 w 252473"/>
                <a:gd name="connsiteY1" fmla="*/ 151096 h 252831"/>
                <a:gd name="connsiteX2" fmla="*/ -157 w 252473"/>
                <a:gd name="connsiteY2" fmla="*/ 142750 h 252831"/>
                <a:gd name="connsiteX3" fmla="*/ 141543 w 252473"/>
                <a:gd name="connsiteY3" fmla="*/ -259 h 252831"/>
                <a:gd name="connsiteX4" fmla="*/ 252122 w 252473"/>
                <a:gd name="connsiteY4" fmla="*/ 101713 h 252831"/>
                <a:gd name="connsiteX5" fmla="*/ 252155 w 252473"/>
                <a:gd name="connsiteY5" fmla="*/ 109371 h 252831"/>
                <a:gd name="connsiteX6" fmla="*/ 119093 w 252473"/>
                <a:gd name="connsiteY6" fmla="*/ 252348 h 252831"/>
                <a:gd name="connsiteX7" fmla="*/ 110453 w 252473"/>
                <a:gd name="connsiteY7" fmla="*/ 252380 h 252831"/>
                <a:gd name="connsiteX8" fmla="*/ 137288 w 252473"/>
                <a:gd name="connsiteY8" fmla="*/ 30830 h 252831"/>
                <a:gd name="connsiteX9" fmla="*/ 35840 w 252473"/>
                <a:gd name="connsiteY9" fmla="*/ 137842 h 252831"/>
                <a:gd name="connsiteX10" fmla="*/ 112680 w 252473"/>
                <a:gd name="connsiteY10" fmla="*/ 221226 h 252831"/>
                <a:gd name="connsiteX11" fmla="*/ 114708 w 252473"/>
                <a:gd name="connsiteY11" fmla="*/ 221291 h 252831"/>
                <a:gd name="connsiteX12" fmla="*/ 215829 w 252473"/>
                <a:gd name="connsiteY12" fmla="*/ 112644 h 252831"/>
                <a:gd name="connsiteX13" fmla="*/ 143703 w 252473"/>
                <a:gd name="connsiteY13" fmla="*/ 30011 h 252831"/>
                <a:gd name="connsiteX14" fmla="*/ 137288 w 252473"/>
                <a:gd name="connsiteY14" fmla="*/ 29849 h 252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473" h="252831">
                  <a:moveTo>
                    <a:pt x="110453" y="252380"/>
                  </a:moveTo>
                  <a:cubicBezTo>
                    <a:pt x="51941" y="254933"/>
                    <a:pt x="2460" y="209608"/>
                    <a:pt x="-125" y="151096"/>
                  </a:cubicBezTo>
                  <a:cubicBezTo>
                    <a:pt x="-256" y="148314"/>
                    <a:pt x="-256" y="145532"/>
                    <a:pt x="-157" y="142750"/>
                  </a:cubicBezTo>
                  <a:cubicBezTo>
                    <a:pt x="366" y="64504"/>
                    <a:pt x="63297" y="984"/>
                    <a:pt x="141543" y="-259"/>
                  </a:cubicBezTo>
                  <a:cubicBezTo>
                    <a:pt x="200219" y="-2648"/>
                    <a:pt x="249733" y="43003"/>
                    <a:pt x="252122" y="101713"/>
                  </a:cubicBezTo>
                  <a:cubicBezTo>
                    <a:pt x="252220" y="104266"/>
                    <a:pt x="252220" y="106818"/>
                    <a:pt x="252155" y="109371"/>
                  </a:cubicBezTo>
                  <a:cubicBezTo>
                    <a:pt x="254903" y="185589"/>
                    <a:pt x="195311" y="249599"/>
                    <a:pt x="119093" y="252348"/>
                  </a:cubicBezTo>
                  <a:cubicBezTo>
                    <a:pt x="116214" y="252446"/>
                    <a:pt x="113334" y="252446"/>
                    <a:pt x="110453" y="252380"/>
                  </a:cubicBezTo>
                  <a:close/>
                  <a:moveTo>
                    <a:pt x="137288" y="30830"/>
                  </a:moveTo>
                  <a:cubicBezTo>
                    <a:pt x="80150" y="33284"/>
                    <a:pt x="35252" y="80638"/>
                    <a:pt x="35840" y="137842"/>
                  </a:cubicBezTo>
                  <a:cubicBezTo>
                    <a:pt x="34040" y="182086"/>
                    <a:pt x="68434" y="219426"/>
                    <a:pt x="112680" y="221226"/>
                  </a:cubicBezTo>
                  <a:cubicBezTo>
                    <a:pt x="113334" y="221259"/>
                    <a:pt x="114021" y="221291"/>
                    <a:pt x="114708" y="221291"/>
                  </a:cubicBezTo>
                  <a:cubicBezTo>
                    <a:pt x="171388" y="216579"/>
                    <a:pt x="215175" y="169520"/>
                    <a:pt x="215829" y="112644"/>
                  </a:cubicBezTo>
                  <a:cubicBezTo>
                    <a:pt x="218709" y="69904"/>
                    <a:pt x="186442" y="32925"/>
                    <a:pt x="143703" y="30011"/>
                  </a:cubicBezTo>
                  <a:cubicBezTo>
                    <a:pt x="141576" y="29881"/>
                    <a:pt x="139416" y="29816"/>
                    <a:pt x="137288" y="29849"/>
                  </a:cubicBezTo>
                  <a:close/>
                </a:path>
              </a:pathLst>
            </a:custGeom>
            <a:solidFill>
              <a:srgbClr val="FFFFFF"/>
            </a:solidFill>
            <a:ln w="32716" cap="flat">
              <a:noFill/>
              <a:prstDash val="solid"/>
              <a:miter/>
            </a:ln>
          </p:spPr>
          <p:txBody>
            <a:bodyPr rtlCol="0" anchor="ctr"/>
            <a:lstStyle/>
            <a:p>
              <a:endParaRPr lang="sv-SE"/>
            </a:p>
          </p:txBody>
        </p:sp>
        <p:sp>
          <p:nvSpPr>
            <p:cNvPr id="54" name="Frihandsfigur: Form 53">
              <a:extLst>
                <a:ext uri="{FF2B5EF4-FFF2-40B4-BE49-F238E27FC236}">
                  <a16:creationId xmlns:a16="http://schemas.microsoft.com/office/drawing/2014/main" id="{7DEA094F-AA89-4059-BE00-5F136EC1AA5C}"/>
                </a:ext>
              </a:extLst>
            </p:cNvPr>
            <p:cNvSpPr/>
            <p:nvPr/>
          </p:nvSpPr>
          <p:spPr>
            <a:xfrm>
              <a:off x="3177978" y="4574948"/>
              <a:ext cx="234329" cy="152356"/>
            </a:xfrm>
            <a:custGeom>
              <a:avLst/>
              <a:gdLst>
                <a:gd name="connsiteX0" fmla="*/ 233758 w 234329"/>
                <a:gd name="connsiteY0" fmla="*/ 51209 h 152356"/>
                <a:gd name="connsiteX1" fmla="*/ 223286 w 234329"/>
                <a:gd name="connsiteY1" fmla="*/ 136295 h 152356"/>
                <a:gd name="connsiteX2" fmla="*/ 205287 w 234329"/>
                <a:gd name="connsiteY2" fmla="*/ 152002 h 152356"/>
                <a:gd name="connsiteX3" fmla="*/ 191215 w 234329"/>
                <a:gd name="connsiteY3" fmla="*/ 138585 h 152356"/>
                <a:gd name="connsiteX4" fmla="*/ 191215 w 234329"/>
                <a:gd name="connsiteY4" fmla="*/ 138258 h 152356"/>
                <a:gd name="connsiteX5" fmla="*/ 191215 w 234329"/>
                <a:gd name="connsiteY5" fmla="*/ 136295 h 152356"/>
                <a:gd name="connsiteX6" fmla="*/ 200705 w 234329"/>
                <a:gd name="connsiteY6" fmla="*/ 57753 h 152356"/>
                <a:gd name="connsiteX7" fmla="*/ 200705 w 234329"/>
                <a:gd name="connsiteY7" fmla="*/ 53172 h 152356"/>
                <a:gd name="connsiteX8" fmla="*/ 172888 w 234329"/>
                <a:gd name="connsiteY8" fmla="*/ 29282 h 152356"/>
                <a:gd name="connsiteX9" fmla="*/ 135254 w 234329"/>
                <a:gd name="connsiteY9" fmla="*/ 63645 h 152356"/>
                <a:gd name="connsiteX10" fmla="*/ 126091 w 234329"/>
                <a:gd name="connsiteY10" fmla="*/ 136949 h 152356"/>
                <a:gd name="connsiteX11" fmla="*/ 109401 w 234329"/>
                <a:gd name="connsiteY11" fmla="*/ 152002 h 152356"/>
                <a:gd name="connsiteX12" fmla="*/ 95985 w 234329"/>
                <a:gd name="connsiteY12" fmla="*/ 139240 h 152356"/>
                <a:gd name="connsiteX13" fmla="*/ 95985 w 234329"/>
                <a:gd name="connsiteY13" fmla="*/ 139240 h 152356"/>
                <a:gd name="connsiteX14" fmla="*/ 95985 w 234329"/>
                <a:gd name="connsiteY14" fmla="*/ 137277 h 152356"/>
                <a:gd name="connsiteX15" fmla="*/ 105802 w 234329"/>
                <a:gd name="connsiteY15" fmla="*/ 60372 h 152356"/>
                <a:gd name="connsiteX16" fmla="*/ 105802 w 234329"/>
                <a:gd name="connsiteY16" fmla="*/ 53500 h 152356"/>
                <a:gd name="connsiteX17" fmla="*/ 86494 w 234329"/>
                <a:gd name="connsiteY17" fmla="*/ 29249 h 152356"/>
                <a:gd name="connsiteX18" fmla="*/ 81258 w 234329"/>
                <a:gd name="connsiteY18" fmla="*/ 29282 h 152356"/>
                <a:gd name="connsiteX19" fmla="*/ 40842 w 234329"/>
                <a:gd name="connsiteY19" fmla="*/ 62499 h 152356"/>
                <a:gd name="connsiteX20" fmla="*/ 40679 w 234329"/>
                <a:gd name="connsiteY20" fmla="*/ 65608 h 152356"/>
                <a:gd name="connsiteX21" fmla="*/ 32170 w 234329"/>
                <a:gd name="connsiteY21" fmla="*/ 136295 h 152356"/>
                <a:gd name="connsiteX22" fmla="*/ 13844 w 234329"/>
                <a:gd name="connsiteY22" fmla="*/ 152002 h 152356"/>
                <a:gd name="connsiteX23" fmla="*/ -228 w 234329"/>
                <a:gd name="connsiteY23" fmla="*/ 137603 h 152356"/>
                <a:gd name="connsiteX24" fmla="*/ -228 w 234329"/>
                <a:gd name="connsiteY24" fmla="*/ 135967 h 152356"/>
                <a:gd name="connsiteX25" fmla="*/ 14498 w 234329"/>
                <a:gd name="connsiteY25" fmla="*/ 15865 h 152356"/>
                <a:gd name="connsiteX26" fmla="*/ 32497 w 234329"/>
                <a:gd name="connsiteY26" fmla="*/ -170 h 152356"/>
                <a:gd name="connsiteX27" fmla="*/ 46864 w 234329"/>
                <a:gd name="connsiteY27" fmla="*/ 12920 h 152356"/>
                <a:gd name="connsiteX28" fmla="*/ 46897 w 234329"/>
                <a:gd name="connsiteY28" fmla="*/ 13575 h 152356"/>
                <a:gd name="connsiteX29" fmla="*/ 46897 w 234329"/>
                <a:gd name="connsiteY29" fmla="*/ 19138 h 152356"/>
                <a:gd name="connsiteX30" fmla="*/ 97621 w 234329"/>
                <a:gd name="connsiteY30" fmla="*/ -170 h 152356"/>
                <a:gd name="connsiteX31" fmla="*/ 135254 w 234329"/>
                <a:gd name="connsiteY31" fmla="*/ 21101 h 152356"/>
                <a:gd name="connsiteX32" fmla="*/ 187943 w 234329"/>
                <a:gd name="connsiteY32" fmla="*/ -170 h 152356"/>
                <a:gd name="connsiteX33" fmla="*/ 234086 w 234329"/>
                <a:gd name="connsiteY33" fmla="*/ 41718 h 152356"/>
                <a:gd name="connsiteX34" fmla="*/ 233758 w 234329"/>
                <a:gd name="connsiteY34" fmla="*/ 51209 h 15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4329" h="152356">
                  <a:moveTo>
                    <a:pt x="233758" y="51209"/>
                  </a:moveTo>
                  <a:lnTo>
                    <a:pt x="223286" y="136295"/>
                  </a:lnTo>
                  <a:cubicBezTo>
                    <a:pt x="221748" y="145130"/>
                    <a:pt x="214253" y="151676"/>
                    <a:pt x="205287" y="152002"/>
                  </a:cubicBezTo>
                  <a:cubicBezTo>
                    <a:pt x="197695" y="152199"/>
                    <a:pt x="191411" y="146178"/>
                    <a:pt x="191215" y="138585"/>
                  </a:cubicBezTo>
                  <a:cubicBezTo>
                    <a:pt x="191215" y="138487"/>
                    <a:pt x="191215" y="138356"/>
                    <a:pt x="191215" y="138258"/>
                  </a:cubicBezTo>
                  <a:lnTo>
                    <a:pt x="191215" y="136295"/>
                  </a:lnTo>
                  <a:lnTo>
                    <a:pt x="200705" y="57753"/>
                  </a:lnTo>
                  <a:cubicBezTo>
                    <a:pt x="200869" y="56215"/>
                    <a:pt x="200869" y="54710"/>
                    <a:pt x="200705" y="53172"/>
                  </a:cubicBezTo>
                  <a:cubicBezTo>
                    <a:pt x="200705" y="36482"/>
                    <a:pt x="188269" y="29282"/>
                    <a:pt x="172888" y="29282"/>
                  </a:cubicBezTo>
                  <a:cubicBezTo>
                    <a:pt x="153122" y="28726"/>
                    <a:pt x="136498" y="43911"/>
                    <a:pt x="135254" y="63645"/>
                  </a:cubicBezTo>
                  <a:lnTo>
                    <a:pt x="126091" y="136949"/>
                  </a:lnTo>
                  <a:cubicBezTo>
                    <a:pt x="124979" y="145392"/>
                    <a:pt x="117910" y="151741"/>
                    <a:pt x="109401" y="152002"/>
                  </a:cubicBezTo>
                  <a:cubicBezTo>
                    <a:pt x="102170" y="152199"/>
                    <a:pt x="96180" y="146472"/>
                    <a:pt x="95985" y="139240"/>
                  </a:cubicBezTo>
                  <a:cubicBezTo>
                    <a:pt x="95985" y="139240"/>
                    <a:pt x="95985" y="139240"/>
                    <a:pt x="95985" y="139240"/>
                  </a:cubicBezTo>
                  <a:lnTo>
                    <a:pt x="95985" y="137277"/>
                  </a:lnTo>
                  <a:lnTo>
                    <a:pt x="105802" y="60372"/>
                  </a:lnTo>
                  <a:cubicBezTo>
                    <a:pt x="105966" y="58081"/>
                    <a:pt x="105966" y="55790"/>
                    <a:pt x="105802" y="53500"/>
                  </a:cubicBezTo>
                  <a:cubicBezTo>
                    <a:pt x="107176" y="41457"/>
                    <a:pt x="98504" y="30625"/>
                    <a:pt x="86494" y="29249"/>
                  </a:cubicBezTo>
                  <a:cubicBezTo>
                    <a:pt x="84759" y="29054"/>
                    <a:pt x="82993" y="29054"/>
                    <a:pt x="81258" y="29282"/>
                  </a:cubicBezTo>
                  <a:cubicBezTo>
                    <a:pt x="60935" y="27286"/>
                    <a:pt x="42838" y="42144"/>
                    <a:pt x="40842" y="62499"/>
                  </a:cubicBezTo>
                  <a:cubicBezTo>
                    <a:pt x="40744" y="63514"/>
                    <a:pt x="40679" y="64560"/>
                    <a:pt x="40679" y="65608"/>
                  </a:cubicBezTo>
                  <a:lnTo>
                    <a:pt x="32170" y="136295"/>
                  </a:lnTo>
                  <a:cubicBezTo>
                    <a:pt x="30501" y="145163"/>
                    <a:pt x="22876" y="151708"/>
                    <a:pt x="13844" y="152002"/>
                  </a:cubicBezTo>
                  <a:cubicBezTo>
                    <a:pt x="6022" y="151839"/>
                    <a:pt x="-228" y="145425"/>
                    <a:pt x="-228" y="137603"/>
                  </a:cubicBezTo>
                  <a:lnTo>
                    <a:pt x="-228" y="135967"/>
                  </a:lnTo>
                  <a:lnTo>
                    <a:pt x="14498" y="15865"/>
                  </a:lnTo>
                  <a:cubicBezTo>
                    <a:pt x="15643" y="6768"/>
                    <a:pt x="23334" y="-72"/>
                    <a:pt x="32497" y="-170"/>
                  </a:cubicBezTo>
                  <a:cubicBezTo>
                    <a:pt x="40090" y="-530"/>
                    <a:pt x="46503" y="5328"/>
                    <a:pt x="46864" y="12920"/>
                  </a:cubicBezTo>
                  <a:cubicBezTo>
                    <a:pt x="46897" y="13116"/>
                    <a:pt x="46897" y="13345"/>
                    <a:pt x="46897" y="13575"/>
                  </a:cubicBezTo>
                  <a:cubicBezTo>
                    <a:pt x="47059" y="15439"/>
                    <a:pt x="47059" y="17272"/>
                    <a:pt x="46897" y="19138"/>
                  </a:cubicBezTo>
                  <a:cubicBezTo>
                    <a:pt x="60707" y="6440"/>
                    <a:pt x="78869" y="-465"/>
                    <a:pt x="97621" y="-170"/>
                  </a:cubicBezTo>
                  <a:cubicBezTo>
                    <a:pt x="113394" y="-1708"/>
                    <a:pt x="128447" y="6801"/>
                    <a:pt x="135254" y="21101"/>
                  </a:cubicBezTo>
                  <a:cubicBezTo>
                    <a:pt x="149163" y="7095"/>
                    <a:pt x="168210" y="-596"/>
                    <a:pt x="187943" y="-170"/>
                  </a:cubicBezTo>
                  <a:cubicBezTo>
                    <a:pt x="215759" y="-170"/>
                    <a:pt x="234086" y="12920"/>
                    <a:pt x="234086" y="41718"/>
                  </a:cubicBezTo>
                  <a:cubicBezTo>
                    <a:pt x="234151" y="44893"/>
                    <a:pt x="234020" y="48067"/>
                    <a:pt x="233758" y="51209"/>
                  </a:cubicBezTo>
                  <a:close/>
                </a:path>
              </a:pathLst>
            </a:custGeom>
            <a:solidFill>
              <a:srgbClr val="FFFFFF"/>
            </a:solidFill>
            <a:ln w="32716" cap="flat">
              <a:noFill/>
              <a:prstDash val="solid"/>
              <a:miter/>
            </a:ln>
          </p:spPr>
          <p:txBody>
            <a:bodyPr rtlCol="0" anchor="ctr"/>
            <a:lstStyle/>
            <a:p>
              <a:endParaRPr lang="sv-SE"/>
            </a:p>
          </p:txBody>
        </p:sp>
        <p:sp>
          <p:nvSpPr>
            <p:cNvPr id="55" name="Frihandsfigur: Form 54">
              <a:extLst>
                <a:ext uri="{FF2B5EF4-FFF2-40B4-BE49-F238E27FC236}">
                  <a16:creationId xmlns:a16="http://schemas.microsoft.com/office/drawing/2014/main" id="{7D1172D2-DB50-46F2-9972-ECD60E73141E}"/>
                </a:ext>
              </a:extLst>
            </p:cNvPr>
            <p:cNvSpPr/>
            <p:nvPr/>
          </p:nvSpPr>
          <p:spPr>
            <a:xfrm>
              <a:off x="3428654" y="4517525"/>
              <a:ext cx="101775" cy="207649"/>
            </a:xfrm>
            <a:custGeom>
              <a:avLst/>
              <a:gdLst>
                <a:gd name="connsiteX0" fmla="*/ 101547 w 101775"/>
                <a:gd name="connsiteY0" fmla="*/ 77870 h 207649"/>
                <a:gd name="connsiteX1" fmla="*/ 85512 w 101775"/>
                <a:gd name="connsiteY1" fmla="*/ 91942 h 207649"/>
                <a:gd name="connsiteX2" fmla="*/ 61950 w 101775"/>
                <a:gd name="connsiteY2" fmla="*/ 91942 h 207649"/>
                <a:gd name="connsiteX3" fmla="*/ 55405 w 101775"/>
                <a:gd name="connsiteY3" fmla="*/ 146920 h 207649"/>
                <a:gd name="connsiteX4" fmla="*/ 55405 w 101775"/>
                <a:gd name="connsiteY4" fmla="*/ 155101 h 207649"/>
                <a:gd name="connsiteX5" fmla="*/ 73731 w 101775"/>
                <a:gd name="connsiteY5" fmla="*/ 178337 h 207649"/>
                <a:gd name="connsiteX6" fmla="*/ 79294 w 101775"/>
                <a:gd name="connsiteY6" fmla="*/ 178337 h 207649"/>
                <a:gd name="connsiteX7" fmla="*/ 92057 w 101775"/>
                <a:gd name="connsiteY7" fmla="*/ 189758 h 207649"/>
                <a:gd name="connsiteX8" fmla="*/ 92057 w 101775"/>
                <a:gd name="connsiteY8" fmla="*/ 190772 h 207649"/>
                <a:gd name="connsiteX9" fmla="*/ 65223 w 101775"/>
                <a:gd name="connsiteY9" fmla="*/ 207134 h 207649"/>
                <a:gd name="connsiteX10" fmla="*/ 21828 w 101775"/>
                <a:gd name="connsiteY10" fmla="*/ 171006 h 207649"/>
                <a:gd name="connsiteX11" fmla="*/ 21698 w 101775"/>
                <a:gd name="connsiteY11" fmla="*/ 165574 h 207649"/>
                <a:gd name="connsiteX12" fmla="*/ 21698 w 101775"/>
                <a:gd name="connsiteY12" fmla="*/ 152484 h 207649"/>
                <a:gd name="connsiteX13" fmla="*/ 29225 w 101775"/>
                <a:gd name="connsiteY13" fmla="*/ 91942 h 207649"/>
                <a:gd name="connsiteX14" fmla="*/ 11880 w 101775"/>
                <a:gd name="connsiteY14" fmla="*/ 91942 h 207649"/>
                <a:gd name="connsiteX15" fmla="*/ -228 w 101775"/>
                <a:gd name="connsiteY15" fmla="*/ 79833 h 207649"/>
                <a:gd name="connsiteX16" fmla="*/ -228 w 101775"/>
                <a:gd name="connsiteY16" fmla="*/ 79506 h 207649"/>
                <a:gd name="connsiteX17" fmla="*/ -228 w 101775"/>
                <a:gd name="connsiteY17" fmla="*/ 79506 h 207649"/>
                <a:gd name="connsiteX18" fmla="*/ 32497 w 101775"/>
                <a:gd name="connsiteY18" fmla="*/ 65762 h 207649"/>
                <a:gd name="connsiteX19" fmla="*/ 38388 w 101775"/>
                <a:gd name="connsiteY19" fmla="*/ 15692 h 207649"/>
                <a:gd name="connsiteX20" fmla="*/ 57041 w 101775"/>
                <a:gd name="connsiteY20" fmla="*/ -344 h 207649"/>
                <a:gd name="connsiteX21" fmla="*/ 71113 w 101775"/>
                <a:gd name="connsiteY21" fmla="*/ 13073 h 207649"/>
                <a:gd name="connsiteX22" fmla="*/ 71113 w 101775"/>
                <a:gd name="connsiteY22" fmla="*/ 13401 h 207649"/>
                <a:gd name="connsiteX23" fmla="*/ 71113 w 101775"/>
                <a:gd name="connsiteY23" fmla="*/ 15692 h 207649"/>
                <a:gd name="connsiteX24" fmla="*/ 64895 w 101775"/>
                <a:gd name="connsiteY24" fmla="*/ 65762 h 207649"/>
                <a:gd name="connsiteX25" fmla="*/ 88784 w 101775"/>
                <a:gd name="connsiteY25" fmla="*/ 65762 h 207649"/>
                <a:gd name="connsiteX26" fmla="*/ 101547 w 101775"/>
                <a:gd name="connsiteY26" fmla="*/ 78197 h 207649"/>
                <a:gd name="connsiteX27" fmla="*/ 101547 w 101775"/>
                <a:gd name="connsiteY27" fmla="*/ 77870 h 207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1775" h="207649">
                  <a:moveTo>
                    <a:pt x="101547" y="77870"/>
                  </a:moveTo>
                  <a:cubicBezTo>
                    <a:pt x="100304" y="85823"/>
                    <a:pt x="93563" y="91713"/>
                    <a:pt x="85512" y="91942"/>
                  </a:cubicBezTo>
                  <a:lnTo>
                    <a:pt x="61950" y="91942"/>
                  </a:lnTo>
                  <a:lnTo>
                    <a:pt x="55405" y="146920"/>
                  </a:lnTo>
                  <a:cubicBezTo>
                    <a:pt x="55241" y="149636"/>
                    <a:pt x="55241" y="152386"/>
                    <a:pt x="55405" y="155101"/>
                  </a:cubicBezTo>
                  <a:cubicBezTo>
                    <a:pt x="55405" y="167865"/>
                    <a:pt x="59659" y="178337"/>
                    <a:pt x="73731" y="178337"/>
                  </a:cubicBezTo>
                  <a:lnTo>
                    <a:pt x="79294" y="178337"/>
                  </a:lnTo>
                  <a:cubicBezTo>
                    <a:pt x="85970" y="177976"/>
                    <a:pt x="91664" y="183082"/>
                    <a:pt x="92057" y="189758"/>
                  </a:cubicBezTo>
                  <a:cubicBezTo>
                    <a:pt x="92057" y="190118"/>
                    <a:pt x="92057" y="190445"/>
                    <a:pt x="92057" y="190772"/>
                  </a:cubicBezTo>
                  <a:cubicBezTo>
                    <a:pt x="92057" y="204517"/>
                    <a:pt x="76349" y="207134"/>
                    <a:pt x="65223" y="207134"/>
                  </a:cubicBezTo>
                  <a:cubicBezTo>
                    <a:pt x="43263" y="209131"/>
                    <a:pt x="23825" y="192965"/>
                    <a:pt x="21828" y="171006"/>
                  </a:cubicBezTo>
                  <a:cubicBezTo>
                    <a:pt x="21665" y="169206"/>
                    <a:pt x="21600" y="167373"/>
                    <a:pt x="21698" y="165574"/>
                  </a:cubicBezTo>
                  <a:cubicBezTo>
                    <a:pt x="21370" y="161221"/>
                    <a:pt x="21370" y="156836"/>
                    <a:pt x="21698" y="152484"/>
                  </a:cubicBezTo>
                  <a:lnTo>
                    <a:pt x="29225" y="91942"/>
                  </a:lnTo>
                  <a:lnTo>
                    <a:pt x="11880" y="91942"/>
                  </a:lnTo>
                  <a:cubicBezTo>
                    <a:pt x="5204" y="91942"/>
                    <a:pt x="-228" y="86510"/>
                    <a:pt x="-228" y="79833"/>
                  </a:cubicBezTo>
                  <a:cubicBezTo>
                    <a:pt x="-228" y="79735"/>
                    <a:pt x="-228" y="79605"/>
                    <a:pt x="-228" y="79506"/>
                  </a:cubicBezTo>
                  <a:lnTo>
                    <a:pt x="-228" y="79506"/>
                  </a:lnTo>
                  <a:cubicBezTo>
                    <a:pt x="2390" y="62489"/>
                    <a:pt x="20388" y="65762"/>
                    <a:pt x="32497" y="65762"/>
                  </a:cubicBezTo>
                  <a:lnTo>
                    <a:pt x="38388" y="15692"/>
                  </a:lnTo>
                  <a:cubicBezTo>
                    <a:pt x="39959" y="6561"/>
                    <a:pt x="47780" y="-147"/>
                    <a:pt x="57041" y="-344"/>
                  </a:cubicBezTo>
                  <a:cubicBezTo>
                    <a:pt x="64634" y="-540"/>
                    <a:pt x="70916" y="5481"/>
                    <a:pt x="71113" y="13073"/>
                  </a:cubicBezTo>
                  <a:cubicBezTo>
                    <a:pt x="71113" y="13172"/>
                    <a:pt x="71113" y="13303"/>
                    <a:pt x="71113" y="13401"/>
                  </a:cubicBezTo>
                  <a:cubicBezTo>
                    <a:pt x="71113" y="13401"/>
                    <a:pt x="71113" y="15037"/>
                    <a:pt x="71113" y="15692"/>
                  </a:cubicBezTo>
                  <a:lnTo>
                    <a:pt x="64895" y="65762"/>
                  </a:lnTo>
                  <a:lnTo>
                    <a:pt x="88784" y="65762"/>
                  </a:lnTo>
                  <a:cubicBezTo>
                    <a:pt x="95722" y="65762"/>
                    <a:pt x="101384" y="71293"/>
                    <a:pt x="101547" y="78197"/>
                  </a:cubicBezTo>
                  <a:cubicBezTo>
                    <a:pt x="101547" y="78197"/>
                    <a:pt x="101547" y="77216"/>
                    <a:pt x="101547" y="77870"/>
                  </a:cubicBezTo>
                  <a:close/>
                </a:path>
              </a:pathLst>
            </a:custGeom>
            <a:solidFill>
              <a:srgbClr val="FFFFFF"/>
            </a:solidFill>
            <a:ln w="32716" cap="flat">
              <a:noFill/>
              <a:prstDash val="solid"/>
              <a:miter/>
            </a:ln>
          </p:spPr>
          <p:txBody>
            <a:bodyPr rtlCol="0" anchor="ctr"/>
            <a:lstStyle/>
            <a:p>
              <a:endParaRPr lang="sv-SE"/>
            </a:p>
          </p:txBody>
        </p:sp>
        <p:sp>
          <p:nvSpPr>
            <p:cNvPr id="56" name="Frihandsfigur: Form 55">
              <a:extLst>
                <a:ext uri="{FF2B5EF4-FFF2-40B4-BE49-F238E27FC236}">
                  <a16:creationId xmlns:a16="http://schemas.microsoft.com/office/drawing/2014/main" id="{009F73FB-CC51-45CD-B943-F9925C1F1C6B}"/>
                </a:ext>
              </a:extLst>
            </p:cNvPr>
            <p:cNvSpPr/>
            <p:nvPr/>
          </p:nvSpPr>
          <p:spPr>
            <a:xfrm>
              <a:off x="3537629" y="4506403"/>
              <a:ext cx="140718" cy="221194"/>
            </a:xfrm>
            <a:custGeom>
              <a:avLst/>
              <a:gdLst>
                <a:gd name="connsiteX0" fmla="*/ 139837 w 140718"/>
                <a:gd name="connsiteY0" fmla="*/ 115499 h 221194"/>
                <a:gd name="connsiteX1" fmla="*/ 129038 w 140718"/>
                <a:gd name="connsiteY1" fmla="*/ 204512 h 221194"/>
                <a:gd name="connsiteX2" fmla="*/ 111038 w 140718"/>
                <a:gd name="connsiteY2" fmla="*/ 220547 h 221194"/>
                <a:gd name="connsiteX3" fmla="*/ 96966 w 140718"/>
                <a:gd name="connsiteY3" fmla="*/ 207130 h 221194"/>
                <a:gd name="connsiteX4" fmla="*/ 96966 w 140718"/>
                <a:gd name="connsiteY4" fmla="*/ 206476 h 221194"/>
                <a:gd name="connsiteX5" fmla="*/ 96966 w 140718"/>
                <a:gd name="connsiteY5" fmla="*/ 204185 h 221194"/>
                <a:gd name="connsiteX6" fmla="*/ 45915 w 140718"/>
                <a:gd name="connsiteY6" fmla="*/ 220547 h 221194"/>
                <a:gd name="connsiteX7" fmla="*/ 67 w 140718"/>
                <a:gd name="connsiteY7" fmla="*/ 184517 h 221194"/>
                <a:gd name="connsiteX8" fmla="*/ -228 w 140718"/>
                <a:gd name="connsiteY8" fmla="*/ 180622 h 221194"/>
                <a:gd name="connsiteX9" fmla="*/ 78968 w 140718"/>
                <a:gd name="connsiteY9" fmla="*/ 121717 h 221194"/>
                <a:gd name="connsiteX10" fmla="*/ 106457 w 140718"/>
                <a:gd name="connsiteY10" fmla="*/ 123681 h 221194"/>
                <a:gd name="connsiteX11" fmla="*/ 106457 w 140718"/>
                <a:gd name="connsiteY11" fmla="*/ 116481 h 221194"/>
                <a:gd name="connsiteX12" fmla="*/ 73732 w 140718"/>
                <a:gd name="connsiteY12" fmla="*/ 95536 h 221194"/>
                <a:gd name="connsiteX13" fmla="*/ 41006 w 140718"/>
                <a:gd name="connsiteY13" fmla="*/ 104373 h 221194"/>
                <a:gd name="connsiteX14" fmla="*/ 34788 w 140718"/>
                <a:gd name="connsiteY14" fmla="*/ 106336 h 221194"/>
                <a:gd name="connsiteX15" fmla="*/ 22025 w 140718"/>
                <a:gd name="connsiteY15" fmla="*/ 93573 h 221194"/>
                <a:gd name="connsiteX16" fmla="*/ 32170 w 140718"/>
                <a:gd name="connsiteY16" fmla="*/ 78519 h 221194"/>
                <a:gd name="connsiteX17" fmla="*/ 86166 w 140718"/>
                <a:gd name="connsiteY17" fmla="*/ 68702 h 221194"/>
                <a:gd name="connsiteX18" fmla="*/ 140491 w 140718"/>
                <a:gd name="connsiteY18" fmla="*/ 108300 h 221194"/>
                <a:gd name="connsiteX19" fmla="*/ 139837 w 140718"/>
                <a:gd name="connsiteY19" fmla="*/ 115499 h 221194"/>
                <a:gd name="connsiteX20" fmla="*/ 81585 w 140718"/>
                <a:gd name="connsiteY20" fmla="*/ 144952 h 221194"/>
                <a:gd name="connsiteX21" fmla="*/ 33152 w 140718"/>
                <a:gd name="connsiteY21" fmla="*/ 173096 h 221194"/>
                <a:gd name="connsiteX22" fmla="*/ 57369 w 140718"/>
                <a:gd name="connsiteY22" fmla="*/ 192404 h 221194"/>
                <a:gd name="connsiteX23" fmla="*/ 99912 w 140718"/>
                <a:gd name="connsiteY23" fmla="*/ 179968 h 221194"/>
                <a:gd name="connsiteX24" fmla="*/ 103838 w 140718"/>
                <a:gd name="connsiteY24" fmla="*/ 147243 h 221194"/>
                <a:gd name="connsiteX25" fmla="*/ 81585 w 140718"/>
                <a:gd name="connsiteY25" fmla="*/ 144952 h 221194"/>
                <a:gd name="connsiteX26" fmla="*/ 57696 w 140718"/>
                <a:gd name="connsiteY26" fmla="*/ 41540 h 221194"/>
                <a:gd name="connsiteX27" fmla="*/ 36752 w 140718"/>
                <a:gd name="connsiteY27" fmla="*/ 20596 h 221194"/>
                <a:gd name="connsiteX28" fmla="*/ 57696 w 140718"/>
                <a:gd name="connsiteY28" fmla="*/ -349 h 221194"/>
                <a:gd name="connsiteX29" fmla="*/ 78640 w 140718"/>
                <a:gd name="connsiteY29" fmla="*/ 20596 h 221194"/>
                <a:gd name="connsiteX30" fmla="*/ 78640 w 140718"/>
                <a:gd name="connsiteY30" fmla="*/ 20923 h 221194"/>
                <a:gd name="connsiteX31" fmla="*/ 58023 w 140718"/>
                <a:gd name="connsiteY31" fmla="*/ 41540 h 221194"/>
                <a:gd name="connsiteX32" fmla="*/ 119547 w 140718"/>
                <a:gd name="connsiteY32" fmla="*/ 41540 h 221194"/>
                <a:gd name="connsiteX33" fmla="*/ 98602 w 140718"/>
                <a:gd name="connsiteY33" fmla="*/ 20596 h 221194"/>
                <a:gd name="connsiteX34" fmla="*/ 119547 w 140718"/>
                <a:gd name="connsiteY34" fmla="*/ -349 h 221194"/>
                <a:gd name="connsiteX35" fmla="*/ 140491 w 140718"/>
                <a:gd name="connsiteY35" fmla="*/ 20596 h 221194"/>
                <a:gd name="connsiteX36" fmla="*/ 140491 w 140718"/>
                <a:gd name="connsiteY36" fmla="*/ 20923 h 221194"/>
                <a:gd name="connsiteX37" fmla="*/ 119875 w 140718"/>
                <a:gd name="connsiteY37" fmla="*/ 41540 h 221194"/>
                <a:gd name="connsiteX38" fmla="*/ 119547 w 140718"/>
                <a:gd name="connsiteY38" fmla="*/ 41540 h 22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0718" h="221194">
                  <a:moveTo>
                    <a:pt x="139837" y="115499"/>
                  </a:moveTo>
                  <a:lnTo>
                    <a:pt x="129038" y="204512"/>
                  </a:lnTo>
                  <a:cubicBezTo>
                    <a:pt x="127630" y="213478"/>
                    <a:pt x="120103" y="220188"/>
                    <a:pt x="111038" y="220547"/>
                  </a:cubicBezTo>
                  <a:cubicBezTo>
                    <a:pt x="103446" y="220744"/>
                    <a:pt x="97163" y="214723"/>
                    <a:pt x="96966" y="207130"/>
                  </a:cubicBezTo>
                  <a:cubicBezTo>
                    <a:pt x="96966" y="206901"/>
                    <a:pt x="96966" y="206704"/>
                    <a:pt x="96966" y="206476"/>
                  </a:cubicBezTo>
                  <a:lnTo>
                    <a:pt x="96966" y="204185"/>
                  </a:lnTo>
                  <a:cubicBezTo>
                    <a:pt x="81650" y="213937"/>
                    <a:pt x="64044" y="219566"/>
                    <a:pt x="45915" y="220547"/>
                  </a:cubicBezTo>
                  <a:cubicBezTo>
                    <a:pt x="23301" y="223264"/>
                    <a:pt x="2783" y="207130"/>
                    <a:pt x="67" y="184517"/>
                  </a:cubicBezTo>
                  <a:cubicBezTo>
                    <a:pt x="-97" y="183241"/>
                    <a:pt x="-195" y="181932"/>
                    <a:pt x="-228" y="180622"/>
                  </a:cubicBezTo>
                  <a:cubicBezTo>
                    <a:pt x="-228" y="140043"/>
                    <a:pt x="44606" y="121717"/>
                    <a:pt x="78968" y="121717"/>
                  </a:cubicBezTo>
                  <a:cubicBezTo>
                    <a:pt x="88163" y="121717"/>
                    <a:pt x="97359" y="122371"/>
                    <a:pt x="106457" y="123681"/>
                  </a:cubicBezTo>
                  <a:cubicBezTo>
                    <a:pt x="106620" y="121292"/>
                    <a:pt x="106620" y="118870"/>
                    <a:pt x="106457" y="116481"/>
                  </a:cubicBezTo>
                  <a:cubicBezTo>
                    <a:pt x="106457" y="97827"/>
                    <a:pt x="89767" y="95536"/>
                    <a:pt x="73732" y="95536"/>
                  </a:cubicBezTo>
                  <a:cubicBezTo>
                    <a:pt x="62278" y="95897"/>
                    <a:pt x="51085" y="98908"/>
                    <a:pt x="41006" y="104373"/>
                  </a:cubicBezTo>
                  <a:cubicBezTo>
                    <a:pt x="39174" y="105616"/>
                    <a:pt x="37014" y="106303"/>
                    <a:pt x="34788" y="106336"/>
                  </a:cubicBezTo>
                  <a:cubicBezTo>
                    <a:pt x="27753" y="106336"/>
                    <a:pt x="22025" y="100610"/>
                    <a:pt x="22025" y="93573"/>
                  </a:cubicBezTo>
                  <a:cubicBezTo>
                    <a:pt x="22156" y="86995"/>
                    <a:pt x="26116" y="81105"/>
                    <a:pt x="32170" y="78519"/>
                  </a:cubicBezTo>
                  <a:cubicBezTo>
                    <a:pt x="49319" y="71647"/>
                    <a:pt x="67678" y="68310"/>
                    <a:pt x="86166" y="68702"/>
                  </a:cubicBezTo>
                  <a:cubicBezTo>
                    <a:pt x="112675" y="68702"/>
                    <a:pt x="140491" y="76556"/>
                    <a:pt x="140491" y="108300"/>
                  </a:cubicBezTo>
                  <a:cubicBezTo>
                    <a:pt x="140426" y="110721"/>
                    <a:pt x="140229" y="113110"/>
                    <a:pt x="139837" y="115499"/>
                  </a:cubicBezTo>
                  <a:close/>
                  <a:moveTo>
                    <a:pt x="81585" y="144952"/>
                  </a:moveTo>
                  <a:cubicBezTo>
                    <a:pt x="64895" y="144952"/>
                    <a:pt x="33152" y="150516"/>
                    <a:pt x="33152" y="173096"/>
                  </a:cubicBezTo>
                  <a:cubicBezTo>
                    <a:pt x="33152" y="186840"/>
                    <a:pt x="45260" y="192404"/>
                    <a:pt x="57369" y="192404"/>
                  </a:cubicBezTo>
                  <a:cubicBezTo>
                    <a:pt x="72389" y="192109"/>
                    <a:pt x="87083" y="187822"/>
                    <a:pt x="99912" y="179968"/>
                  </a:cubicBezTo>
                  <a:lnTo>
                    <a:pt x="103838" y="147243"/>
                  </a:lnTo>
                  <a:cubicBezTo>
                    <a:pt x="96541" y="145639"/>
                    <a:pt x="89080" y="144887"/>
                    <a:pt x="81585" y="144952"/>
                  </a:cubicBezTo>
                  <a:close/>
                  <a:moveTo>
                    <a:pt x="57696" y="41540"/>
                  </a:moveTo>
                  <a:cubicBezTo>
                    <a:pt x="46144" y="41540"/>
                    <a:pt x="36752" y="32148"/>
                    <a:pt x="36752" y="20596"/>
                  </a:cubicBezTo>
                  <a:cubicBezTo>
                    <a:pt x="36752" y="9011"/>
                    <a:pt x="46144" y="-349"/>
                    <a:pt x="57696" y="-349"/>
                  </a:cubicBezTo>
                  <a:cubicBezTo>
                    <a:pt x="69280" y="-349"/>
                    <a:pt x="78640" y="9044"/>
                    <a:pt x="78640" y="20596"/>
                  </a:cubicBezTo>
                  <a:cubicBezTo>
                    <a:pt x="78640" y="20694"/>
                    <a:pt x="78640" y="20825"/>
                    <a:pt x="78640" y="20923"/>
                  </a:cubicBezTo>
                  <a:cubicBezTo>
                    <a:pt x="78477" y="32246"/>
                    <a:pt x="69346" y="41376"/>
                    <a:pt x="58023" y="41540"/>
                  </a:cubicBezTo>
                  <a:close/>
                  <a:moveTo>
                    <a:pt x="119547" y="41540"/>
                  </a:moveTo>
                  <a:cubicBezTo>
                    <a:pt x="107995" y="41540"/>
                    <a:pt x="98602" y="32148"/>
                    <a:pt x="98602" y="20596"/>
                  </a:cubicBezTo>
                  <a:cubicBezTo>
                    <a:pt x="98602" y="9011"/>
                    <a:pt x="107995" y="-349"/>
                    <a:pt x="119547" y="-349"/>
                  </a:cubicBezTo>
                  <a:cubicBezTo>
                    <a:pt x="131132" y="-349"/>
                    <a:pt x="140491" y="9044"/>
                    <a:pt x="140491" y="20596"/>
                  </a:cubicBezTo>
                  <a:cubicBezTo>
                    <a:pt x="140491" y="20694"/>
                    <a:pt x="140491" y="20825"/>
                    <a:pt x="140491" y="20923"/>
                  </a:cubicBezTo>
                  <a:cubicBezTo>
                    <a:pt x="140491" y="32312"/>
                    <a:pt x="131263" y="41540"/>
                    <a:pt x="119875" y="41540"/>
                  </a:cubicBezTo>
                  <a:cubicBezTo>
                    <a:pt x="119776" y="41540"/>
                    <a:pt x="119645" y="41540"/>
                    <a:pt x="119547" y="41540"/>
                  </a:cubicBezTo>
                  <a:close/>
                </a:path>
              </a:pathLst>
            </a:custGeom>
            <a:solidFill>
              <a:srgbClr val="FFFFFF"/>
            </a:solidFill>
            <a:ln w="32716" cap="flat">
              <a:noFill/>
              <a:prstDash val="solid"/>
              <a:miter/>
            </a:ln>
          </p:spPr>
          <p:txBody>
            <a:bodyPr rtlCol="0" anchor="ctr"/>
            <a:lstStyle/>
            <a:p>
              <a:endParaRPr lang="sv-SE"/>
            </a:p>
          </p:txBody>
        </p:sp>
        <p:sp>
          <p:nvSpPr>
            <p:cNvPr id="57" name="Frihandsfigur: Form 56">
              <a:extLst>
                <a:ext uri="{FF2B5EF4-FFF2-40B4-BE49-F238E27FC236}">
                  <a16:creationId xmlns:a16="http://schemas.microsoft.com/office/drawing/2014/main" id="{43191968-5206-4E9D-B182-9B634ACEC5F4}"/>
                </a:ext>
              </a:extLst>
            </p:cNvPr>
            <p:cNvSpPr/>
            <p:nvPr/>
          </p:nvSpPr>
          <p:spPr>
            <a:xfrm>
              <a:off x="3702565" y="4575111"/>
              <a:ext cx="142027" cy="152192"/>
            </a:xfrm>
            <a:custGeom>
              <a:avLst/>
              <a:gdLst>
                <a:gd name="connsiteX0" fmla="*/ 141145 w 142027"/>
                <a:gd name="connsiteY0" fmla="*/ 51045 h 152192"/>
                <a:gd name="connsiteX1" fmla="*/ 130673 w 142027"/>
                <a:gd name="connsiteY1" fmla="*/ 135804 h 152192"/>
                <a:gd name="connsiteX2" fmla="*/ 112674 w 142027"/>
                <a:gd name="connsiteY2" fmla="*/ 151839 h 152192"/>
                <a:gd name="connsiteX3" fmla="*/ 98275 w 142027"/>
                <a:gd name="connsiteY3" fmla="*/ 138095 h 152192"/>
                <a:gd name="connsiteX4" fmla="*/ 98275 w 142027"/>
                <a:gd name="connsiteY4" fmla="*/ 137440 h 152192"/>
                <a:gd name="connsiteX5" fmla="*/ 98275 w 142027"/>
                <a:gd name="connsiteY5" fmla="*/ 135804 h 152192"/>
                <a:gd name="connsiteX6" fmla="*/ 107765 w 142027"/>
                <a:gd name="connsiteY6" fmla="*/ 60208 h 152192"/>
                <a:gd name="connsiteX7" fmla="*/ 107765 w 142027"/>
                <a:gd name="connsiteY7" fmla="*/ 53663 h 152192"/>
                <a:gd name="connsiteX8" fmla="*/ 86756 w 142027"/>
                <a:gd name="connsiteY8" fmla="*/ 28988 h 152192"/>
                <a:gd name="connsiteX9" fmla="*/ 81912 w 142027"/>
                <a:gd name="connsiteY9" fmla="*/ 29119 h 152192"/>
                <a:gd name="connsiteX10" fmla="*/ 41333 w 142027"/>
                <a:gd name="connsiteY10" fmla="*/ 63481 h 152192"/>
                <a:gd name="connsiteX11" fmla="*/ 32170 w 142027"/>
                <a:gd name="connsiteY11" fmla="*/ 136131 h 152192"/>
                <a:gd name="connsiteX12" fmla="*/ 13844 w 142027"/>
                <a:gd name="connsiteY12" fmla="*/ 151839 h 152192"/>
                <a:gd name="connsiteX13" fmla="*/ -228 w 142027"/>
                <a:gd name="connsiteY13" fmla="*/ 137767 h 152192"/>
                <a:gd name="connsiteX14" fmla="*/ -228 w 142027"/>
                <a:gd name="connsiteY14" fmla="*/ 136131 h 152192"/>
                <a:gd name="connsiteX15" fmla="*/ 14825 w 142027"/>
                <a:gd name="connsiteY15" fmla="*/ 15701 h 152192"/>
                <a:gd name="connsiteX16" fmla="*/ 32497 w 142027"/>
                <a:gd name="connsiteY16" fmla="*/ -334 h 152192"/>
                <a:gd name="connsiteX17" fmla="*/ 47551 w 142027"/>
                <a:gd name="connsiteY17" fmla="*/ 13378 h 152192"/>
                <a:gd name="connsiteX18" fmla="*/ 47551 w 142027"/>
                <a:gd name="connsiteY18" fmla="*/ 13411 h 152192"/>
                <a:gd name="connsiteX19" fmla="*/ 47551 w 142027"/>
                <a:gd name="connsiteY19" fmla="*/ 18974 h 152192"/>
                <a:gd name="connsiteX20" fmla="*/ 96311 w 142027"/>
                <a:gd name="connsiteY20" fmla="*/ -334 h 152192"/>
                <a:gd name="connsiteX21" fmla="*/ 141800 w 142027"/>
                <a:gd name="connsiteY21" fmla="*/ 41227 h 152192"/>
                <a:gd name="connsiteX22" fmla="*/ 141145 w 142027"/>
                <a:gd name="connsiteY22" fmla="*/ 51045 h 152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2027" h="152192">
                  <a:moveTo>
                    <a:pt x="141145" y="51045"/>
                  </a:moveTo>
                  <a:lnTo>
                    <a:pt x="130673" y="135804"/>
                  </a:lnTo>
                  <a:cubicBezTo>
                    <a:pt x="129397" y="144836"/>
                    <a:pt x="121772" y="151610"/>
                    <a:pt x="112674" y="151839"/>
                  </a:cubicBezTo>
                  <a:cubicBezTo>
                    <a:pt x="104918" y="152036"/>
                    <a:pt x="98471" y="145883"/>
                    <a:pt x="98275" y="138095"/>
                  </a:cubicBezTo>
                  <a:cubicBezTo>
                    <a:pt x="98275" y="137865"/>
                    <a:pt x="98275" y="137669"/>
                    <a:pt x="98275" y="137440"/>
                  </a:cubicBezTo>
                  <a:lnTo>
                    <a:pt x="98275" y="135804"/>
                  </a:lnTo>
                  <a:lnTo>
                    <a:pt x="107765" y="60208"/>
                  </a:lnTo>
                  <a:cubicBezTo>
                    <a:pt x="107929" y="58015"/>
                    <a:pt x="107929" y="55856"/>
                    <a:pt x="107765" y="53663"/>
                  </a:cubicBezTo>
                  <a:cubicBezTo>
                    <a:pt x="108780" y="41064"/>
                    <a:pt x="99387" y="30003"/>
                    <a:pt x="86756" y="28988"/>
                  </a:cubicBezTo>
                  <a:cubicBezTo>
                    <a:pt x="85152" y="28857"/>
                    <a:pt x="83516" y="28890"/>
                    <a:pt x="81912" y="29119"/>
                  </a:cubicBezTo>
                  <a:cubicBezTo>
                    <a:pt x="61230" y="27417"/>
                    <a:pt x="43068" y="42798"/>
                    <a:pt x="41333" y="63481"/>
                  </a:cubicBezTo>
                  <a:lnTo>
                    <a:pt x="32170" y="136131"/>
                  </a:lnTo>
                  <a:cubicBezTo>
                    <a:pt x="30599" y="145065"/>
                    <a:pt x="22909" y="151675"/>
                    <a:pt x="13844" y="151839"/>
                  </a:cubicBezTo>
                  <a:cubicBezTo>
                    <a:pt x="6088" y="151839"/>
                    <a:pt x="-228" y="145556"/>
                    <a:pt x="-228" y="137767"/>
                  </a:cubicBezTo>
                  <a:lnTo>
                    <a:pt x="-228" y="136131"/>
                  </a:lnTo>
                  <a:lnTo>
                    <a:pt x="14825" y="15701"/>
                  </a:lnTo>
                  <a:cubicBezTo>
                    <a:pt x="16069" y="6800"/>
                    <a:pt x="23497" y="59"/>
                    <a:pt x="32497" y="-334"/>
                  </a:cubicBezTo>
                  <a:cubicBezTo>
                    <a:pt x="40449" y="-693"/>
                    <a:pt x="47191" y="5426"/>
                    <a:pt x="47551" y="13378"/>
                  </a:cubicBezTo>
                  <a:cubicBezTo>
                    <a:pt x="47551" y="13378"/>
                    <a:pt x="47551" y="13411"/>
                    <a:pt x="47551" y="13411"/>
                  </a:cubicBezTo>
                  <a:cubicBezTo>
                    <a:pt x="47682" y="15276"/>
                    <a:pt x="47682" y="17109"/>
                    <a:pt x="47551" y="18974"/>
                  </a:cubicBezTo>
                  <a:cubicBezTo>
                    <a:pt x="60739" y="6538"/>
                    <a:pt x="78182" y="-367"/>
                    <a:pt x="96311" y="-334"/>
                  </a:cubicBezTo>
                  <a:cubicBezTo>
                    <a:pt x="123146" y="-334"/>
                    <a:pt x="141800" y="12756"/>
                    <a:pt x="141800" y="41227"/>
                  </a:cubicBezTo>
                  <a:cubicBezTo>
                    <a:pt x="141472" y="44500"/>
                    <a:pt x="141472" y="47773"/>
                    <a:pt x="141145" y="51045"/>
                  </a:cubicBezTo>
                  <a:close/>
                </a:path>
              </a:pathLst>
            </a:custGeom>
            <a:solidFill>
              <a:srgbClr val="FFFFFF"/>
            </a:solidFill>
            <a:ln w="32716" cap="flat">
              <a:noFill/>
              <a:prstDash val="solid"/>
              <a:miter/>
            </a:ln>
          </p:spPr>
          <p:txBody>
            <a:bodyPr rtlCol="0" anchor="ctr"/>
            <a:lstStyle/>
            <a:p>
              <a:endParaRPr lang="sv-SE"/>
            </a:p>
          </p:txBody>
        </p:sp>
        <p:sp>
          <p:nvSpPr>
            <p:cNvPr id="58" name="Frihandsfigur: Form 57">
              <a:extLst>
                <a:ext uri="{FF2B5EF4-FFF2-40B4-BE49-F238E27FC236}">
                  <a16:creationId xmlns:a16="http://schemas.microsoft.com/office/drawing/2014/main" id="{EC8686AC-71D0-4942-9FBC-AE7BE8A5A7F1}"/>
                </a:ext>
              </a:extLst>
            </p:cNvPr>
            <p:cNvSpPr/>
            <p:nvPr/>
          </p:nvSpPr>
          <p:spPr>
            <a:xfrm>
              <a:off x="3869137" y="4477278"/>
              <a:ext cx="128937" cy="250056"/>
            </a:xfrm>
            <a:custGeom>
              <a:avLst/>
              <a:gdLst>
                <a:gd name="connsiteX0" fmla="*/ 123474 w 128937"/>
                <a:gd name="connsiteY0" fmla="*/ 123680 h 250056"/>
                <a:gd name="connsiteX1" fmla="*/ 75040 w 128937"/>
                <a:gd name="connsiteY1" fmla="*/ 164586 h 250056"/>
                <a:gd name="connsiteX2" fmla="*/ 114311 w 128937"/>
                <a:gd name="connsiteY2" fmla="*/ 224474 h 250056"/>
                <a:gd name="connsiteX3" fmla="*/ 116928 w 128937"/>
                <a:gd name="connsiteY3" fmla="*/ 232983 h 250056"/>
                <a:gd name="connsiteX4" fmla="*/ 102955 w 128937"/>
                <a:gd name="connsiteY4" fmla="*/ 249639 h 250056"/>
                <a:gd name="connsiteX5" fmla="*/ 100566 w 128937"/>
                <a:gd name="connsiteY5" fmla="*/ 249672 h 250056"/>
                <a:gd name="connsiteX6" fmla="*/ 87476 w 128937"/>
                <a:gd name="connsiteY6" fmla="*/ 242473 h 250056"/>
                <a:gd name="connsiteX7" fmla="*/ 49514 w 128937"/>
                <a:gd name="connsiteY7" fmla="*/ 181931 h 250056"/>
                <a:gd name="connsiteX8" fmla="*/ 36752 w 128937"/>
                <a:gd name="connsiteY8" fmla="*/ 192403 h 250056"/>
                <a:gd name="connsiteX9" fmla="*/ 32170 w 128937"/>
                <a:gd name="connsiteY9" fmla="*/ 233637 h 250056"/>
                <a:gd name="connsiteX10" fmla="*/ 13516 w 128937"/>
                <a:gd name="connsiteY10" fmla="*/ 249672 h 250056"/>
                <a:gd name="connsiteX11" fmla="*/ -228 w 128937"/>
                <a:gd name="connsiteY11" fmla="*/ 235928 h 250056"/>
                <a:gd name="connsiteX12" fmla="*/ 26607 w 128937"/>
                <a:gd name="connsiteY12" fmla="*/ 16014 h 250056"/>
                <a:gd name="connsiteX13" fmla="*/ 44606 w 128937"/>
                <a:gd name="connsiteY13" fmla="*/ -349 h 250056"/>
                <a:gd name="connsiteX14" fmla="*/ 59005 w 128937"/>
                <a:gd name="connsiteY14" fmla="*/ 14050 h 250056"/>
                <a:gd name="connsiteX15" fmla="*/ 41660 w 128937"/>
                <a:gd name="connsiteY15" fmla="*/ 153460 h 250056"/>
                <a:gd name="connsiteX16" fmla="*/ 104166 w 128937"/>
                <a:gd name="connsiteY16" fmla="*/ 100772 h 250056"/>
                <a:gd name="connsiteX17" fmla="*/ 113983 w 128937"/>
                <a:gd name="connsiteY17" fmla="*/ 97500 h 250056"/>
                <a:gd name="connsiteX18" fmla="*/ 128710 w 128937"/>
                <a:gd name="connsiteY18" fmla="*/ 111899 h 250056"/>
                <a:gd name="connsiteX19" fmla="*/ 123474 w 128937"/>
                <a:gd name="connsiteY19" fmla="*/ 123680 h 2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8937" h="250056">
                  <a:moveTo>
                    <a:pt x="123474" y="123680"/>
                  </a:moveTo>
                  <a:lnTo>
                    <a:pt x="75040" y="164586"/>
                  </a:lnTo>
                  <a:lnTo>
                    <a:pt x="114311" y="224474"/>
                  </a:lnTo>
                  <a:cubicBezTo>
                    <a:pt x="116046" y="226961"/>
                    <a:pt x="116961" y="229939"/>
                    <a:pt x="116928" y="232983"/>
                  </a:cubicBezTo>
                  <a:cubicBezTo>
                    <a:pt x="117681" y="241458"/>
                    <a:pt x="111398" y="248920"/>
                    <a:pt x="102955" y="249639"/>
                  </a:cubicBezTo>
                  <a:cubicBezTo>
                    <a:pt x="102170" y="249705"/>
                    <a:pt x="101352" y="249738"/>
                    <a:pt x="100566" y="249672"/>
                  </a:cubicBezTo>
                  <a:cubicBezTo>
                    <a:pt x="95265" y="249705"/>
                    <a:pt x="90290" y="246989"/>
                    <a:pt x="87476" y="242473"/>
                  </a:cubicBezTo>
                  <a:lnTo>
                    <a:pt x="49514" y="181931"/>
                  </a:lnTo>
                  <a:lnTo>
                    <a:pt x="36752" y="192403"/>
                  </a:lnTo>
                  <a:lnTo>
                    <a:pt x="32170" y="233637"/>
                  </a:lnTo>
                  <a:cubicBezTo>
                    <a:pt x="30599" y="242767"/>
                    <a:pt x="22778" y="249477"/>
                    <a:pt x="13516" y="249672"/>
                  </a:cubicBezTo>
                  <a:cubicBezTo>
                    <a:pt x="5924" y="249672"/>
                    <a:pt x="-228" y="243520"/>
                    <a:pt x="-228" y="235928"/>
                  </a:cubicBezTo>
                  <a:cubicBezTo>
                    <a:pt x="-228" y="235928"/>
                    <a:pt x="-228" y="235928"/>
                    <a:pt x="26607" y="16014"/>
                  </a:cubicBezTo>
                  <a:cubicBezTo>
                    <a:pt x="27981" y="6982"/>
                    <a:pt x="35508" y="175"/>
                    <a:pt x="44606" y="-349"/>
                  </a:cubicBezTo>
                  <a:cubicBezTo>
                    <a:pt x="52558" y="-349"/>
                    <a:pt x="59005" y="6098"/>
                    <a:pt x="59005" y="14050"/>
                  </a:cubicBezTo>
                  <a:cubicBezTo>
                    <a:pt x="59005" y="14050"/>
                    <a:pt x="59005" y="14050"/>
                    <a:pt x="41660" y="153460"/>
                  </a:cubicBezTo>
                  <a:lnTo>
                    <a:pt x="104166" y="100772"/>
                  </a:lnTo>
                  <a:cubicBezTo>
                    <a:pt x="106947" y="98579"/>
                    <a:pt x="110416" y="97435"/>
                    <a:pt x="113983" y="97500"/>
                  </a:cubicBezTo>
                  <a:cubicBezTo>
                    <a:pt x="121870" y="97827"/>
                    <a:pt x="128219" y="104045"/>
                    <a:pt x="128710" y="111899"/>
                  </a:cubicBezTo>
                  <a:cubicBezTo>
                    <a:pt x="128644" y="116382"/>
                    <a:pt x="126747" y="120637"/>
                    <a:pt x="123474" y="123680"/>
                  </a:cubicBezTo>
                  <a:close/>
                </a:path>
              </a:pathLst>
            </a:custGeom>
            <a:solidFill>
              <a:srgbClr val="FFFFFF"/>
            </a:solidFill>
            <a:ln w="32716" cap="flat">
              <a:noFill/>
              <a:prstDash val="solid"/>
              <a:miter/>
            </a:ln>
          </p:spPr>
          <p:txBody>
            <a:bodyPr rtlCol="0" anchor="ctr"/>
            <a:lstStyle/>
            <a:p>
              <a:endParaRPr lang="sv-SE"/>
            </a:p>
          </p:txBody>
        </p:sp>
        <p:sp>
          <p:nvSpPr>
            <p:cNvPr id="59" name="Frihandsfigur: Form 58">
              <a:extLst>
                <a:ext uri="{FF2B5EF4-FFF2-40B4-BE49-F238E27FC236}">
                  <a16:creationId xmlns:a16="http://schemas.microsoft.com/office/drawing/2014/main" id="{688F52D8-FD8F-491C-B738-FD0154CED800}"/>
                </a:ext>
              </a:extLst>
            </p:cNvPr>
            <p:cNvSpPr/>
            <p:nvPr/>
          </p:nvSpPr>
          <p:spPr>
            <a:xfrm>
              <a:off x="3996438" y="4571876"/>
              <a:ext cx="124714" cy="155750"/>
            </a:xfrm>
            <a:custGeom>
              <a:avLst/>
              <a:gdLst>
                <a:gd name="connsiteX0" fmla="*/ 108420 w 124714"/>
                <a:gd name="connsiteY0" fmla="*/ 37263 h 155750"/>
                <a:gd name="connsiteX1" fmla="*/ 101875 w 124714"/>
                <a:gd name="connsiteY1" fmla="*/ 35299 h 155750"/>
                <a:gd name="connsiteX2" fmla="*/ 71114 w 124714"/>
                <a:gd name="connsiteY2" fmla="*/ 28100 h 155750"/>
                <a:gd name="connsiteX3" fmla="*/ 48206 w 124714"/>
                <a:gd name="connsiteY3" fmla="*/ 44136 h 155750"/>
                <a:gd name="connsiteX4" fmla="*/ 66532 w 124714"/>
                <a:gd name="connsiteY4" fmla="*/ 60825 h 155750"/>
                <a:gd name="connsiteX5" fmla="*/ 114966 w 124714"/>
                <a:gd name="connsiteY5" fmla="*/ 105332 h 155750"/>
                <a:gd name="connsiteX6" fmla="*/ 53442 w 124714"/>
                <a:gd name="connsiteY6" fmla="*/ 155402 h 155750"/>
                <a:gd name="connsiteX7" fmla="*/ 6645 w 124714"/>
                <a:gd name="connsiteY7" fmla="*/ 143620 h 155750"/>
                <a:gd name="connsiteX8" fmla="*/ -228 w 124714"/>
                <a:gd name="connsiteY8" fmla="*/ 132494 h 155750"/>
                <a:gd name="connsiteX9" fmla="*/ 16790 w 124714"/>
                <a:gd name="connsiteY9" fmla="*/ 116458 h 155750"/>
                <a:gd name="connsiteX10" fmla="*/ 22026 w 124714"/>
                <a:gd name="connsiteY10" fmla="*/ 116458 h 155750"/>
                <a:gd name="connsiteX11" fmla="*/ 56387 w 124714"/>
                <a:gd name="connsiteY11" fmla="*/ 127257 h 155750"/>
                <a:gd name="connsiteX12" fmla="*/ 82895 w 124714"/>
                <a:gd name="connsiteY12" fmla="*/ 109913 h 155750"/>
                <a:gd name="connsiteX13" fmla="*/ 17444 w 124714"/>
                <a:gd name="connsiteY13" fmla="*/ 48063 h 155750"/>
                <a:gd name="connsiteX14" fmla="*/ 72325 w 124714"/>
                <a:gd name="connsiteY14" fmla="*/ -240 h 155750"/>
                <a:gd name="connsiteX15" fmla="*/ 74713 w 124714"/>
                <a:gd name="connsiteY15" fmla="*/ -44 h 155750"/>
                <a:gd name="connsiteX16" fmla="*/ 124456 w 124714"/>
                <a:gd name="connsiteY16" fmla="*/ 19918 h 155750"/>
                <a:gd name="connsiteX17" fmla="*/ 109108 w 124714"/>
                <a:gd name="connsiteY17" fmla="*/ 37231 h 155750"/>
                <a:gd name="connsiteX18" fmla="*/ 108420 w 124714"/>
                <a:gd name="connsiteY18" fmla="*/ 37263 h 15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714" h="155750">
                  <a:moveTo>
                    <a:pt x="108420" y="37263"/>
                  </a:moveTo>
                  <a:cubicBezTo>
                    <a:pt x="106097" y="37263"/>
                    <a:pt x="103806" y="36576"/>
                    <a:pt x="101875" y="35299"/>
                  </a:cubicBezTo>
                  <a:cubicBezTo>
                    <a:pt x="92352" y="30424"/>
                    <a:pt x="81815" y="27937"/>
                    <a:pt x="71114" y="28100"/>
                  </a:cubicBezTo>
                  <a:cubicBezTo>
                    <a:pt x="60314" y="28100"/>
                    <a:pt x="48206" y="31372"/>
                    <a:pt x="48206" y="44136"/>
                  </a:cubicBezTo>
                  <a:cubicBezTo>
                    <a:pt x="48206" y="56898"/>
                    <a:pt x="58023" y="57553"/>
                    <a:pt x="66532" y="60825"/>
                  </a:cubicBezTo>
                  <a:cubicBezTo>
                    <a:pt x="87803" y="69006"/>
                    <a:pt x="114966" y="77188"/>
                    <a:pt x="114966" y="105332"/>
                  </a:cubicBezTo>
                  <a:cubicBezTo>
                    <a:pt x="114966" y="140675"/>
                    <a:pt x="84858" y="155402"/>
                    <a:pt x="53442" y="155402"/>
                  </a:cubicBezTo>
                  <a:cubicBezTo>
                    <a:pt x="37112" y="155336"/>
                    <a:pt x="21044" y="151311"/>
                    <a:pt x="6645" y="143620"/>
                  </a:cubicBezTo>
                  <a:cubicBezTo>
                    <a:pt x="2489" y="141461"/>
                    <a:pt x="-162" y="137173"/>
                    <a:pt x="-228" y="132494"/>
                  </a:cubicBezTo>
                  <a:cubicBezTo>
                    <a:pt x="591" y="123625"/>
                    <a:pt x="7889" y="116753"/>
                    <a:pt x="16790" y="116458"/>
                  </a:cubicBezTo>
                  <a:cubicBezTo>
                    <a:pt x="18524" y="116066"/>
                    <a:pt x="20291" y="116066"/>
                    <a:pt x="22026" y="116458"/>
                  </a:cubicBezTo>
                  <a:cubicBezTo>
                    <a:pt x="32497" y="122676"/>
                    <a:pt x="44246" y="126375"/>
                    <a:pt x="56387" y="127257"/>
                  </a:cubicBezTo>
                  <a:cubicBezTo>
                    <a:pt x="68168" y="127257"/>
                    <a:pt x="82895" y="124967"/>
                    <a:pt x="82895" y="109913"/>
                  </a:cubicBezTo>
                  <a:cubicBezTo>
                    <a:pt x="82895" y="81116"/>
                    <a:pt x="17444" y="93550"/>
                    <a:pt x="17444" y="48063"/>
                  </a:cubicBezTo>
                  <a:cubicBezTo>
                    <a:pt x="19244" y="19559"/>
                    <a:pt x="43821" y="-2073"/>
                    <a:pt x="72325" y="-240"/>
                  </a:cubicBezTo>
                  <a:cubicBezTo>
                    <a:pt x="73142" y="-207"/>
                    <a:pt x="73928" y="-142"/>
                    <a:pt x="74713" y="-44"/>
                  </a:cubicBezTo>
                  <a:cubicBezTo>
                    <a:pt x="86167" y="-44"/>
                    <a:pt x="124456" y="3229"/>
                    <a:pt x="124456" y="19918"/>
                  </a:cubicBezTo>
                  <a:cubicBezTo>
                    <a:pt x="125012" y="28951"/>
                    <a:pt x="118140" y="36706"/>
                    <a:pt x="109108" y="37231"/>
                  </a:cubicBezTo>
                  <a:cubicBezTo>
                    <a:pt x="108879" y="37263"/>
                    <a:pt x="108649" y="37263"/>
                    <a:pt x="108420" y="37263"/>
                  </a:cubicBezTo>
                  <a:close/>
                </a:path>
              </a:pathLst>
            </a:custGeom>
            <a:solidFill>
              <a:srgbClr val="FFFFFF"/>
            </a:solidFill>
            <a:ln w="32716" cap="flat">
              <a:noFill/>
              <a:prstDash val="solid"/>
              <a:miter/>
            </a:ln>
          </p:spPr>
          <p:txBody>
            <a:bodyPr rtlCol="0" anchor="ctr"/>
            <a:lstStyle/>
            <a:p>
              <a:endParaRPr lang="sv-SE"/>
            </a:p>
          </p:txBody>
        </p:sp>
        <p:sp>
          <p:nvSpPr>
            <p:cNvPr id="60" name="Frihandsfigur: Form 59">
              <a:extLst>
                <a:ext uri="{FF2B5EF4-FFF2-40B4-BE49-F238E27FC236}">
                  <a16:creationId xmlns:a16="http://schemas.microsoft.com/office/drawing/2014/main" id="{94D704B9-F5F1-499D-B8E4-01DB6978DD3C}"/>
                </a:ext>
              </a:extLst>
            </p:cNvPr>
            <p:cNvSpPr/>
            <p:nvPr/>
          </p:nvSpPr>
          <p:spPr>
            <a:xfrm>
              <a:off x="4132576" y="4575432"/>
              <a:ext cx="140391" cy="152128"/>
            </a:xfrm>
            <a:custGeom>
              <a:avLst/>
              <a:gdLst>
                <a:gd name="connsiteX0" fmla="*/ 140164 w 140391"/>
                <a:gd name="connsiteY0" fmla="*/ 46470 h 152128"/>
                <a:gd name="connsiteX1" fmla="*/ 129038 w 140391"/>
                <a:gd name="connsiteY1" fmla="*/ 135483 h 152128"/>
                <a:gd name="connsiteX2" fmla="*/ 111038 w 140391"/>
                <a:gd name="connsiteY2" fmla="*/ 151518 h 152128"/>
                <a:gd name="connsiteX3" fmla="*/ 96966 w 140391"/>
                <a:gd name="connsiteY3" fmla="*/ 138101 h 152128"/>
                <a:gd name="connsiteX4" fmla="*/ 96966 w 140391"/>
                <a:gd name="connsiteY4" fmla="*/ 137447 h 152128"/>
                <a:gd name="connsiteX5" fmla="*/ 96966 w 140391"/>
                <a:gd name="connsiteY5" fmla="*/ 135156 h 152128"/>
                <a:gd name="connsiteX6" fmla="*/ 45915 w 140391"/>
                <a:gd name="connsiteY6" fmla="*/ 151518 h 152128"/>
                <a:gd name="connsiteX7" fmla="*/ 2 w 140391"/>
                <a:gd name="connsiteY7" fmla="*/ 114833 h 152128"/>
                <a:gd name="connsiteX8" fmla="*/ -228 w 140391"/>
                <a:gd name="connsiteY8" fmla="*/ 111593 h 152128"/>
                <a:gd name="connsiteX9" fmla="*/ 78968 w 140391"/>
                <a:gd name="connsiteY9" fmla="*/ 52688 h 152128"/>
                <a:gd name="connsiteX10" fmla="*/ 106785 w 140391"/>
                <a:gd name="connsiteY10" fmla="*/ 54652 h 152128"/>
                <a:gd name="connsiteX11" fmla="*/ 106785 w 140391"/>
                <a:gd name="connsiteY11" fmla="*/ 47452 h 152128"/>
                <a:gd name="connsiteX12" fmla="*/ 74059 w 140391"/>
                <a:gd name="connsiteY12" fmla="*/ 26507 h 152128"/>
                <a:gd name="connsiteX13" fmla="*/ 39697 w 140391"/>
                <a:gd name="connsiteY13" fmla="*/ 35344 h 152128"/>
                <a:gd name="connsiteX14" fmla="*/ 33479 w 140391"/>
                <a:gd name="connsiteY14" fmla="*/ 37307 h 152128"/>
                <a:gd name="connsiteX15" fmla="*/ 20717 w 140391"/>
                <a:gd name="connsiteY15" fmla="*/ 24544 h 152128"/>
                <a:gd name="connsiteX16" fmla="*/ 30534 w 140391"/>
                <a:gd name="connsiteY16" fmla="*/ 9490 h 152128"/>
                <a:gd name="connsiteX17" fmla="*/ 84531 w 140391"/>
                <a:gd name="connsiteY17" fmla="*/ -327 h 152128"/>
                <a:gd name="connsiteX18" fmla="*/ 139182 w 140391"/>
                <a:gd name="connsiteY18" fmla="*/ 39271 h 152128"/>
                <a:gd name="connsiteX19" fmla="*/ 140164 w 140391"/>
                <a:gd name="connsiteY19" fmla="*/ 46470 h 152128"/>
                <a:gd name="connsiteX20" fmla="*/ 81913 w 140391"/>
                <a:gd name="connsiteY20" fmla="*/ 75923 h 152128"/>
                <a:gd name="connsiteX21" fmla="*/ 33153 w 140391"/>
                <a:gd name="connsiteY21" fmla="*/ 104067 h 152128"/>
                <a:gd name="connsiteX22" fmla="*/ 57369 w 140391"/>
                <a:gd name="connsiteY22" fmla="*/ 123375 h 152128"/>
                <a:gd name="connsiteX23" fmla="*/ 100239 w 140391"/>
                <a:gd name="connsiteY23" fmla="*/ 110939 h 152128"/>
                <a:gd name="connsiteX24" fmla="*/ 103838 w 140391"/>
                <a:gd name="connsiteY24" fmla="*/ 78214 h 152128"/>
                <a:gd name="connsiteX25" fmla="*/ 81913 w 140391"/>
                <a:gd name="connsiteY25" fmla="*/ 75923 h 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391" h="152128">
                  <a:moveTo>
                    <a:pt x="140164" y="46470"/>
                  </a:moveTo>
                  <a:lnTo>
                    <a:pt x="129038" y="135483"/>
                  </a:lnTo>
                  <a:cubicBezTo>
                    <a:pt x="127892" y="144580"/>
                    <a:pt x="120201" y="151420"/>
                    <a:pt x="111038" y="151518"/>
                  </a:cubicBezTo>
                  <a:cubicBezTo>
                    <a:pt x="103446" y="151715"/>
                    <a:pt x="97163" y="145694"/>
                    <a:pt x="96966" y="138101"/>
                  </a:cubicBezTo>
                  <a:cubicBezTo>
                    <a:pt x="96966" y="137872"/>
                    <a:pt x="96966" y="137675"/>
                    <a:pt x="96966" y="137447"/>
                  </a:cubicBezTo>
                  <a:lnTo>
                    <a:pt x="96966" y="135156"/>
                  </a:lnTo>
                  <a:cubicBezTo>
                    <a:pt x="81651" y="144941"/>
                    <a:pt x="64077" y="150602"/>
                    <a:pt x="45915" y="151518"/>
                  </a:cubicBezTo>
                  <a:cubicBezTo>
                    <a:pt x="23106" y="154071"/>
                    <a:pt x="2553" y="137643"/>
                    <a:pt x="2" y="114833"/>
                  </a:cubicBezTo>
                  <a:cubicBezTo>
                    <a:pt x="-129" y="113753"/>
                    <a:pt x="-195" y="112674"/>
                    <a:pt x="-228" y="111593"/>
                  </a:cubicBezTo>
                  <a:cubicBezTo>
                    <a:pt x="-228" y="71014"/>
                    <a:pt x="44606" y="52688"/>
                    <a:pt x="78968" y="52688"/>
                  </a:cubicBezTo>
                  <a:cubicBezTo>
                    <a:pt x="88262" y="52688"/>
                    <a:pt x="97556" y="53342"/>
                    <a:pt x="106785" y="54652"/>
                  </a:cubicBezTo>
                  <a:cubicBezTo>
                    <a:pt x="106947" y="52263"/>
                    <a:pt x="106947" y="49841"/>
                    <a:pt x="106785" y="47452"/>
                  </a:cubicBezTo>
                  <a:cubicBezTo>
                    <a:pt x="106785" y="28798"/>
                    <a:pt x="89767" y="26507"/>
                    <a:pt x="74059" y="26507"/>
                  </a:cubicBezTo>
                  <a:cubicBezTo>
                    <a:pt x="62049" y="26573"/>
                    <a:pt x="50234" y="29616"/>
                    <a:pt x="39697" y="35344"/>
                  </a:cubicBezTo>
                  <a:cubicBezTo>
                    <a:pt x="37831" y="36554"/>
                    <a:pt x="35704" y="37209"/>
                    <a:pt x="33479" y="37307"/>
                  </a:cubicBezTo>
                  <a:cubicBezTo>
                    <a:pt x="26443" y="37307"/>
                    <a:pt x="20717" y="31581"/>
                    <a:pt x="20717" y="24544"/>
                  </a:cubicBezTo>
                  <a:cubicBezTo>
                    <a:pt x="20782" y="18032"/>
                    <a:pt x="24611" y="12174"/>
                    <a:pt x="30534" y="9490"/>
                  </a:cubicBezTo>
                  <a:cubicBezTo>
                    <a:pt x="47715" y="2683"/>
                    <a:pt x="66074" y="-654"/>
                    <a:pt x="84531" y="-327"/>
                  </a:cubicBezTo>
                  <a:cubicBezTo>
                    <a:pt x="111366" y="-327"/>
                    <a:pt x="139182" y="7527"/>
                    <a:pt x="139182" y="39271"/>
                  </a:cubicBezTo>
                  <a:cubicBezTo>
                    <a:pt x="139673" y="41659"/>
                    <a:pt x="140000" y="44048"/>
                    <a:pt x="140164" y="46470"/>
                  </a:cubicBezTo>
                  <a:close/>
                  <a:moveTo>
                    <a:pt x="81913" y="75923"/>
                  </a:moveTo>
                  <a:cubicBezTo>
                    <a:pt x="64896" y="75923"/>
                    <a:pt x="33153" y="81487"/>
                    <a:pt x="33153" y="104067"/>
                  </a:cubicBezTo>
                  <a:cubicBezTo>
                    <a:pt x="33153" y="117811"/>
                    <a:pt x="45261" y="123375"/>
                    <a:pt x="57369" y="123375"/>
                  </a:cubicBezTo>
                  <a:cubicBezTo>
                    <a:pt x="72520" y="123080"/>
                    <a:pt x="87313" y="118793"/>
                    <a:pt x="100239" y="110939"/>
                  </a:cubicBezTo>
                  <a:lnTo>
                    <a:pt x="103838" y="78214"/>
                  </a:lnTo>
                  <a:cubicBezTo>
                    <a:pt x="96639" y="76643"/>
                    <a:pt x="89276" y="75858"/>
                    <a:pt x="81913" y="75923"/>
                  </a:cubicBezTo>
                  <a:close/>
                </a:path>
              </a:pathLst>
            </a:custGeom>
            <a:solidFill>
              <a:srgbClr val="FFFFFF"/>
            </a:solidFill>
            <a:ln w="32716" cap="flat">
              <a:noFill/>
              <a:prstDash val="solid"/>
              <a:miter/>
            </a:ln>
          </p:spPr>
          <p:txBody>
            <a:bodyPr rtlCol="0" anchor="ctr"/>
            <a:lstStyle/>
            <a:p>
              <a:endParaRPr lang="sv-SE"/>
            </a:p>
          </p:txBody>
        </p:sp>
        <p:sp>
          <p:nvSpPr>
            <p:cNvPr id="61" name="Frihandsfigur: Form 60">
              <a:extLst>
                <a:ext uri="{FF2B5EF4-FFF2-40B4-BE49-F238E27FC236}">
                  <a16:creationId xmlns:a16="http://schemas.microsoft.com/office/drawing/2014/main" id="{95051C3C-CDF6-4EF1-8DC7-D2E712806993}"/>
                </a:ext>
              </a:extLst>
            </p:cNvPr>
            <p:cNvSpPr/>
            <p:nvPr/>
          </p:nvSpPr>
          <p:spPr>
            <a:xfrm>
              <a:off x="4297184" y="4574948"/>
              <a:ext cx="234763" cy="152367"/>
            </a:xfrm>
            <a:custGeom>
              <a:avLst/>
              <a:gdLst>
                <a:gd name="connsiteX0" fmla="*/ 234413 w 234763"/>
                <a:gd name="connsiteY0" fmla="*/ 51209 h 152367"/>
                <a:gd name="connsiteX1" fmla="*/ 223613 w 234763"/>
                <a:gd name="connsiteY1" fmla="*/ 136295 h 152367"/>
                <a:gd name="connsiteX2" fmla="*/ 205615 w 234763"/>
                <a:gd name="connsiteY2" fmla="*/ 152002 h 152367"/>
                <a:gd name="connsiteX3" fmla="*/ 191543 w 234763"/>
                <a:gd name="connsiteY3" fmla="*/ 138585 h 152367"/>
                <a:gd name="connsiteX4" fmla="*/ 191543 w 234763"/>
                <a:gd name="connsiteY4" fmla="*/ 138258 h 152367"/>
                <a:gd name="connsiteX5" fmla="*/ 191543 w 234763"/>
                <a:gd name="connsiteY5" fmla="*/ 136295 h 152367"/>
                <a:gd name="connsiteX6" fmla="*/ 201033 w 234763"/>
                <a:gd name="connsiteY6" fmla="*/ 57753 h 152367"/>
                <a:gd name="connsiteX7" fmla="*/ 201033 w 234763"/>
                <a:gd name="connsiteY7" fmla="*/ 53172 h 152367"/>
                <a:gd name="connsiteX8" fmla="*/ 172889 w 234763"/>
                <a:gd name="connsiteY8" fmla="*/ 29282 h 152367"/>
                <a:gd name="connsiteX9" fmla="*/ 135255 w 234763"/>
                <a:gd name="connsiteY9" fmla="*/ 63645 h 152367"/>
                <a:gd name="connsiteX10" fmla="*/ 126092 w 234763"/>
                <a:gd name="connsiteY10" fmla="*/ 136949 h 152367"/>
                <a:gd name="connsiteX11" fmla="*/ 109730 w 234763"/>
                <a:gd name="connsiteY11" fmla="*/ 152002 h 152367"/>
                <a:gd name="connsiteX12" fmla="*/ 95985 w 234763"/>
                <a:gd name="connsiteY12" fmla="*/ 139600 h 152367"/>
                <a:gd name="connsiteX13" fmla="*/ 95985 w 234763"/>
                <a:gd name="connsiteY13" fmla="*/ 139240 h 152367"/>
                <a:gd name="connsiteX14" fmla="*/ 95985 w 234763"/>
                <a:gd name="connsiteY14" fmla="*/ 137277 h 152367"/>
                <a:gd name="connsiteX15" fmla="*/ 105803 w 234763"/>
                <a:gd name="connsiteY15" fmla="*/ 60372 h 152367"/>
                <a:gd name="connsiteX16" fmla="*/ 105803 w 234763"/>
                <a:gd name="connsiteY16" fmla="*/ 53500 h 152367"/>
                <a:gd name="connsiteX17" fmla="*/ 86494 w 234763"/>
                <a:gd name="connsiteY17" fmla="*/ 29249 h 152367"/>
                <a:gd name="connsiteX18" fmla="*/ 81259 w 234763"/>
                <a:gd name="connsiteY18" fmla="*/ 29282 h 152367"/>
                <a:gd name="connsiteX19" fmla="*/ 40843 w 234763"/>
                <a:gd name="connsiteY19" fmla="*/ 62499 h 152367"/>
                <a:gd name="connsiteX20" fmla="*/ 40679 w 234763"/>
                <a:gd name="connsiteY20" fmla="*/ 65608 h 152367"/>
                <a:gd name="connsiteX21" fmla="*/ 32171 w 234763"/>
                <a:gd name="connsiteY21" fmla="*/ 136295 h 152367"/>
                <a:gd name="connsiteX22" fmla="*/ 13844 w 234763"/>
                <a:gd name="connsiteY22" fmla="*/ 152002 h 152367"/>
                <a:gd name="connsiteX23" fmla="*/ -228 w 234763"/>
                <a:gd name="connsiteY23" fmla="*/ 137603 h 152367"/>
                <a:gd name="connsiteX24" fmla="*/ -228 w 234763"/>
                <a:gd name="connsiteY24" fmla="*/ 135967 h 152367"/>
                <a:gd name="connsiteX25" fmla="*/ 14499 w 234763"/>
                <a:gd name="connsiteY25" fmla="*/ 15865 h 152367"/>
                <a:gd name="connsiteX26" fmla="*/ 32497 w 234763"/>
                <a:gd name="connsiteY26" fmla="*/ -170 h 152367"/>
                <a:gd name="connsiteX27" fmla="*/ 46897 w 234763"/>
                <a:gd name="connsiteY27" fmla="*/ 12920 h 152367"/>
                <a:gd name="connsiteX28" fmla="*/ 46897 w 234763"/>
                <a:gd name="connsiteY28" fmla="*/ 13575 h 152367"/>
                <a:gd name="connsiteX29" fmla="*/ 46897 w 234763"/>
                <a:gd name="connsiteY29" fmla="*/ 19138 h 152367"/>
                <a:gd name="connsiteX30" fmla="*/ 97622 w 234763"/>
                <a:gd name="connsiteY30" fmla="*/ -170 h 152367"/>
                <a:gd name="connsiteX31" fmla="*/ 135255 w 234763"/>
                <a:gd name="connsiteY31" fmla="*/ 21101 h 152367"/>
                <a:gd name="connsiteX32" fmla="*/ 188270 w 234763"/>
                <a:gd name="connsiteY32" fmla="*/ -170 h 152367"/>
                <a:gd name="connsiteX33" fmla="*/ 234413 w 234763"/>
                <a:gd name="connsiteY33" fmla="*/ 41718 h 152367"/>
                <a:gd name="connsiteX34" fmla="*/ 234413 w 234763"/>
                <a:gd name="connsiteY34" fmla="*/ 51209 h 152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4763" h="152367">
                  <a:moveTo>
                    <a:pt x="234413" y="51209"/>
                  </a:moveTo>
                  <a:lnTo>
                    <a:pt x="223613" y="136295"/>
                  </a:lnTo>
                  <a:cubicBezTo>
                    <a:pt x="222206" y="145195"/>
                    <a:pt x="214614" y="151807"/>
                    <a:pt x="205615" y="152002"/>
                  </a:cubicBezTo>
                  <a:cubicBezTo>
                    <a:pt x="198023" y="152199"/>
                    <a:pt x="191739" y="146178"/>
                    <a:pt x="191543" y="138585"/>
                  </a:cubicBezTo>
                  <a:cubicBezTo>
                    <a:pt x="191543" y="138487"/>
                    <a:pt x="191543" y="138356"/>
                    <a:pt x="191543" y="138258"/>
                  </a:cubicBezTo>
                  <a:lnTo>
                    <a:pt x="191543" y="136295"/>
                  </a:lnTo>
                  <a:lnTo>
                    <a:pt x="201033" y="57753"/>
                  </a:lnTo>
                  <a:cubicBezTo>
                    <a:pt x="201360" y="56248"/>
                    <a:pt x="201360" y="54677"/>
                    <a:pt x="201033" y="53172"/>
                  </a:cubicBezTo>
                  <a:cubicBezTo>
                    <a:pt x="201033" y="36482"/>
                    <a:pt x="188598" y="29282"/>
                    <a:pt x="172889" y="29282"/>
                  </a:cubicBezTo>
                  <a:cubicBezTo>
                    <a:pt x="153123" y="28726"/>
                    <a:pt x="136499" y="43911"/>
                    <a:pt x="135255" y="63645"/>
                  </a:cubicBezTo>
                  <a:lnTo>
                    <a:pt x="126092" y="136949"/>
                  </a:lnTo>
                  <a:cubicBezTo>
                    <a:pt x="125111" y="145327"/>
                    <a:pt x="118173" y="151741"/>
                    <a:pt x="109730" y="152002"/>
                  </a:cubicBezTo>
                  <a:cubicBezTo>
                    <a:pt x="102497" y="152363"/>
                    <a:pt x="96377" y="146799"/>
                    <a:pt x="95985" y="139600"/>
                  </a:cubicBezTo>
                  <a:cubicBezTo>
                    <a:pt x="95985" y="139469"/>
                    <a:pt x="95985" y="139371"/>
                    <a:pt x="95985" y="139240"/>
                  </a:cubicBezTo>
                  <a:lnTo>
                    <a:pt x="95985" y="137277"/>
                  </a:lnTo>
                  <a:lnTo>
                    <a:pt x="105803" y="60372"/>
                  </a:lnTo>
                  <a:cubicBezTo>
                    <a:pt x="105966" y="58081"/>
                    <a:pt x="105966" y="55790"/>
                    <a:pt x="105803" y="53500"/>
                  </a:cubicBezTo>
                  <a:cubicBezTo>
                    <a:pt x="107177" y="41457"/>
                    <a:pt x="98504" y="30625"/>
                    <a:pt x="86494" y="29249"/>
                  </a:cubicBezTo>
                  <a:cubicBezTo>
                    <a:pt x="84760" y="29054"/>
                    <a:pt x="82993" y="29054"/>
                    <a:pt x="81259" y="29282"/>
                  </a:cubicBezTo>
                  <a:cubicBezTo>
                    <a:pt x="60936" y="27286"/>
                    <a:pt x="42839" y="42144"/>
                    <a:pt x="40843" y="62499"/>
                  </a:cubicBezTo>
                  <a:cubicBezTo>
                    <a:pt x="40745" y="63514"/>
                    <a:pt x="40679" y="64560"/>
                    <a:pt x="40679" y="65608"/>
                  </a:cubicBezTo>
                  <a:lnTo>
                    <a:pt x="32171" y="136295"/>
                  </a:lnTo>
                  <a:cubicBezTo>
                    <a:pt x="30600" y="145228"/>
                    <a:pt x="22909" y="151839"/>
                    <a:pt x="13844" y="152002"/>
                  </a:cubicBezTo>
                  <a:cubicBezTo>
                    <a:pt x="6023" y="151839"/>
                    <a:pt x="-228" y="145425"/>
                    <a:pt x="-228" y="137603"/>
                  </a:cubicBezTo>
                  <a:lnTo>
                    <a:pt x="-228" y="135967"/>
                  </a:lnTo>
                  <a:lnTo>
                    <a:pt x="14499" y="15865"/>
                  </a:lnTo>
                  <a:cubicBezTo>
                    <a:pt x="15644" y="6768"/>
                    <a:pt x="23334" y="-72"/>
                    <a:pt x="32497" y="-170"/>
                  </a:cubicBezTo>
                  <a:cubicBezTo>
                    <a:pt x="40090" y="-530"/>
                    <a:pt x="46504" y="5328"/>
                    <a:pt x="46897" y="12920"/>
                  </a:cubicBezTo>
                  <a:cubicBezTo>
                    <a:pt x="46897" y="13116"/>
                    <a:pt x="46897" y="13345"/>
                    <a:pt x="46897" y="13575"/>
                  </a:cubicBezTo>
                  <a:cubicBezTo>
                    <a:pt x="47060" y="15439"/>
                    <a:pt x="47060" y="17272"/>
                    <a:pt x="46897" y="19138"/>
                  </a:cubicBezTo>
                  <a:cubicBezTo>
                    <a:pt x="60707" y="6440"/>
                    <a:pt x="78869" y="-465"/>
                    <a:pt x="97622" y="-170"/>
                  </a:cubicBezTo>
                  <a:cubicBezTo>
                    <a:pt x="113395" y="-1708"/>
                    <a:pt x="128448" y="6801"/>
                    <a:pt x="135255" y="21101"/>
                  </a:cubicBezTo>
                  <a:cubicBezTo>
                    <a:pt x="149261" y="7029"/>
                    <a:pt x="168439" y="-661"/>
                    <a:pt x="188270" y="-170"/>
                  </a:cubicBezTo>
                  <a:cubicBezTo>
                    <a:pt x="215760" y="-170"/>
                    <a:pt x="234413" y="12920"/>
                    <a:pt x="234413" y="41718"/>
                  </a:cubicBezTo>
                  <a:cubicBezTo>
                    <a:pt x="234577" y="44893"/>
                    <a:pt x="234577" y="48034"/>
                    <a:pt x="234413" y="51209"/>
                  </a:cubicBezTo>
                  <a:close/>
                </a:path>
              </a:pathLst>
            </a:custGeom>
            <a:solidFill>
              <a:srgbClr val="FFFFFF"/>
            </a:solidFill>
            <a:ln w="32716" cap="flat">
              <a:noFill/>
              <a:prstDash val="solid"/>
              <a:miter/>
            </a:ln>
          </p:spPr>
          <p:txBody>
            <a:bodyPr rtlCol="0" anchor="ctr"/>
            <a:lstStyle/>
            <a:p>
              <a:endParaRPr lang="sv-SE"/>
            </a:p>
          </p:txBody>
        </p:sp>
        <p:sp>
          <p:nvSpPr>
            <p:cNvPr id="62" name="Frihandsfigur: Form 61">
              <a:extLst>
                <a:ext uri="{FF2B5EF4-FFF2-40B4-BE49-F238E27FC236}">
                  <a16:creationId xmlns:a16="http://schemas.microsoft.com/office/drawing/2014/main" id="{EE485065-051E-4B1A-A172-8EC28C1486D1}"/>
                </a:ext>
              </a:extLst>
            </p:cNvPr>
            <p:cNvSpPr/>
            <p:nvPr/>
          </p:nvSpPr>
          <p:spPr>
            <a:xfrm>
              <a:off x="4556369" y="4574940"/>
              <a:ext cx="234329" cy="152363"/>
            </a:xfrm>
            <a:custGeom>
              <a:avLst/>
              <a:gdLst>
                <a:gd name="connsiteX0" fmla="*/ 233758 w 234329"/>
                <a:gd name="connsiteY0" fmla="*/ 51217 h 152363"/>
                <a:gd name="connsiteX1" fmla="*/ 223286 w 234329"/>
                <a:gd name="connsiteY1" fmla="*/ 136303 h 152363"/>
                <a:gd name="connsiteX2" fmla="*/ 205287 w 234329"/>
                <a:gd name="connsiteY2" fmla="*/ 152010 h 152363"/>
                <a:gd name="connsiteX3" fmla="*/ 191216 w 234329"/>
                <a:gd name="connsiteY3" fmla="*/ 138593 h 152363"/>
                <a:gd name="connsiteX4" fmla="*/ 191216 w 234329"/>
                <a:gd name="connsiteY4" fmla="*/ 138266 h 152363"/>
                <a:gd name="connsiteX5" fmla="*/ 191216 w 234329"/>
                <a:gd name="connsiteY5" fmla="*/ 136303 h 152363"/>
                <a:gd name="connsiteX6" fmla="*/ 200705 w 234329"/>
                <a:gd name="connsiteY6" fmla="*/ 57761 h 152363"/>
                <a:gd name="connsiteX7" fmla="*/ 200705 w 234329"/>
                <a:gd name="connsiteY7" fmla="*/ 53180 h 152363"/>
                <a:gd name="connsiteX8" fmla="*/ 172889 w 234329"/>
                <a:gd name="connsiteY8" fmla="*/ 29290 h 152363"/>
                <a:gd name="connsiteX9" fmla="*/ 135254 w 234329"/>
                <a:gd name="connsiteY9" fmla="*/ 63652 h 152363"/>
                <a:gd name="connsiteX10" fmla="*/ 126091 w 234329"/>
                <a:gd name="connsiteY10" fmla="*/ 136957 h 152363"/>
                <a:gd name="connsiteX11" fmla="*/ 109402 w 234329"/>
                <a:gd name="connsiteY11" fmla="*/ 152010 h 152363"/>
                <a:gd name="connsiteX12" fmla="*/ 95985 w 234329"/>
                <a:gd name="connsiteY12" fmla="*/ 139248 h 152363"/>
                <a:gd name="connsiteX13" fmla="*/ 95985 w 234329"/>
                <a:gd name="connsiteY13" fmla="*/ 139248 h 152363"/>
                <a:gd name="connsiteX14" fmla="*/ 95985 w 234329"/>
                <a:gd name="connsiteY14" fmla="*/ 137284 h 152363"/>
                <a:gd name="connsiteX15" fmla="*/ 105802 w 234329"/>
                <a:gd name="connsiteY15" fmla="*/ 60380 h 152363"/>
                <a:gd name="connsiteX16" fmla="*/ 105802 w 234329"/>
                <a:gd name="connsiteY16" fmla="*/ 53508 h 152363"/>
                <a:gd name="connsiteX17" fmla="*/ 86494 w 234329"/>
                <a:gd name="connsiteY17" fmla="*/ 29257 h 152363"/>
                <a:gd name="connsiteX18" fmla="*/ 81258 w 234329"/>
                <a:gd name="connsiteY18" fmla="*/ 29290 h 152363"/>
                <a:gd name="connsiteX19" fmla="*/ 40843 w 234329"/>
                <a:gd name="connsiteY19" fmla="*/ 62507 h 152363"/>
                <a:gd name="connsiteX20" fmla="*/ 40679 w 234329"/>
                <a:gd name="connsiteY20" fmla="*/ 65616 h 152363"/>
                <a:gd name="connsiteX21" fmla="*/ 32170 w 234329"/>
                <a:gd name="connsiteY21" fmla="*/ 136303 h 152363"/>
                <a:gd name="connsiteX22" fmla="*/ 13844 w 234329"/>
                <a:gd name="connsiteY22" fmla="*/ 152010 h 152363"/>
                <a:gd name="connsiteX23" fmla="*/ -228 w 234329"/>
                <a:gd name="connsiteY23" fmla="*/ 137611 h 152363"/>
                <a:gd name="connsiteX24" fmla="*/ -228 w 234329"/>
                <a:gd name="connsiteY24" fmla="*/ 135975 h 152363"/>
                <a:gd name="connsiteX25" fmla="*/ 14498 w 234329"/>
                <a:gd name="connsiteY25" fmla="*/ 15873 h 152363"/>
                <a:gd name="connsiteX26" fmla="*/ 32497 w 234329"/>
                <a:gd name="connsiteY26" fmla="*/ -162 h 152363"/>
                <a:gd name="connsiteX27" fmla="*/ 46864 w 234329"/>
                <a:gd name="connsiteY27" fmla="*/ 12927 h 152363"/>
                <a:gd name="connsiteX28" fmla="*/ 46897 w 234329"/>
                <a:gd name="connsiteY28" fmla="*/ 13583 h 152363"/>
                <a:gd name="connsiteX29" fmla="*/ 46897 w 234329"/>
                <a:gd name="connsiteY29" fmla="*/ 19145 h 152363"/>
                <a:gd name="connsiteX30" fmla="*/ 97293 w 234329"/>
                <a:gd name="connsiteY30" fmla="*/ -162 h 152363"/>
                <a:gd name="connsiteX31" fmla="*/ 135254 w 234329"/>
                <a:gd name="connsiteY31" fmla="*/ 21109 h 152363"/>
                <a:gd name="connsiteX32" fmla="*/ 187943 w 234329"/>
                <a:gd name="connsiteY32" fmla="*/ -162 h 152363"/>
                <a:gd name="connsiteX33" fmla="*/ 234086 w 234329"/>
                <a:gd name="connsiteY33" fmla="*/ 41726 h 152363"/>
                <a:gd name="connsiteX34" fmla="*/ 233758 w 234329"/>
                <a:gd name="connsiteY34" fmla="*/ 51217 h 15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34329" h="152363">
                  <a:moveTo>
                    <a:pt x="233758" y="51217"/>
                  </a:moveTo>
                  <a:lnTo>
                    <a:pt x="223286" y="136303"/>
                  </a:lnTo>
                  <a:cubicBezTo>
                    <a:pt x="221748" y="145138"/>
                    <a:pt x="214253" y="151684"/>
                    <a:pt x="205287" y="152010"/>
                  </a:cubicBezTo>
                  <a:cubicBezTo>
                    <a:pt x="197695" y="152207"/>
                    <a:pt x="191411" y="146186"/>
                    <a:pt x="191216" y="138593"/>
                  </a:cubicBezTo>
                  <a:cubicBezTo>
                    <a:pt x="191216" y="138495"/>
                    <a:pt x="191216" y="138364"/>
                    <a:pt x="191216" y="138266"/>
                  </a:cubicBezTo>
                  <a:lnTo>
                    <a:pt x="191216" y="136303"/>
                  </a:lnTo>
                  <a:lnTo>
                    <a:pt x="200705" y="57761"/>
                  </a:lnTo>
                  <a:cubicBezTo>
                    <a:pt x="200869" y="56223"/>
                    <a:pt x="200869" y="54718"/>
                    <a:pt x="200705" y="53180"/>
                  </a:cubicBezTo>
                  <a:cubicBezTo>
                    <a:pt x="200705" y="36490"/>
                    <a:pt x="188269" y="29290"/>
                    <a:pt x="172889" y="29290"/>
                  </a:cubicBezTo>
                  <a:cubicBezTo>
                    <a:pt x="153123" y="28734"/>
                    <a:pt x="136499" y="43919"/>
                    <a:pt x="135254" y="63652"/>
                  </a:cubicBezTo>
                  <a:lnTo>
                    <a:pt x="126091" y="136957"/>
                  </a:lnTo>
                  <a:cubicBezTo>
                    <a:pt x="124979" y="145400"/>
                    <a:pt x="117910" y="151748"/>
                    <a:pt x="109402" y="152010"/>
                  </a:cubicBezTo>
                  <a:cubicBezTo>
                    <a:pt x="102170" y="152207"/>
                    <a:pt x="96180" y="146479"/>
                    <a:pt x="95985" y="139248"/>
                  </a:cubicBezTo>
                  <a:cubicBezTo>
                    <a:pt x="95985" y="139248"/>
                    <a:pt x="95985" y="139248"/>
                    <a:pt x="95985" y="139248"/>
                  </a:cubicBezTo>
                  <a:lnTo>
                    <a:pt x="95985" y="137284"/>
                  </a:lnTo>
                  <a:lnTo>
                    <a:pt x="105802" y="60380"/>
                  </a:lnTo>
                  <a:cubicBezTo>
                    <a:pt x="105966" y="58089"/>
                    <a:pt x="105966" y="55798"/>
                    <a:pt x="105802" y="53508"/>
                  </a:cubicBezTo>
                  <a:cubicBezTo>
                    <a:pt x="107176" y="41464"/>
                    <a:pt x="98504" y="30632"/>
                    <a:pt x="86494" y="29257"/>
                  </a:cubicBezTo>
                  <a:cubicBezTo>
                    <a:pt x="84759" y="29061"/>
                    <a:pt x="82993" y="29061"/>
                    <a:pt x="81258" y="29290"/>
                  </a:cubicBezTo>
                  <a:cubicBezTo>
                    <a:pt x="60935" y="27294"/>
                    <a:pt x="42838" y="42151"/>
                    <a:pt x="40843" y="62507"/>
                  </a:cubicBezTo>
                  <a:cubicBezTo>
                    <a:pt x="40744" y="63521"/>
                    <a:pt x="40679" y="64568"/>
                    <a:pt x="40679" y="65616"/>
                  </a:cubicBezTo>
                  <a:lnTo>
                    <a:pt x="32170" y="136303"/>
                  </a:lnTo>
                  <a:cubicBezTo>
                    <a:pt x="30501" y="145171"/>
                    <a:pt x="22876" y="151715"/>
                    <a:pt x="13844" y="152010"/>
                  </a:cubicBezTo>
                  <a:cubicBezTo>
                    <a:pt x="6022" y="151846"/>
                    <a:pt x="-228" y="145433"/>
                    <a:pt x="-228" y="137611"/>
                  </a:cubicBezTo>
                  <a:lnTo>
                    <a:pt x="-228" y="135975"/>
                  </a:lnTo>
                  <a:lnTo>
                    <a:pt x="14498" y="15873"/>
                  </a:lnTo>
                  <a:cubicBezTo>
                    <a:pt x="15643" y="6775"/>
                    <a:pt x="23334" y="-65"/>
                    <a:pt x="32497" y="-162"/>
                  </a:cubicBezTo>
                  <a:cubicBezTo>
                    <a:pt x="40090" y="-522"/>
                    <a:pt x="46504" y="5335"/>
                    <a:pt x="46864" y="12927"/>
                  </a:cubicBezTo>
                  <a:cubicBezTo>
                    <a:pt x="46897" y="13124"/>
                    <a:pt x="46897" y="13353"/>
                    <a:pt x="46897" y="13583"/>
                  </a:cubicBezTo>
                  <a:cubicBezTo>
                    <a:pt x="47060" y="15447"/>
                    <a:pt x="47060" y="17280"/>
                    <a:pt x="46897" y="19145"/>
                  </a:cubicBezTo>
                  <a:cubicBezTo>
                    <a:pt x="60609" y="6514"/>
                    <a:pt x="78640" y="-391"/>
                    <a:pt x="97293" y="-162"/>
                  </a:cubicBezTo>
                  <a:cubicBezTo>
                    <a:pt x="113165" y="-1733"/>
                    <a:pt x="128318" y="6743"/>
                    <a:pt x="135254" y="21109"/>
                  </a:cubicBezTo>
                  <a:cubicBezTo>
                    <a:pt x="149163" y="7103"/>
                    <a:pt x="168210" y="-588"/>
                    <a:pt x="187943" y="-162"/>
                  </a:cubicBezTo>
                  <a:cubicBezTo>
                    <a:pt x="215760" y="-162"/>
                    <a:pt x="234086" y="12927"/>
                    <a:pt x="234086" y="41726"/>
                  </a:cubicBezTo>
                  <a:cubicBezTo>
                    <a:pt x="234151" y="44901"/>
                    <a:pt x="234020" y="48075"/>
                    <a:pt x="233758" y="51217"/>
                  </a:cubicBezTo>
                  <a:close/>
                </a:path>
              </a:pathLst>
            </a:custGeom>
            <a:solidFill>
              <a:srgbClr val="FFFFFF"/>
            </a:solidFill>
            <a:ln w="32716" cap="flat">
              <a:noFill/>
              <a:prstDash val="solid"/>
              <a:miter/>
            </a:ln>
          </p:spPr>
          <p:txBody>
            <a:bodyPr rtlCol="0" anchor="ctr"/>
            <a:lstStyle/>
            <a:p>
              <a:endParaRPr lang="sv-SE"/>
            </a:p>
          </p:txBody>
        </p:sp>
        <p:sp>
          <p:nvSpPr>
            <p:cNvPr id="63" name="Frihandsfigur: Form 62">
              <a:extLst>
                <a:ext uri="{FF2B5EF4-FFF2-40B4-BE49-F238E27FC236}">
                  <a16:creationId xmlns:a16="http://schemas.microsoft.com/office/drawing/2014/main" id="{CEF49298-9BA7-4B54-970C-B669B1BE289C}"/>
                </a:ext>
              </a:extLst>
            </p:cNvPr>
            <p:cNvSpPr/>
            <p:nvPr/>
          </p:nvSpPr>
          <p:spPr>
            <a:xfrm>
              <a:off x="4809663" y="4575428"/>
              <a:ext cx="140391" cy="152132"/>
            </a:xfrm>
            <a:custGeom>
              <a:avLst/>
              <a:gdLst>
                <a:gd name="connsiteX0" fmla="*/ 140164 w 140391"/>
                <a:gd name="connsiteY0" fmla="*/ 46475 h 152132"/>
                <a:gd name="connsiteX1" fmla="*/ 129038 w 140391"/>
                <a:gd name="connsiteY1" fmla="*/ 135488 h 152132"/>
                <a:gd name="connsiteX2" fmla="*/ 111038 w 140391"/>
                <a:gd name="connsiteY2" fmla="*/ 151523 h 152132"/>
                <a:gd name="connsiteX3" fmla="*/ 96966 w 140391"/>
                <a:gd name="connsiteY3" fmla="*/ 138105 h 152132"/>
                <a:gd name="connsiteX4" fmla="*/ 96966 w 140391"/>
                <a:gd name="connsiteY4" fmla="*/ 137451 h 152132"/>
                <a:gd name="connsiteX5" fmla="*/ 96966 w 140391"/>
                <a:gd name="connsiteY5" fmla="*/ 135160 h 152132"/>
                <a:gd name="connsiteX6" fmla="*/ 45915 w 140391"/>
                <a:gd name="connsiteY6" fmla="*/ 151523 h 152132"/>
                <a:gd name="connsiteX7" fmla="*/ 1 w 140391"/>
                <a:gd name="connsiteY7" fmla="*/ 114837 h 152132"/>
                <a:gd name="connsiteX8" fmla="*/ -228 w 140391"/>
                <a:gd name="connsiteY8" fmla="*/ 111598 h 152132"/>
                <a:gd name="connsiteX9" fmla="*/ 79294 w 140391"/>
                <a:gd name="connsiteY9" fmla="*/ 52693 h 152132"/>
                <a:gd name="connsiteX10" fmla="*/ 106784 w 140391"/>
                <a:gd name="connsiteY10" fmla="*/ 54656 h 152132"/>
                <a:gd name="connsiteX11" fmla="*/ 106784 w 140391"/>
                <a:gd name="connsiteY11" fmla="*/ 47456 h 152132"/>
                <a:gd name="connsiteX12" fmla="*/ 74058 w 140391"/>
                <a:gd name="connsiteY12" fmla="*/ 26512 h 152132"/>
                <a:gd name="connsiteX13" fmla="*/ 39697 w 140391"/>
                <a:gd name="connsiteY13" fmla="*/ 35348 h 152132"/>
                <a:gd name="connsiteX14" fmla="*/ 33479 w 140391"/>
                <a:gd name="connsiteY14" fmla="*/ 37312 h 152132"/>
                <a:gd name="connsiteX15" fmla="*/ 20717 w 140391"/>
                <a:gd name="connsiteY15" fmla="*/ 24548 h 152132"/>
                <a:gd name="connsiteX16" fmla="*/ 30534 w 140391"/>
                <a:gd name="connsiteY16" fmla="*/ 9495 h 152132"/>
                <a:gd name="connsiteX17" fmla="*/ 84858 w 140391"/>
                <a:gd name="connsiteY17" fmla="*/ -322 h 152132"/>
                <a:gd name="connsiteX18" fmla="*/ 139182 w 140391"/>
                <a:gd name="connsiteY18" fmla="*/ 39275 h 152132"/>
                <a:gd name="connsiteX19" fmla="*/ 140164 w 140391"/>
                <a:gd name="connsiteY19" fmla="*/ 46475 h 152132"/>
                <a:gd name="connsiteX20" fmla="*/ 81913 w 140391"/>
                <a:gd name="connsiteY20" fmla="*/ 75927 h 152132"/>
                <a:gd name="connsiteX21" fmla="*/ 33479 w 140391"/>
                <a:gd name="connsiteY21" fmla="*/ 104072 h 152132"/>
                <a:gd name="connsiteX22" fmla="*/ 57369 w 140391"/>
                <a:gd name="connsiteY22" fmla="*/ 123379 h 152132"/>
                <a:gd name="connsiteX23" fmla="*/ 100239 w 140391"/>
                <a:gd name="connsiteY23" fmla="*/ 110944 h 152132"/>
                <a:gd name="connsiteX24" fmla="*/ 103838 w 140391"/>
                <a:gd name="connsiteY24" fmla="*/ 78218 h 152132"/>
                <a:gd name="connsiteX25" fmla="*/ 81913 w 140391"/>
                <a:gd name="connsiteY25" fmla="*/ 75927 h 152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391" h="152132">
                  <a:moveTo>
                    <a:pt x="140164" y="46475"/>
                  </a:moveTo>
                  <a:lnTo>
                    <a:pt x="129038" y="135488"/>
                  </a:lnTo>
                  <a:cubicBezTo>
                    <a:pt x="127892" y="144585"/>
                    <a:pt x="120201" y="151425"/>
                    <a:pt x="111038" y="151523"/>
                  </a:cubicBezTo>
                  <a:cubicBezTo>
                    <a:pt x="103446" y="151719"/>
                    <a:pt x="97163" y="145698"/>
                    <a:pt x="96966" y="138105"/>
                  </a:cubicBezTo>
                  <a:cubicBezTo>
                    <a:pt x="96966" y="137876"/>
                    <a:pt x="96966" y="137680"/>
                    <a:pt x="96966" y="137451"/>
                  </a:cubicBezTo>
                  <a:lnTo>
                    <a:pt x="96966" y="135160"/>
                  </a:lnTo>
                  <a:cubicBezTo>
                    <a:pt x="81651" y="144945"/>
                    <a:pt x="64077" y="150607"/>
                    <a:pt x="45915" y="151523"/>
                  </a:cubicBezTo>
                  <a:cubicBezTo>
                    <a:pt x="23106" y="154075"/>
                    <a:pt x="2553" y="137648"/>
                    <a:pt x="1" y="114837"/>
                  </a:cubicBezTo>
                  <a:cubicBezTo>
                    <a:pt x="-130" y="113758"/>
                    <a:pt x="-195" y="112678"/>
                    <a:pt x="-228" y="111598"/>
                  </a:cubicBezTo>
                  <a:cubicBezTo>
                    <a:pt x="-228" y="71019"/>
                    <a:pt x="44606" y="52693"/>
                    <a:pt x="79294" y="52693"/>
                  </a:cubicBezTo>
                  <a:cubicBezTo>
                    <a:pt x="88490" y="52693"/>
                    <a:pt x="97686" y="53347"/>
                    <a:pt x="106784" y="54656"/>
                  </a:cubicBezTo>
                  <a:cubicBezTo>
                    <a:pt x="106947" y="52267"/>
                    <a:pt x="106947" y="49845"/>
                    <a:pt x="106784" y="47456"/>
                  </a:cubicBezTo>
                  <a:cubicBezTo>
                    <a:pt x="106784" y="28803"/>
                    <a:pt x="89767" y="26512"/>
                    <a:pt x="74058" y="26512"/>
                  </a:cubicBezTo>
                  <a:cubicBezTo>
                    <a:pt x="62049" y="26611"/>
                    <a:pt x="50267" y="29654"/>
                    <a:pt x="39697" y="35348"/>
                  </a:cubicBezTo>
                  <a:cubicBezTo>
                    <a:pt x="37831" y="36559"/>
                    <a:pt x="35704" y="37214"/>
                    <a:pt x="33479" y="37312"/>
                  </a:cubicBezTo>
                  <a:cubicBezTo>
                    <a:pt x="26443" y="37312"/>
                    <a:pt x="20717" y="31585"/>
                    <a:pt x="20717" y="24548"/>
                  </a:cubicBezTo>
                  <a:cubicBezTo>
                    <a:pt x="20782" y="18037"/>
                    <a:pt x="24611" y="12178"/>
                    <a:pt x="30534" y="9495"/>
                  </a:cubicBezTo>
                  <a:cubicBezTo>
                    <a:pt x="47813" y="2656"/>
                    <a:pt x="66270" y="-683"/>
                    <a:pt x="84858" y="-322"/>
                  </a:cubicBezTo>
                  <a:cubicBezTo>
                    <a:pt x="111366" y="-322"/>
                    <a:pt x="139182" y="7531"/>
                    <a:pt x="139182" y="39275"/>
                  </a:cubicBezTo>
                  <a:cubicBezTo>
                    <a:pt x="139673" y="41664"/>
                    <a:pt x="140000" y="44053"/>
                    <a:pt x="140164" y="46475"/>
                  </a:cubicBezTo>
                  <a:close/>
                  <a:moveTo>
                    <a:pt x="81913" y="75927"/>
                  </a:moveTo>
                  <a:cubicBezTo>
                    <a:pt x="64895" y="75927"/>
                    <a:pt x="33479" y="81491"/>
                    <a:pt x="33479" y="104072"/>
                  </a:cubicBezTo>
                  <a:cubicBezTo>
                    <a:pt x="33479" y="117816"/>
                    <a:pt x="45261" y="123379"/>
                    <a:pt x="57369" y="123379"/>
                  </a:cubicBezTo>
                  <a:cubicBezTo>
                    <a:pt x="72520" y="123118"/>
                    <a:pt x="87313" y="118830"/>
                    <a:pt x="100239" y="110944"/>
                  </a:cubicBezTo>
                  <a:lnTo>
                    <a:pt x="103838" y="78218"/>
                  </a:lnTo>
                  <a:cubicBezTo>
                    <a:pt x="96639" y="76647"/>
                    <a:pt x="89276" y="75862"/>
                    <a:pt x="81913" y="75927"/>
                  </a:cubicBezTo>
                  <a:close/>
                </a:path>
              </a:pathLst>
            </a:custGeom>
            <a:solidFill>
              <a:srgbClr val="FFFFFF"/>
            </a:solidFill>
            <a:ln w="32716" cap="flat">
              <a:noFill/>
              <a:prstDash val="solid"/>
              <a:miter/>
            </a:ln>
          </p:spPr>
          <p:txBody>
            <a:bodyPr rtlCol="0" anchor="ctr"/>
            <a:lstStyle/>
            <a:p>
              <a:endParaRPr lang="sv-SE"/>
            </a:p>
          </p:txBody>
        </p:sp>
        <p:sp>
          <p:nvSpPr>
            <p:cNvPr id="64" name="Frihandsfigur: Form 63">
              <a:extLst>
                <a:ext uri="{FF2B5EF4-FFF2-40B4-BE49-F238E27FC236}">
                  <a16:creationId xmlns:a16="http://schemas.microsoft.com/office/drawing/2014/main" id="{D637AA7A-75D7-49FC-BF3C-36F5F3C21985}"/>
                </a:ext>
              </a:extLst>
            </p:cNvPr>
            <p:cNvSpPr/>
            <p:nvPr/>
          </p:nvSpPr>
          <p:spPr>
            <a:xfrm>
              <a:off x="3149462" y="4825475"/>
              <a:ext cx="164031" cy="242167"/>
            </a:xfrm>
            <a:custGeom>
              <a:avLst/>
              <a:gdLst>
                <a:gd name="connsiteX0" fmla="*/ 148717 w 164031"/>
                <a:gd name="connsiteY0" fmla="*/ 28122 h 242167"/>
                <a:gd name="connsiteX1" fmla="*/ 58395 w 164031"/>
                <a:gd name="connsiteY1" fmla="*/ 28122 h 242167"/>
                <a:gd name="connsiteX2" fmla="*/ 49559 w 164031"/>
                <a:gd name="connsiteY2" fmla="*/ 102409 h 242167"/>
                <a:gd name="connsiteX3" fmla="*/ 135954 w 164031"/>
                <a:gd name="connsiteY3" fmla="*/ 102409 h 242167"/>
                <a:gd name="connsiteX4" fmla="*/ 148717 w 164031"/>
                <a:gd name="connsiteY4" fmla="*/ 114517 h 242167"/>
                <a:gd name="connsiteX5" fmla="*/ 148717 w 164031"/>
                <a:gd name="connsiteY5" fmla="*/ 114845 h 242167"/>
                <a:gd name="connsiteX6" fmla="*/ 131700 w 164031"/>
                <a:gd name="connsiteY6" fmla="*/ 132189 h 242167"/>
                <a:gd name="connsiteX7" fmla="*/ 45959 w 164031"/>
                <a:gd name="connsiteY7" fmla="*/ 132189 h 242167"/>
                <a:gd name="connsiteX8" fmla="*/ 35814 w 164031"/>
                <a:gd name="connsiteY8" fmla="*/ 212039 h 242167"/>
                <a:gd name="connsiteX9" fmla="*/ 133990 w 164031"/>
                <a:gd name="connsiteY9" fmla="*/ 212039 h 242167"/>
                <a:gd name="connsiteX10" fmla="*/ 147080 w 164031"/>
                <a:gd name="connsiteY10" fmla="*/ 224474 h 242167"/>
                <a:gd name="connsiteX11" fmla="*/ 147080 w 164031"/>
                <a:gd name="connsiteY11" fmla="*/ 224802 h 242167"/>
                <a:gd name="connsiteX12" fmla="*/ 130063 w 164031"/>
                <a:gd name="connsiteY12" fmla="*/ 241818 h 242167"/>
                <a:gd name="connsiteX13" fmla="*/ 14215 w 164031"/>
                <a:gd name="connsiteY13" fmla="*/ 241818 h 242167"/>
                <a:gd name="connsiteX14" fmla="*/ -216 w 164031"/>
                <a:gd name="connsiteY14" fmla="*/ 226144 h 242167"/>
                <a:gd name="connsiteX15" fmla="*/ -184 w 164031"/>
                <a:gd name="connsiteY15" fmla="*/ 225783 h 242167"/>
                <a:gd name="connsiteX16" fmla="*/ -184 w 164031"/>
                <a:gd name="connsiteY16" fmla="*/ 225783 h 242167"/>
                <a:gd name="connsiteX17" fmla="*/ 25343 w 164031"/>
                <a:gd name="connsiteY17" fmla="*/ 18305 h 242167"/>
                <a:gd name="connsiteX18" fmla="*/ 45305 w 164031"/>
                <a:gd name="connsiteY18" fmla="*/ -349 h 242167"/>
                <a:gd name="connsiteX19" fmla="*/ 151662 w 164031"/>
                <a:gd name="connsiteY19" fmla="*/ -349 h 242167"/>
                <a:gd name="connsiteX20" fmla="*/ 163803 w 164031"/>
                <a:gd name="connsiteY20" fmla="*/ 11728 h 242167"/>
                <a:gd name="connsiteX21" fmla="*/ 163770 w 164031"/>
                <a:gd name="connsiteY21" fmla="*/ 12415 h 242167"/>
                <a:gd name="connsiteX22" fmla="*/ 148717 w 164031"/>
                <a:gd name="connsiteY22" fmla="*/ 28122 h 24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031" h="242167">
                  <a:moveTo>
                    <a:pt x="148717" y="28122"/>
                  </a:moveTo>
                  <a:lnTo>
                    <a:pt x="58395" y="28122"/>
                  </a:lnTo>
                  <a:lnTo>
                    <a:pt x="49559" y="102409"/>
                  </a:lnTo>
                  <a:lnTo>
                    <a:pt x="135954" y="102409"/>
                  </a:lnTo>
                  <a:cubicBezTo>
                    <a:pt x="142827" y="102213"/>
                    <a:pt x="148520" y="107645"/>
                    <a:pt x="148717" y="114517"/>
                  </a:cubicBezTo>
                  <a:cubicBezTo>
                    <a:pt x="148717" y="114615"/>
                    <a:pt x="148717" y="114746"/>
                    <a:pt x="148717" y="114845"/>
                  </a:cubicBezTo>
                  <a:cubicBezTo>
                    <a:pt x="148258" y="124106"/>
                    <a:pt x="140928" y="131534"/>
                    <a:pt x="131700" y="132189"/>
                  </a:cubicBezTo>
                  <a:lnTo>
                    <a:pt x="45959" y="132189"/>
                  </a:lnTo>
                  <a:lnTo>
                    <a:pt x="35814" y="212039"/>
                  </a:lnTo>
                  <a:lnTo>
                    <a:pt x="133990" y="212039"/>
                  </a:lnTo>
                  <a:cubicBezTo>
                    <a:pt x="141026" y="211843"/>
                    <a:pt x="146884" y="217438"/>
                    <a:pt x="147080" y="224474"/>
                  </a:cubicBezTo>
                  <a:cubicBezTo>
                    <a:pt x="147080" y="224573"/>
                    <a:pt x="147080" y="224704"/>
                    <a:pt x="147080" y="224802"/>
                  </a:cubicBezTo>
                  <a:cubicBezTo>
                    <a:pt x="146590" y="233998"/>
                    <a:pt x="139259" y="241328"/>
                    <a:pt x="130063" y="241818"/>
                  </a:cubicBezTo>
                  <a:lnTo>
                    <a:pt x="14215" y="241818"/>
                  </a:lnTo>
                  <a:cubicBezTo>
                    <a:pt x="5903" y="241459"/>
                    <a:pt x="-544" y="234456"/>
                    <a:pt x="-216" y="226144"/>
                  </a:cubicBezTo>
                  <a:cubicBezTo>
                    <a:pt x="-184" y="226045"/>
                    <a:pt x="-184" y="225914"/>
                    <a:pt x="-184" y="225783"/>
                  </a:cubicBezTo>
                  <a:lnTo>
                    <a:pt x="-184" y="225783"/>
                  </a:lnTo>
                  <a:lnTo>
                    <a:pt x="25343" y="18305"/>
                  </a:lnTo>
                  <a:cubicBezTo>
                    <a:pt x="26848" y="8193"/>
                    <a:pt x="35127" y="469"/>
                    <a:pt x="45305" y="-349"/>
                  </a:cubicBezTo>
                  <a:lnTo>
                    <a:pt x="151662" y="-349"/>
                  </a:lnTo>
                  <a:cubicBezTo>
                    <a:pt x="158338" y="-349"/>
                    <a:pt x="163770" y="5051"/>
                    <a:pt x="163803" y="11728"/>
                  </a:cubicBezTo>
                  <a:cubicBezTo>
                    <a:pt x="163803" y="11956"/>
                    <a:pt x="163770" y="12185"/>
                    <a:pt x="163770" y="12415"/>
                  </a:cubicBezTo>
                  <a:cubicBezTo>
                    <a:pt x="163181" y="20596"/>
                    <a:pt x="156865" y="27206"/>
                    <a:pt x="148717" y="28122"/>
                  </a:cubicBezTo>
                  <a:close/>
                </a:path>
              </a:pathLst>
            </a:custGeom>
            <a:solidFill>
              <a:srgbClr val="FFFFFF"/>
            </a:solidFill>
            <a:ln w="32716" cap="flat">
              <a:noFill/>
              <a:prstDash val="solid"/>
              <a:miter/>
            </a:ln>
          </p:spPr>
          <p:txBody>
            <a:bodyPr rtlCol="0" anchor="ctr"/>
            <a:lstStyle/>
            <a:p>
              <a:endParaRPr lang="sv-SE"/>
            </a:p>
          </p:txBody>
        </p:sp>
        <p:sp>
          <p:nvSpPr>
            <p:cNvPr id="65" name="Frihandsfigur: Form 64">
              <a:extLst>
                <a:ext uri="{FF2B5EF4-FFF2-40B4-BE49-F238E27FC236}">
                  <a16:creationId xmlns:a16="http://schemas.microsoft.com/office/drawing/2014/main" id="{51CD3F78-D2A7-481D-8904-369564284FD4}"/>
                </a:ext>
              </a:extLst>
            </p:cNvPr>
            <p:cNvSpPr/>
            <p:nvPr/>
          </p:nvSpPr>
          <p:spPr>
            <a:xfrm>
              <a:off x="3320333" y="4922982"/>
              <a:ext cx="141701" cy="150551"/>
            </a:xfrm>
            <a:custGeom>
              <a:avLst/>
              <a:gdLst>
                <a:gd name="connsiteX0" fmla="*/ 141146 w 141701"/>
                <a:gd name="connsiteY0" fmla="*/ 47773 h 150551"/>
                <a:gd name="connsiteX1" fmla="*/ 130673 w 141701"/>
                <a:gd name="connsiteY1" fmla="*/ 132531 h 150551"/>
                <a:gd name="connsiteX2" fmla="*/ 113002 w 141701"/>
                <a:gd name="connsiteY2" fmla="*/ 148566 h 150551"/>
                <a:gd name="connsiteX3" fmla="*/ 98276 w 141701"/>
                <a:gd name="connsiteY3" fmla="*/ 135182 h 150551"/>
                <a:gd name="connsiteX4" fmla="*/ 98276 w 141701"/>
                <a:gd name="connsiteY4" fmla="*/ 134167 h 150551"/>
                <a:gd name="connsiteX5" fmla="*/ 98276 w 141701"/>
                <a:gd name="connsiteY5" fmla="*/ 134167 h 150551"/>
                <a:gd name="connsiteX6" fmla="*/ 107766 w 141701"/>
                <a:gd name="connsiteY6" fmla="*/ 58572 h 150551"/>
                <a:gd name="connsiteX7" fmla="*/ 107766 w 141701"/>
                <a:gd name="connsiteY7" fmla="*/ 52027 h 150551"/>
                <a:gd name="connsiteX8" fmla="*/ 86757 w 141701"/>
                <a:gd name="connsiteY8" fmla="*/ 27352 h 150551"/>
                <a:gd name="connsiteX9" fmla="*/ 81913 w 141701"/>
                <a:gd name="connsiteY9" fmla="*/ 27483 h 150551"/>
                <a:gd name="connsiteX10" fmla="*/ 41334 w 141701"/>
                <a:gd name="connsiteY10" fmla="*/ 61844 h 150551"/>
                <a:gd name="connsiteX11" fmla="*/ 32171 w 141701"/>
                <a:gd name="connsiteY11" fmla="*/ 134495 h 150551"/>
                <a:gd name="connsiteX12" fmla="*/ 14171 w 141701"/>
                <a:gd name="connsiteY12" fmla="*/ 150203 h 150551"/>
                <a:gd name="connsiteX13" fmla="*/ -228 w 141701"/>
                <a:gd name="connsiteY13" fmla="*/ 136130 h 150551"/>
                <a:gd name="connsiteX14" fmla="*/ -228 w 141701"/>
                <a:gd name="connsiteY14" fmla="*/ 136130 h 150551"/>
                <a:gd name="connsiteX15" fmla="*/ 14826 w 141701"/>
                <a:gd name="connsiteY15" fmla="*/ 15702 h 150551"/>
                <a:gd name="connsiteX16" fmla="*/ 32497 w 141701"/>
                <a:gd name="connsiteY16" fmla="*/ -334 h 150551"/>
                <a:gd name="connsiteX17" fmla="*/ 47552 w 141701"/>
                <a:gd name="connsiteY17" fmla="*/ 13379 h 150551"/>
                <a:gd name="connsiteX18" fmla="*/ 47552 w 141701"/>
                <a:gd name="connsiteY18" fmla="*/ 13410 h 150551"/>
                <a:gd name="connsiteX19" fmla="*/ 47552 w 141701"/>
                <a:gd name="connsiteY19" fmla="*/ 18974 h 150551"/>
                <a:gd name="connsiteX20" fmla="*/ 95985 w 141701"/>
                <a:gd name="connsiteY20" fmla="*/ -334 h 150551"/>
                <a:gd name="connsiteX21" fmla="*/ 141473 w 141701"/>
                <a:gd name="connsiteY21" fmla="*/ 41227 h 150551"/>
                <a:gd name="connsiteX22" fmla="*/ 141146 w 141701"/>
                <a:gd name="connsiteY22" fmla="*/ 47773 h 150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701" h="150551">
                  <a:moveTo>
                    <a:pt x="141146" y="47773"/>
                  </a:moveTo>
                  <a:lnTo>
                    <a:pt x="130673" y="132531"/>
                  </a:lnTo>
                  <a:cubicBezTo>
                    <a:pt x="129430" y="141433"/>
                    <a:pt x="122002" y="148174"/>
                    <a:pt x="113002" y="148566"/>
                  </a:cubicBezTo>
                  <a:cubicBezTo>
                    <a:pt x="105247" y="148927"/>
                    <a:pt x="98636" y="142938"/>
                    <a:pt x="98276" y="135182"/>
                  </a:cubicBezTo>
                  <a:cubicBezTo>
                    <a:pt x="98276" y="134822"/>
                    <a:pt x="98276" y="134495"/>
                    <a:pt x="98276" y="134167"/>
                  </a:cubicBezTo>
                  <a:lnTo>
                    <a:pt x="98276" y="134167"/>
                  </a:lnTo>
                  <a:lnTo>
                    <a:pt x="107766" y="58572"/>
                  </a:lnTo>
                  <a:cubicBezTo>
                    <a:pt x="107962" y="56379"/>
                    <a:pt x="107962" y="54219"/>
                    <a:pt x="107766" y="52027"/>
                  </a:cubicBezTo>
                  <a:cubicBezTo>
                    <a:pt x="108781" y="39428"/>
                    <a:pt x="99388" y="28366"/>
                    <a:pt x="86757" y="27352"/>
                  </a:cubicBezTo>
                  <a:cubicBezTo>
                    <a:pt x="85153" y="27221"/>
                    <a:pt x="83517" y="27253"/>
                    <a:pt x="81913" y="27483"/>
                  </a:cubicBezTo>
                  <a:cubicBezTo>
                    <a:pt x="61231" y="25781"/>
                    <a:pt x="43069" y="41162"/>
                    <a:pt x="41334" y="61844"/>
                  </a:cubicBezTo>
                  <a:lnTo>
                    <a:pt x="32171" y="134495"/>
                  </a:lnTo>
                  <a:cubicBezTo>
                    <a:pt x="30633" y="143330"/>
                    <a:pt x="23139" y="149876"/>
                    <a:pt x="14171" y="150203"/>
                  </a:cubicBezTo>
                  <a:cubicBezTo>
                    <a:pt x="6351" y="150203"/>
                    <a:pt x="-64" y="143952"/>
                    <a:pt x="-228" y="136130"/>
                  </a:cubicBezTo>
                  <a:lnTo>
                    <a:pt x="-228" y="136130"/>
                  </a:lnTo>
                  <a:lnTo>
                    <a:pt x="14826" y="15702"/>
                  </a:lnTo>
                  <a:cubicBezTo>
                    <a:pt x="16070" y="6800"/>
                    <a:pt x="23498" y="59"/>
                    <a:pt x="32497" y="-334"/>
                  </a:cubicBezTo>
                  <a:cubicBezTo>
                    <a:pt x="40450" y="-694"/>
                    <a:pt x="47191" y="5426"/>
                    <a:pt x="47552" y="13379"/>
                  </a:cubicBezTo>
                  <a:cubicBezTo>
                    <a:pt x="47552" y="13379"/>
                    <a:pt x="47552" y="13410"/>
                    <a:pt x="47552" y="13410"/>
                  </a:cubicBezTo>
                  <a:cubicBezTo>
                    <a:pt x="47683" y="15276"/>
                    <a:pt x="47683" y="17109"/>
                    <a:pt x="47552" y="18974"/>
                  </a:cubicBezTo>
                  <a:cubicBezTo>
                    <a:pt x="60642" y="6571"/>
                    <a:pt x="77953" y="-334"/>
                    <a:pt x="95985" y="-334"/>
                  </a:cubicBezTo>
                  <a:cubicBezTo>
                    <a:pt x="122820" y="-334"/>
                    <a:pt x="141473" y="12756"/>
                    <a:pt x="141473" y="41227"/>
                  </a:cubicBezTo>
                  <a:cubicBezTo>
                    <a:pt x="141473" y="41227"/>
                    <a:pt x="141473" y="44500"/>
                    <a:pt x="141146" y="47773"/>
                  </a:cubicBezTo>
                  <a:close/>
                </a:path>
              </a:pathLst>
            </a:custGeom>
            <a:solidFill>
              <a:srgbClr val="FFFFFF"/>
            </a:solidFill>
            <a:ln w="32716" cap="flat">
              <a:noFill/>
              <a:prstDash val="solid"/>
              <a:miter/>
            </a:ln>
          </p:spPr>
          <p:txBody>
            <a:bodyPr rtlCol="0" anchor="ctr"/>
            <a:lstStyle/>
            <a:p>
              <a:endParaRPr lang="sv-SE"/>
            </a:p>
          </p:txBody>
        </p:sp>
        <p:sp>
          <p:nvSpPr>
            <p:cNvPr id="66" name="Frihandsfigur: Form 65">
              <a:extLst>
                <a:ext uri="{FF2B5EF4-FFF2-40B4-BE49-F238E27FC236}">
                  <a16:creationId xmlns:a16="http://schemas.microsoft.com/office/drawing/2014/main" id="{E58C7540-7F2A-41EB-9E25-34E7D2177A1D}"/>
                </a:ext>
              </a:extLst>
            </p:cNvPr>
            <p:cNvSpPr/>
            <p:nvPr/>
          </p:nvSpPr>
          <p:spPr>
            <a:xfrm>
              <a:off x="3476760" y="4919944"/>
              <a:ext cx="155445" cy="215144"/>
            </a:xfrm>
            <a:custGeom>
              <a:avLst/>
              <a:gdLst>
                <a:gd name="connsiteX0" fmla="*/ 140492 w 155445"/>
                <a:gd name="connsiteY0" fmla="*/ 136550 h 215144"/>
                <a:gd name="connsiteX1" fmla="*/ 62965 w 155445"/>
                <a:gd name="connsiteY1" fmla="*/ 214796 h 215144"/>
                <a:gd name="connsiteX2" fmla="*/ 60314 w 155445"/>
                <a:gd name="connsiteY2" fmla="*/ 214764 h 215144"/>
                <a:gd name="connsiteX3" fmla="*/ -228 w 155445"/>
                <a:gd name="connsiteY3" fmla="*/ 189893 h 215144"/>
                <a:gd name="connsiteX4" fmla="*/ 17117 w 155445"/>
                <a:gd name="connsiteY4" fmla="*/ 172548 h 215144"/>
                <a:gd name="connsiteX5" fmla="*/ 24316 w 155445"/>
                <a:gd name="connsiteY5" fmla="*/ 174512 h 215144"/>
                <a:gd name="connsiteX6" fmla="*/ 60969 w 155445"/>
                <a:gd name="connsiteY6" fmla="*/ 186292 h 215144"/>
                <a:gd name="connsiteX7" fmla="*/ 106457 w 155445"/>
                <a:gd name="connsiteY7" fmla="*/ 146695 h 215144"/>
                <a:gd name="connsiteX8" fmla="*/ 108420 w 155445"/>
                <a:gd name="connsiteY8" fmla="*/ 134914 h 215144"/>
                <a:gd name="connsiteX9" fmla="*/ 59660 w 155445"/>
                <a:gd name="connsiteY9" fmla="*/ 150622 h 215144"/>
                <a:gd name="connsiteX10" fmla="*/ 4256 w 155445"/>
                <a:gd name="connsiteY10" fmla="*/ 90899 h 215144"/>
                <a:gd name="connsiteX11" fmla="*/ 4354 w 155445"/>
                <a:gd name="connsiteY11" fmla="*/ 89098 h 215144"/>
                <a:gd name="connsiteX12" fmla="*/ 81585 w 155445"/>
                <a:gd name="connsiteY12" fmla="*/ 85 h 215144"/>
                <a:gd name="connsiteX13" fmla="*/ 122820 w 155445"/>
                <a:gd name="connsiteY13" fmla="*/ 16448 h 215144"/>
                <a:gd name="connsiteX14" fmla="*/ 140819 w 155445"/>
                <a:gd name="connsiteY14" fmla="*/ 85 h 215144"/>
                <a:gd name="connsiteX15" fmla="*/ 155217 w 155445"/>
                <a:gd name="connsiteY15" fmla="*/ 14158 h 215144"/>
                <a:gd name="connsiteX16" fmla="*/ 82568 w 155445"/>
                <a:gd name="connsiteY16" fmla="*/ 29211 h 215144"/>
                <a:gd name="connsiteX17" fmla="*/ 36392 w 155445"/>
                <a:gd name="connsiteY17" fmla="*/ 83502 h 215144"/>
                <a:gd name="connsiteX18" fmla="*/ 36425 w 155445"/>
                <a:gd name="connsiteY18" fmla="*/ 83863 h 215144"/>
                <a:gd name="connsiteX19" fmla="*/ 68267 w 155445"/>
                <a:gd name="connsiteY19" fmla="*/ 122413 h 215144"/>
                <a:gd name="connsiteX20" fmla="*/ 69151 w 155445"/>
                <a:gd name="connsiteY20" fmla="*/ 122478 h 215144"/>
                <a:gd name="connsiteX21" fmla="*/ 115948 w 155445"/>
                <a:gd name="connsiteY21" fmla="*/ 66517 h 215144"/>
                <a:gd name="connsiteX22" fmla="*/ 87411 w 155445"/>
                <a:gd name="connsiteY22" fmla="*/ 30095 h 215144"/>
                <a:gd name="connsiteX23" fmla="*/ 82568 w 155445"/>
                <a:gd name="connsiteY23" fmla="*/ 29865 h 21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5445" h="215144">
                  <a:moveTo>
                    <a:pt x="140492" y="136550"/>
                  </a:moveTo>
                  <a:cubicBezTo>
                    <a:pt x="140687" y="179551"/>
                    <a:pt x="105967" y="214600"/>
                    <a:pt x="62965" y="214796"/>
                  </a:cubicBezTo>
                  <a:cubicBezTo>
                    <a:pt x="62082" y="214796"/>
                    <a:pt x="61198" y="214796"/>
                    <a:pt x="60314" y="214764"/>
                  </a:cubicBezTo>
                  <a:cubicBezTo>
                    <a:pt x="45915" y="214764"/>
                    <a:pt x="-228" y="208546"/>
                    <a:pt x="-228" y="189893"/>
                  </a:cubicBezTo>
                  <a:cubicBezTo>
                    <a:pt x="100" y="180468"/>
                    <a:pt x="7692" y="172875"/>
                    <a:pt x="17117" y="172548"/>
                  </a:cubicBezTo>
                  <a:cubicBezTo>
                    <a:pt x="19637" y="172646"/>
                    <a:pt x="22091" y="173333"/>
                    <a:pt x="24316" y="174512"/>
                  </a:cubicBezTo>
                  <a:cubicBezTo>
                    <a:pt x="35280" y="181613"/>
                    <a:pt x="47911" y="185671"/>
                    <a:pt x="60969" y="186292"/>
                  </a:cubicBezTo>
                  <a:cubicBezTo>
                    <a:pt x="83746" y="185933"/>
                    <a:pt x="102956" y="169210"/>
                    <a:pt x="106457" y="146695"/>
                  </a:cubicBezTo>
                  <a:cubicBezTo>
                    <a:pt x="106457" y="141459"/>
                    <a:pt x="108420" y="134914"/>
                    <a:pt x="108420" y="134914"/>
                  </a:cubicBezTo>
                  <a:cubicBezTo>
                    <a:pt x="94447" y="145582"/>
                    <a:pt x="77233" y="151113"/>
                    <a:pt x="59660" y="150622"/>
                  </a:cubicBezTo>
                  <a:cubicBezTo>
                    <a:pt x="27883" y="149444"/>
                    <a:pt x="3078" y="122707"/>
                    <a:pt x="4256" y="90899"/>
                  </a:cubicBezTo>
                  <a:cubicBezTo>
                    <a:pt x="4288" y="90309"/>
                    <a:pt x="4321" y="89687"/>
                    <a:pt x="4354" y="89098"/>
                  </a:cubicBezTo>
                  <a:cubicBezTo>
                    <a:pt x="2554" y="43708"/>
                    <a:pt x="36392" y="4700"/>
                    <a:pt x="81585" y="85"/>
                  </a:cubicBezTo>
                  <a:cubicBezTo>
                    <a:pt x="97261" y="-2107"/>
                    <a:pt x="112937" y="4111"/>
                    <a:pt x="122820" y="16448"/>
                  </a:cubicBezTo>
                  <a:cubicBezTo>
                    <a:pt x="124063" y="7351"/>
                    <a:pt x="131656" y="479"/>
                    <a:pt x="140819" y="85"/>
                  </a:cubicBezTo>
                  <a:cubicBezTo>
                    <a:pt x="148640" y="85"/>
                    <a:pt x="155055" y="6336"/>
                    <a:pt x="155217" y="14158"/>
                  </a:cubicBezTo>
                  <a:close/>
                  <a:moveTo>
                    <a:pt x="82568" y="29211"/>
                  </a:moveTo>
                  <a:cubicBezTo>
                    <a:pt x="54816" y="31469"/>
                    <a:pt x="34167" y="55751"/>
                    <a:pt x="36392" y="83502"/>
                  </a:cubicBezTo>
                  <a:cubicBezTo>
                    <a:pt x="36392" y="83633"/>
                    <a:pt x="36425" y="83731"/>
                    <a:pt x="36425" y="83863"/>
                  </a:cubicBezTo>
                  <a:cubicBezTo>
                    <a:pt x="34560" y="103301"/>
                    <a:pt x="48828" y="120547"/>
                    <a:pt x="68267" y="122413"/>
                  </a:cubicBezTo>
                  <a:cubicBezTo>
                    <a:pt x="68561" y="122445"/>
                    <a:pt x="68856" y="122445"/>
                    <a:pt x="69151" y="122478"/>
                  </a:cubicBezTo>
                  <a:cubicBezTo>
                    <a:pt x="101876" y="122478"/>
                    <a:pt x="115948" y="95643"/>
                    <a:pt x="115948" y="66517"/>
                  </a:cubicBezTo>
                  <a:cubicBezTo>
                    <a:pt x="118108" y="48585"/>
                    <a:pt x="105344" y="32254"/>
                    <a:pt x="87411" y="30095"/>
                  </a:cubicBezTo>
                  <a:cubicBezTo>
                    <a:pt x="85808" y="29898"/>
                    <a:pt x="84171" y="29833"/>
                    <a:pt x="82568" y="29865"/>
                  </a:cubicBezTo>
                  <a:close/>
                </a:path>
              </a:pathLst>
            </a:custGeom>
            <a:solidFill>
              <a:srgbClr val="FFFFFF"/>
            </a:solidFill>
            <a:ln w="32716" cap="flat">
              <a:noFill/>
              <a:prstDash val="solid"/>
              <a:miter/>
            </a:ln>
          </p:spPr>
          <p:txBody>
            <a:bodyPr rtlCol="0" anchor="ctr"/>
            <a:lstStyle/>
            <a:p>
              <a:endParaRPr lang="sv-SE"/>
            </a:p>
          </p:txBody>
        </p:sp>
        <p:sp>
          <p:nvSpPr>
            <p:cNvPr id="67" name="Frihandsfigur: Form 66">
              <a:extLst>
                <a:ext uri="{FF2B5EF4-FFF2-40B4-BE49-F238E27FC236}">
                  <a16:creationId xmlns:a16="http://schemas.microsoft.com/office/drawing/2014/main" id="{F418E24D-384A-43B0-905D-4A76D308229A}"/>
                </a:ext>
              </a:extLst>
            </p:cNvPr>
            <p:cNvSpPr/>
            <p:nvPr/>
          </p:nvSpPr>
          <p:spPr>
            <a:xfrm>
              <a:off x="3651840" y="4921338"/>
              <a:ext cx="140391" cy="152129"/>
            </a:xfrm>
            <a:custGeom>
              <a:avLst/>
              <a:gdLst>
                <a:gd name="connsiteX0" fmla="*/ 140164 w 140391"/>
                <a:gd name="connsiteY0" fmla="*/ 45162 h 152129"/>
                <a:gd name="connsiteX1" fmla="*/ 129038 w 140391"/>
                <a:gd name="connsiteY1" fmla="*/ 134175 h 152129"/>
                <a:gd name="connsiteX2" fmla="*/ 111038 w 140391"/>
                <a:gd name="connsiteY2" fmla="*/ 150210 h 152129"/>
                <a:gd name="connsiteX3" fmla="*/ 96966 w 140391"/>
                <a:gd name="connsiteY3" fmla="*/ 136792 h 152129"/>
                <a:gd name="connsiteX4" fmla="*/ 96966 w 140391"/>
                <a:gd name="connsiteY4" fmla="*/ 136138 h 152129"/>
                <a:gd name="connsiteX5" fmla="*/ 96966 w 140391"/>
                <a:gd name="connsiteY5" fmla="*/ 135156 h 152129"/>
                <a:gd name="connsiteX6" fmla="*/ 45915 w 140391"/>
                <a:gd name="connsiteY6" fmla="*/ 151519 h 152129"/>
                <a:gd name="connsiteX7" fmla="*/ 2 w 140391"/>
                <a:gd name="connsiteY7" fmla="*/ 114834 h 152129"/>
                <a:gd name="connsiteX8" fmla="*/ -228 w 140391"/>
                <a:gd name="connsiteY8" fmla="*/ 111594 h 152129"/>
                <a:gd name="connsiteX9" fmla="*/ 78968 w 140391"/>
                <a:gd name="connsiteY9" fmla="*/ 52689 h 152129"/>
                <a:gd name="connsiteX10" fmla="*/ 106785 w 140391"/>
                <a:gd name="connsiteY10" fmla="*/ 54652 h 152129"/>
                <a:gd name="connsiteX11" fmla="*/ 106785 w 140391"/>
                <a:gd name="connsiteY11" fmla="*/ 47453 h 152129"/>
                <a:gd name="connsiteX12" fmla="*/ 74059 w 140391"/>
                <a:gd name="connsiteY12" fmla="*/ 26508 h 152129"/>
                <a:gd name="connsiteX13" fmla="*/ 39697 w 140391"/>
                <a:gd name="connsiteY13" fmla="*/ 35345 h 152129"/>
                <a:gd name="connsiteX14" fmla="*/ 33479 w 140391"/>
                <a:gd name="connsiteY14" fmla="*/ 37308 h 152129"/>
                <a:gd name="connsiteX15" fmla="*/ 20717 w 140391"/>
                <a:gd name="connsiteY15" fmla="*/ 24545 h 152129"/>
                <a:gd name="connsiteX16" fmla="*/ 30534 w 140391"/>
                <a:gd name="connsiteY16" fmla="*/ 9491 h 152129"/>
                <a:gd name="connsiteX17" fmla="*/ 84531 w 140391"/>
                <a:gd name="connsiteY17" fmla="*/ -327 h 152129"/>
                <a:gd name="connsiteX18" fmla="*/ 139182 w 140391"/>
                <a:gd name="connsiteY18" fmla="*/ 39271 h 152129"/>
                <a:gd name="connsiteX19" fmla="*/ 140164 w 140391"/>
                <a:gd name="connsiteY19" fmla="*/ 45162 h 152129"/>
                <a:gd name="connsiteX20" fmla="*/ 81913 w 140391"/>
                <a:gd name="connsiteY20" fmla="*/ 74614 h 152129"/>
                <a:gd name="connsiteX21" fmla="*/ 33153 w 140391"/>
                <a:gd name="connsiteY21" fmla="*/ 102759 h 152129"/>
                <a:gd name="connsiteX22" fmla="*/ 57369 w 140391"/>
                <a:gd name="connsiteY22" fmla="*/ 122067 h 152129"/>
                <a:gd name="connsiteX23" fmla="*/ 100239 w 140391"/>
                <a:gd name="connsiteY23" fmla="*/ 109631 h 152129"/>
                <a:gd name="connsiteX24" fmla="*/ 103839 w 140391"/>
                <a:gd name="connsiteY24" fmla="*/ 76905 h 152129"/>
                <a:gd name="connsiteX25" fmla="*/ 80931 w 140391"/>
                <a:gd name="connsiteY25" fmla="*/ 74614 h 15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391" h="152129">
                  <a:moveTo>
                    <a:pt x="140164" y="45162"/>
                  </a:moveTo>
                  <a:lnTo>
                    <a:pt x="129038" y="134175"/>
                  </a:lnTo>
                  <a:cubicBezTo>
                    <a:pt x="127892" y="143272"/>
                    <a:pt x="120202" y="150112"/>
                    <a:pt x="111038" y="150210"/>
                  </a:cubicBezTo>
                  <a:cubicBezTo>
                    <a:pt x="103446" y="150407"/>
                    <a:pt x="97163" y="144385"/>
                    <a:pt x="96966" y="136792"/>
                  </a:cubicBezTo>
                  <a:cubicBezTo>
                    <a:pt x="96966" y="136564"/>
                    <a:pt x="96966" y="136367"/>
                    <a:pt x="96966" y="136138"/>
                  </a:cubicBezTo>
                  <a:lnTo>
                    <a:pt x="96966" y="135156"/>
                  </a:lnTo>
                  <a:cubicBezTo>
                    <a:pt x="81651" y="144942"/>
                    <a:pt x="64077" y="150602"/>
                    <a:pt x="45915" y="151519"/>
                  </a:cubicBezTo>
                  <a:cubicBezTo>
                    <a:pt x="23106" y="154072"/>
                    <a:pt x="2554" y="137643"/>
                    <a:pt x="2" y="114834"/>
                  </a:cubicBezTo>
                  <a:cubicBezTo>
                    <a:pt x="-129" y="113754"/>
                    <a:pt x="-195" y="112674"/>
                    <a:pt x="-228" y="111594"/>
                  </a:cubicBezTo>
                  <a:cubicBezTo>
                    <a:pt x="-228" y="71015"/>
                    <a:pt x="44606" y="52689"/>
                    <a:pt x="78968" y="52689"/>
                  </a:cubicBezTo>
                  <a:cubicBezTo>
                    <a:pt x="88262" y="52689"/>
                    <a:pt x="97556" y="53343"/>
                    <a:pt x="106785" y="54652"/>
                  </a:cubicBezTo>
                  <a:cubicBezTo>
                    <a:pt x="106947" y="52264"/>
                    <a:pt x="106947" y="49842"/>
                    <a:pt x="106785" y="47453"/>
                  </a:cubicBezTo>
                  <a:cubicBezTo>
                    <a:pt x="106785" y="28799"/>
                    <a:pt x="89767" y="26508"/>
                    <a:pt x="74059" y="26508"/>
                  </a:cubicBezTo>
                  <a:cubicBezTo>
                    <a:pt x="62082" y="26738"/>
                    <a:pt x="50300" y="29748"/>
                    <a:pt x="39697" y="35345"/>
                  </a:cubicBezTo>
                  <a:cubicBezTo>
                    <a:pt x="37831" y="36555"/>
                    <a:pt x="35705" y="37209"/>
                    <a:pt x="33479" y="37308"/>
                  </a:cubicBezTo>
                  <a:cubicBezTo>
                    <a:pt x="26443" y="37308"/>
                    <a:pt x="20717" y="31581"/>
                    <a:pt x="20717" y="24545"/>
                  </a:cubicBezTo>
                  <a:cubicBezTo>
                    <a:pt x="20782" y="18032"/>
                    <a:pt x="24611" y="12175"/>
                    <a:pt x="30534" y="9491"/>
                  </a:cubicBezTo>
                  <a:cubicBezTo>
                    <a:pt x="47715" y="2684"/>
                    <a:pt x="66074" y="-653"/>
                    <a:pt x="84531" y="-327"/>
                  </a:cubicBezTo>
                  <a:cubicBezTo>
                    <a:pt x="111366" y="-327"/>
                    <a:pt x="139182" y="7528"/>
                    <a:pt x="139182" y="39271"/>
                  </a:cubicBezTo>
                  <a:cubicBezTo>
                    <a:pt x="139608" y="41202"/>
                    <a:pt x="139935" y="43165"/>
                    <a:pt x="140164" y="45162"/>
                  </a:cubicBezTo>
                  <a:close/>
                  <a:moveTo>
                    <a:pt x="81913" y="74614"/>
                  </a:moveTo>
                  <a:cubicBezTo>
                    <a:pt x="64896" y="74614"/>
                    <a:pt x="33153" y="80505"/>
                    <a:pt x="33153" y="102759"/>
                  </a:cubicBezTo>
                  <a:cubicBezTo>
                    <a:pt x="33153" y="116503"/>
                    <a:pt x="45261" y="122067"/>
                    <a:pt x="57369" y="122067"/>
                  </a:cubicBezTo>
                  <a:cubicBezTo>
                    <a:pt x="72521" y="121772"/>
                    <a:pt x="87313" y="117484"/>
                    <a:pt x="100239" y="109631"/>
                  </a:cubicBezTo>
                  <a:lnTo>
                    <a:pt x="103839" y="76905"/>
                  </a:lnTo>
                  <a:cubicBezTo>
                    <a:pt x="96345" y="75073"/>
                    <a:pt x="88621" y="74288"/>
                    <a:pt x="80931" y="74614"/>
                  </a:cubicBezTo>
                  <a:close/>
                </a:path>
              </a:pathLst>
            </a:custGeom>
            <a:solidFill>
              <a:srgbClr val="FFFFFF"/>
            </a:solidFill>
            <a:ln w="32716" cap="flat">
              <a:noFill/>
              <a:prstDash val="solid"/>
              <a:miter/>
            </a:ln>
          </p:spPr>
          <p:txBody>
            <a:bodyPr rtlCol="0" anchor="ctr"/>
            <a:lstStyle/>
            <a:p>
              <a:endParaRPr lang="sv-SE"/>
            </a:p>
          </p:txBody>
        </p:sp>
        <p:sp>
          <p:nvSpPr>
            <p:cNvPr id="68" name="Frihandsfigur: Form 67">
              <a:extLst>
                <a:ext uri="{FF2B5EF4-FFF2-40B4-BE49-F238E27FC236}">
                  <a16:creationId xmlns:a16="http://schemas.microsoft.com/office/drawing/2014/main" id="{866E447B-E82F-4F2F-9EF6-957314E5F44E}"/>
                </a:ext>
              </a:extLst>
            </p:cNvPr>
            <p:cNvSpPr/>
            <p:nvPr/>
          </p:nvSpPr>
          <p:spPr>
            <a:xfrm>
              <a:off x="3806632" y="4919944"/>
              <a:ext cx="155445" cy="215144"/>
            </a:xfrm>
            <a:custGeom>
              <a:avLst/>
              <a:gdLst>
                <a:gd name="connsiteX0" fmla="*/ 140491 w 155445"/>
                <a:gd name="connsiteY0" fmla="*/ 136550 h 215144"/>
                <a:gd name="connsiteX1" fmla="*/ 62311 w 155445"/>
                <a:gd name="connsiteY1" fmla="*/ 214796 h 215144"/>
                <a:gd name="connsiteX2" fmla="*/ 59987 w 155445"/>
                <a:gd name="connsiteY2" fmla="*/ 214764 h 215144"/>
                <a:gd name="connsiteX3" fmla="*/ -228 w 155445"/>
                <a:gd name="connsiteY3" fmla="*/ 189893 h 215144"/>
                <a:gd name="connsiteX4" fmla="*/ 17116 w 155445"/>
                <a:gd name="connsiteY4" fmla="*/ 172548 h 215144"/>
                <a:gd name="connsiteX5" fmla="*/ 24316 w 155445"/>
                <a:gd name="connsiteY5" fmla="*/ 174512 h 215144"/>
                <a:gd name="connsiteX6" fmla="*/ 60968 w 155445"/>
                <a:gd name="connsiteY6" fmla="*/ 186292 h 215144"/>
                <a:gd name="connsiteX7" fmla="*/ 106457 w 155445"/>
                <a:gd name="connsiteY7" fmla="*/ 146695 h 215144"/>
                <a:gd name="connsiteX8" fmla="*/ 108420 w 155445"/>
                <a:gd name="connsiteY8" fmla="*/ 134914 h 215144"/>
                <a:gd name="connsiteX9" fmla="*/ 59332 w 155445"/>
                <a:gd name="connsiteY9" fmla="*/ 150622 h 215144"/>
                <a:gd name="connsiteX10" fmla="*/ 4255 w 155445"/>
                <a:gd name="connsiteY10" fmla="*/ 90604 h 215144"/>
                <a:gd name="connsiteX11" fmla="*/ 4353 w 155445"/>
                <a:gd name="connsiteY11" fmla="*/ 89098 h 215144"/>
                <a:gd name="connsiteX12" fmla="*/ 81585 w 155445"/>
                <a:gd name="connsiteY12" fmla="*/ 85 h 215144"/>
                <a:gd name="connsiteX13" fmla="*/ 122820 w 155445"/>
                <a:gd name="connsiteY13" fmla="*/ 16448 h 215144"/>
                <a:gd name="connsiteX14" fmla="*/ 140818 w 155445"/>
                <a:gd name="connsiteY14" fmla="*/ 85 h 215144"/>
                <a:gd name="connsiteX15" fmla="*/ 155217 w 155445"/>
                <a:gd name="connsiteY15" fmla="*/ 14158 h 215144"/>
                <a:gd name="connsiteX16" fmla="*/ 83549 w 155445"/>
                <a:gd name="connsiteY16" fmla="*/ 29865 h 215144"/>
                <a:gd name="connsiteX17" fmla="*/ 37373 w 155445"/>
                <a:gd name="connsiteY17" fmla="*/ 84156 h 215144"/>
                <a:gd name="connsiteX18" fmla="*/ 37406 w 155445"/>
                <a:gd name="connsiteY18" fmla="*/ 84517 h 215144"/>
                <a:gd name="connsiteX19" fmla="*/ 69313 w 155445"/>
                <a:gd name="connsiteY19" fmla="*/ 123002 h 215144"/>
                <a:gd name="connsiteX20" fmla="*/ 71768 w 155445"/>
                <a:gd name="connsiteY20" fmla="*/ 123133 h 215144"/>
                <a:gd name="connsiteX21" fmla="*/ 118565 w 155445"/>
                <a:gd name="connsiteY21" fmla="*/ 67173 h 215144"/>
                <a:gd name="connsiteX22" fmla="*/ 90879 w 155445"/>
                <a:gd name="connsiteY22" fmla="*/ 30095 h 215144"/>
                <a:gd name="connsiteX23" fmla="*/ 83549 w 155445"/>
                <a:gd name="connsiteY23" fmla="*/ 29865 h 21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5445" h="215144">
                  <a:moveTo>
                    <a:pt x="140491" y="136550"/>
                  </a:moveTo>
                  <a:cubicBezTo>
                    <a:pt x="140524" y="179748"/>
                    <a:pt x="105507" y="214764"/>
                    <a:pt x="62311" y="214796"/>
                  </a:cubicBezTo>
                  <a:cubicBezTo>
                    <a:pt x="61525" y="214796"/>
                    <a:pt x="60772" y="214796"/>
                    <a:pt x="59987" y="214764"/>
                  </a:cubicBezTo>
                  <a:cubicBezTo>
                    <a:pt x="45915" y="214764"/>
                    <a:pt x="-228" y="208546"/>
                    <a:pt x="-228" y="189893"/>
                  </a:cubicBezTo>
                  <a:cubicBezTo>
                    <a:pt x="-64" y="180402"/>
                    <a:pt x="7626" y="172712"/>
                    <a:pt x="17116" y="172548"/>
                  </a:cubicBezTo>
                  <a:cubicBezTo>
                    <a:pt x="19636" y="172679"/>
                    <a:pt x="22091" y="173366"/>
                    <a:pt x="24316" y="174512"/>
                  </a:cubicBezTo>
                  <a:cubicBezTo>
                    <a:pt x="35246" y="181678"/>
                    <a:pt x="47911" y="185736"/>
                    <a:pt x="60968" y="186292"/>
                  </a:cubicBezTo>
                  <a:cubicBezTo>
                    <a:pt x="83746" y="185933"/>
                    <a:pt x="102955" y="169210"/>
                    <a:pt x="106457" y="146695"/>
                  </a:cubicBezTo>
                  <a:cubicBezTo>
                    <a:pt x="106457" y="141459"/>
                    <a:pt x="108420" y="134914"/>
                    <a:pt x="108420" y="134914"/>
                  </a:cubicBezTo>
                  <a:cubicBezTo>
                    <a:pt x="94348" y="145615"/>
                    <a:pt x="77003" y="151178"/>
                    <a:pt x="59332" y="150622"/>
                  </a:cubicBezTo>
                  <a:cubicBezTo>
                    <a:pt x="27556" y="149248"/>
                    <a:pt x="2914" y="122380"/>
                    <a:pt x="4255" y="90604"/>
                  </a:cubicBezTo>
                  <a:cubicBezTo>
                    <a:pt x="4288" y="90113"/>
                    <a:pt x="4321" y="89589"/>
                    <a:pt x="4353" y="89098"/>
                  </a:cubicBezTo>
                  <a:cubicBezTo>
                    <a:pt x="2553" y="43708"/>
                    <a:pt x="36391" y="4700"/>
                    <a:pt x="81585" y="85"/>
                  </a:cubicBezTo>
                  <a:cubicBezTo>
                    <a:pt x="97261" y="-2107"/>
                    <a:pt x="112937" y="4111"/>
                    <a:pt x="122820" y="16448"/>
                  </a:cubicBezTo>
                  <a:cubicBezTo>
                    <a:pt x="123801" y="7220"/>
                    <a:pt x="131557" y="184"/>
                    <a:pt x="140818" y="85"/>
                  </a:cubicBezTo>
                  <a:cubicBezTo>
                    <a:pt x="148640" y="85"/>
                    <a:pt x="155054" y="6336"/>
                    <a:pt x="155217" y="14158"/>
                  </a:cubicBezTo>
                  <a:close/>
                  <a:moveTo>
                    <a:pt x="83549" y="29865"/>
                  </a:moveTo>
                  <a:cubicBezTo>
                    <a:pt x="55798" y="32123"/>
                    <a:pt x="35148" y="56406"/>
                    <a:pt x="37373" y="84156"/>
                  </a:cubicBezTo>
                  <a:cubicBezTo>
                    <a:pt x="37373" y="84288"/>
                    <a:pt x="37406" y="84386"/>
                    <a:pt x="37406" y="84517"/>
                  </a:cubicBezTo>
                  <a:cubicBezTo>
                    <a:pt x="35606" y="103956"/>
                    <a:pt x="49875" y="121169"/>
                    <a:pt x="69313" y="123002"/>
                  </a:cubicBezTo>
                  <a:cubicBezTo>
                    <a:pt x="70131" y="123068"/>
                    <a:pt x="70949" y="123100"/>
                    <a:pt x="71768" y="123133"/>
                  </a:cubicBezTo>
                  <a:cubicBezTo>
                    <a:pt x="104494" y="123133"/>
                    <a:pt x="118565" y="96298"/>
                    <a:pt x="118565" y="67173"/>
                  </a:cubicBezTo>
                  <a:cubicBezTo>
                    <a:pt x="121150" y="49272"/>
                    <a:pt x="108747" y="32680"/>
                    <a:pt x="90879" y="30095"/>
                  </a:cubicBezTo>
                  <a:cubicBezTo>
                    <a:pt x="88457" y="29734"/>
                    <a:pt x="86004" y="29669"/>
                    <a:pt x="83549" y="29865"/>
                  </a:cubicBezTo>
                  <a:close/>
                </a:path>
              </a:pathLst>
            </a:custGeom>
            <a:solidFill>
              <a:srgbClr val="FFFFFF"/>
            </a:solidFill>
            <a:ln w="32716" cap="flat">
              <a:noFill/>
              <a:prstDash val="solid"/>
              <a:miter/>
            </a:ln>
          </p:spPr>
          <p:txBody>
            <a:bodyPr rtlCol="0" anchor="ctr"/>
            <a:lstStyle/>
            <a:p>
              <a:endParaRPr lang="sv-SE"/>
            </a:p>
          </p:txBody>
        </p:sp>
        <p:sp>
          <p:nvSpPr>
            <p:cNvPr id="69" name="Frihandsfigur: Form 68">
              <a:extLst>
                <a:ext uri="{FF2B5EF4-FFF2-40B4-BE49-F238E27FC236}">
                  <a16:creationId xmlns:a16="http://schemas.microsoft.com/office/drawing/2014/main" id="{94D16E08-444C-4822-A425-33226528A864}"/>
                </a:ext>
              </a:extLst>
            </p:cNvPr>
            <p:cNvSpPr/>
            <p:nvPr/>
          </p:nvSpPr>
          <p:spPr>
            <a:xfrm>
              <a:off x="3980934" y="4918512"/>
              <a:ext cx="148219" cy="154645"/>
            </a:xfrm>
            <a:custGeom>
              <a:avLst/>
              <a:gdLst>
                <a:gd name="connsiteX0" fmla="*/ 128179 w 148219"/>
                <a:gd name="connsiteY0" fmla="*/ 82677 h 154645"/>
                <a:gd name="connsiteX1" fmla="*/ 31966 w 148219"/>
                <a:gd name="connsiteY1" fmla="*/ 82677 h 154645"/>
                <a:gd name="connsiteX2" fmla="*/ 31966 w 148219"/>
                <a:gd name="connsiteY2" fmla="*/ 88567 h 154645"/>
                <a:gd name="connsiteX3" fmla="*/ 76472 w 148219"/>
                <a:gd name="connsiteY3" fmla="*/ 127838 h 154645"/>
                <a:gd name="connsiteX4" fmla="*/ 116070 w 148219"/>
                <a:gd name="connsiteY4" fmla="*/ 112130 h 154645"/>
                <a:gd name="connsiteX5" fmla="*/ 125234 w 148219"/>
                <a:gd name="connsiteY5" fmla="*/ 108530 h 154645"/>
                <a:gd name="connsiteX6" fmla="*/ 137636 w 148219"/>
                <a:gd name="connsiteY6" fmla="*/ 118970 h 154645"/>
                <a:gd name="connsiteX7" fmla="*/ 137669 w 148219"/>
                <a:gd name="connsiteY7" fmla="*/ 120311 h 154645"/>
                <a:gd name="connsiteX8" fmla="*/ 131451 w 148219"/>
                <a:gd name="connsiteY8" fmla="*/ 133074 h 154645"/>
                <a:gd name="connsiteX9" fmla="*/ 69600 w 148219"/>
                <a:gd name="connsiteY9" fmla="*/ 153691 h 154645"/>
                <a:gd name="connsiteX10" fmla="*/ 451 w 148219"/>
                <a:gd name="connsiteY10" fmla="*/ 101658 h 154645"/>
                <a:gd name="connsiteX11" fmla="*/ -105 w 148219"/>
                <a:gd name="connsiteY11" fmla="*/ 90858 h 154645"/>
                <a:gd name="connsiteX12" fmla="*/ 81577 w 148219"/>
                <a:gd name="connsiteY12" fmla="*/ 13 h 154645"/>
                <a:gd name="connsiteX13" fmla="*/ 85636 w 148219"/>
                <a:gd name="connsiteY13" fmla="*/ -118 h 154645"/>
                <a:gd name="connsiteX14" fmla="*/ 147748 w 148219"/>
                <a:gd name="connsiteY14" fmla="*/ 51850 h 154645"/>
                <a:gd name="connsiteX15" fmla="*/ 147814 w 148219"/>
                <a:gd name="connsiteY15" fmla="*/ 61406 h 154645"/>
                <a:gd name="connsiteX16" fmla="*/ 147814 w 148219"/>
                <a:gd name="connsiteY16" fmla="*/ 65005 h 154645"/>
                <a:gd name="connsiteX17" fmla="*/ 128179 w 148219"/>
                <a:gd name="connsiteY17" fmla="*/ 82677 h 154645"/>
                <a:gd name="connsiteX18" fmla="*/ 114761 w 148219"/>
                <a:gd name="connsiteY18" fmla="*/ 57479 h 154645"/>
                <a:gd name="connsiteX19" fmla="*/ 86814 w 148219"/>
                <a:gd name="connsiteY19" fmla="*/ 24753 h 154645"/>
                <a:gd name="connsiteX20" fmla="*/ 82036 w 148219"/>
                <a:gd name="connsiteY20" fmla="*/ 24753 h 154645"/>
                <a:gd name="connsiteX21" fmla="*/ 36548 w 148219"/>
                <a:gd name="connsiteY21" fmla="*/ 57479 h 154645"/>
                <a:gd name="connsiteX22" fmla="*/ 115743 w 148219"/>
                <a:gd name="connsiteY22" fmla="*/ 57479 h 154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8219" h="154645">
                  <a:moveTo>
                    <a:pt x="128179" y="82677"/>
                  </a:moveTo>
                  <a:lnTo>
                    <a:pt x="31966" y="82677"/>
                  </a:lnTo>
                  <a:cubicBezTo>
                    <a:pt x="31835" y="84640"/>
                    <a:pt x="31835" y="86604"/>
                    <a:pt x="31966" y="88567"/>
                  </a:cubicBezTo>
                  <a:cubicBezTo>
                    <a:pt x="31966" y="116056"/>
                    <a:pt x="51602" y="127838"/>
                    <a:pt x="76472" y="127838"/>
                  </a:cubicBezTo>
                  <a:cubicBezTo>
                    <a:pt x="91068" y="127151"/>
                    <a:pt x="104976" y="121620"/>
                    <a:pt x="116070" y="112130"/>
                  </a:cubicBezTo>
                  <a:cubicBezTo>
                    <a:pt x="118688" y="110068"/>
                    <a:pt x="121895" y="108792"/>
                    <a:pt x="125234" y="108530"/>
                  </a:cubicBezTo>
                  <a:cubicBezTo>
                    <a:pt x="131549" y="107974"/>
                    <a:pt x="137080" y="112654"/>
                    <a:pt x="137636" y="118970"/>
                  </a:cubicBezTo>
                  <a:cubicBezTo>
                    <a:pt x="137669" y="119395"/>
                    <a:pt x="137669" y="119853"/>
                    <a:pt x="137669" y="120311"/>
                  </a:cubicBezTo>
                  <a:cubicBezTo>
                    <a:pt x="137931" y="125351"/>
                    <a:pt x="135574" y="130161"/>
                    <a:pt x="131451" y="133074"/>
                  </a:cubicBezTo>
                  <a:cubicBezTo>
                    <a:pt x="114172" y="147505"/>
                    <a:pt x="92083" y="154869"/>
                    <a:pt x="69600" y="153691"/>
                  </a:cubicBezTo>
                  <a:cubicBezTo>
                    <a:pt x="36123" y="158403"/>
                    <a:pt x="5164" y="135103"/>
                    <a:pt x="451" y="101658"/>
                  </a:cubicBezTo>
                  <a:cubicBezTo>
                    <a:pt x="-39" y="98058"/>
                    <a:pt x="-236" y="94459"/>
                    <a:pt x="-105" y="90858"/>
                  </a:cubicBezTo>
                  <a:cubicBezTo>
                    <a:pt x="-2625" y="43210"/>
                    <a:pt x="33930" y="2532"/>
                    <a:pt x="81577" y="13"/>
                  </a:cubicBezTo>
                  <a:cubicBezTo>
                    <a:pt x="82920" y="-85"/>
                    <a:pt x="84294" y="-118"/>
                    <a:pt x="85636" y="-118"/>
                  </a:cubicBezTo>
                  <a:cubicBezTo>
                    <a:pt x="117150" y="-2932"/>
                    <a:pt x="144967" y="20335"/>
                    <a:pt x="147748" y="51850"/>
                  </a:cubicBezTo>
                  <a:cubicBezTo>
                    <a:pt x="148043" y="55024"/>
                    <a:pt x="148076" y="58231"/>
                    <a:pt x="147814" y="61406"/>
                  </a:cubicBezTo>
                  <a:lnTo>
                    <a:pt x="147814" y="65005"/>
                  </a:lnTo>
                  <a:cubicBezTo>
                    <a:pt x="146538" y="74921"/>
                    <a:pt x="138193" y="82448"/>
                    <a:pt x="128179" y="82677"/>
                  </a:cubicBezTo>
                  <a:close/>
                  <a:moveTo>
                    <a:pt x="114761" y="57479"/>
                  </a:moveTo>
                  <a:cubicBezTo>
                    <a:pt x="116070" y="40724"/>
                    <a:pt x="103569" y="26062"/>
                    <a:pt x="86814" y="24753"/>
                  </a:cubicBezTo>
                  <a:cubicBezTo>
                    <a:pt x="85211" y="24623"/>
                    <a:pt x="83607" y="24623"/>
                    <a:pt x="82036" y="24753"/>
                  </a:cubicBezTo>
                  <a:cubicBezTo>
                    <a:pt x="61354" y="24590"/>
                    <a:pt x="42962" y="37810"/>
                    <a:pt x="36548" y="57479"/>
                  </a:cubicBezTo>
                  <a:lnTo>
                    <a:pt x="115743" y="57479"/>
                  </a:lnTo>
                  <a:close/>
                </a:path>
              </a:pathLst>
            </a:custGeom>
            <a:solidFill>
              <a:srgbClr val="FFFFFF"/>
            </a:solidFill>
            <a:ln w="32716" cap="flat">
              <a:noFill/>
              <a:prstDash val="solid"/>
              <a:miter/>
            </a:ln>
          </p:spPr>
          <p:txBody>
            <a:bodyPr rtlCol="0" anchor="ctr"/>
            <a:lstStyle/>
            <a:p>
              <a:endParaRPr lang="sv-SE"/>
            </a:p>
          </p:txBody>
        </p:sp>
        <p:sp>
          <p:nvSpPr>
            <p:cNvPr id="70" name="Frihandsfigur: Form 69">
              <a:extLst>
                <a:ext uri="{FF2B5EF4-FFF2-40B4-BE49-F238E27FC236}">
                  <a16:creationId xmlns:a16="http://schemas.microsoft.com/office/drawing/2014/main" id="{3DB1B9B5-CC24-4882-8CEF-A76BDC029538}"/>
                </a:ext>
              </a:extLst>
            </p:cNvPr>
            <p:cNvSpPr/>
            <p:nvPr/>
          </p:nvSpPr>
          <p:spPr>
            <a:xfrm>
              <a:off x="4146975" y="4918399"/>
              <a:ext cx="119447" cy="152189"/>
            </a:xfrm>
            <a:custGeom>
              <a:avLst/>
              <a:gdLst>
                <a:gd name="connsiteX0" fmla="*/ 98276 w 119447"/>
                <a:gd name="connsiteY0" fmla="*/ 39919 h 152189"/>
                <a:gd name="connsiteX1" fmla="*/ 76023 w 119447"/>
                <a:gd name="connsiteY1" fmla="*/ 33702 h 152189"/>
                <a:gd name="connsiteX2" fmla="*/ 40351 w 119447"/>
                <a:gd name="connsiteY2" fmla="*/ 70681 h 152189"/>
                <a:gd name="connsiteX3" fmla="*/ 32170 w 119447"/>
                <a:gd name="connsiteY3" fmla="*/ 136132 h 152189"/>
                <a:gd name="connsiteX4" fmla="*/ 14171 w 119447"/>
                <a:gd name="connsiteY4" fmla="*/ 151841 h 152189"/>
                <a:gd name="connsiteX5" fmla="*/ -228 w 119447"/>
                <a:gd name="connsiteY5" fmla="*/ 137768 h 152189"/>
                <a:gd name="connsiteX6" fmla="*/ -228 w 119447"/>
                <a:gd name="connsiteY6" fmla="*/ 138095 h 152189"/>
                <a:gd name="connsiteX7" fmla="*/ 15153 w 119447"/>
                <a:gd name="connsiteY7" fmla="*/ 15703 h 152189"/>
                <a:gd name="connsiteX8" fmla="*/ 33152 w 119447"/>
                <a:gd name="connsiteY8" fmla="*/ -333 h 152189"/>
                <a:gd name="connsiteX9" fmla="*/ 47551 w 119447"/>
                <a:gd name="connsiteY9" fmla="*/ 12725 h 152189"/>
                <a:gd name="connsiteX10" fmla="*/ 47551 w 119447"/>
                <a:gd name="connsiteY10" fmla="*/ 13740 h 152189"/>
                <a:gd name="connsiteX11" fmla="*/ 47551 w 119447"/>
                <a:gd name="connsiteY11" fmla="*/ 25193 h 152189"/>
                <a:gd name="connsiteX12" fmla="*/ 89439 w 119447"/>
                <a:gd name="connsiteY12" fmla="*/ 2612 h 152189"/>
                <a:gd name="connsiteX13" fmla="*/ 119219 w 119447"/>
                <a:gd name="connsiteY13" fmla="*/ 22575 h 152189"/>
                <a:gd name="connsiteX14" fmla="*/ 98276 w 119447"/>
                <a:gd name="connsiteY14" fmla="*/ 39919 h 152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447" h="152189">
                  <a:moveTo>
                    <a:pt x="98276" y="39919"/>
                  </a:moveTo>
                  <a:cubicBezTo>
                    <a:pt x="90749" y="39919"/>
                    <a:pt x="87149" y="33702"/>
                    <a:pt x="76023" y="33702"/>
                  </a:cubicBezTo>
                  <a:cubicBezTo>
                    <a:pt x="56846" y="35960"/>
                    <a:pt x="41922" y="51438"/>
                    <a:pt x="40351" y="70681"/>
                  </a:cubicBezTo>
                  <a:lnTo>
                    <a:pt x="32170" y="136132"/>
                  </a:lnTo>
                  <a:cubicBezTo>
                    <a:pt x="30632" y="144968"/>
                    <a:pt x="23138" y="151513"/>
                    <a:pt x="14171" y="151841"/>
                  </a:cubicBezTo>
                  <a:cubicBezTo>
                    <a:pt x="6350" y="151841"/>
                    <a:pt x="-64" y="145590"/>
                    <a:pt x="-228" y="137768"/>
                  </a:cubicBezTo>
                  <a:lnTo>
                    <a:pt x="-228" y="138095"/>
                  </a:lnTo>
                  <a:lnTo>
                    <a:pt x="15153" y="15703"/>
                  </a:lnTo>
                  <a:cubicBezTo>
                    <a:pt x="16429" y="6671"/>
                    <a:pt x="24054" y="-103"/>
                    <a:pt x="33152" y="-333"/>
                  </a:cubicBezTo>
                  <a:cubicBezTo>
                    <a:pt x="40745" y="-693"/>
                    <a:pt x="47191" y="5165"/>
                    <a:pt x="47551" y="12725"/>
                  </a:cubicBezTo>
                  <a:cubicBezTo>
                    <a:pt x="47551" y="13084"/>
                    <a:pt x="47551" y="13412"/>
                    <a:pt x="47551" y="13740"/>
                  </a:cubicBezTo>
                  <a:cubicBezTo>
                    <a:pt x="47845" y="17536"/>
                    <a:pt x="47845" y="21397"/>
                    <a:pt x="47551" y="25193"/>
                  </a:cubicBezTo>
                  <a:cubicBezTo>
                    <a:pt x="57467" y="11808"/>
                    <a:pt x="72815" y="3529"/>
                    <a:pt x="89439" y="2612"/>
                  </a:cubicBezTo>
                  <a:cubicBezTo>
                    <a:pt x="101548" y="2612"/>
                    <a:pt x="119219" y="8176"/>
                    <a:pt x="119219" y="22575"/>
                  </a:cubicBezTo>
                  <a:cubicBezTo>
                    <a:pt x="117878" y="32949"/>
                    <a:pt x="108715" y="40509"/>
                    <a:pt x="98276" y="39919"/>
                  </a:cubicBezTo>
                  <a:close/>
                </a:path>
              </a:pathLst>
            </a:custGeom>
            <a:solidFill>
              <a:srgbClr val="FFFFFF"/>
            </a:solidFill>
            <a:ln w="32716" cap="flat">
              <a:noFill/>
              <a:prstDash val="solid"/>
              <a:miter/>
            </a:ln>
          </p:spPr>
          <p:txBody>
            <a:bodyPr rtlCol="0" anchor="ctr"/>
            <a:lstStyle/>
            <a:p>
              <a:endParaRPr lang="sv-SE"/>
            </a:p>
          </p:txBody>
        </p:sp>
        <p:sp>
          <p:nvSpPr>
            <p:cNvPr id="71" name="Frihandsfigur: Form 70">
              <a:extLst>
                <a:ext uri="{FF2B5EF4-FFF2-40B4-BE49-F238E27FC236}">
                  <a16:creationId xmlns:a16="http://schemas.microsoft.com/office/drawing/2014/main" id="{A03F39EC-8B3B-4FCF-B4CE-E3C9EA879CCC}"/>
                </a:ext>
              </a:extLst>
            </p:cNvPr>
            <p:cNvSpPr/>
            <p:nvPr/>
          </p:nvSpPr>
          <p:spPr>
            <a:xfrm>
              <a:off x="4263150" y="4921334"/>
              <a:ext cx="141046" cy="152133"/>
            </a:xfrm>
            <a:custGeom>
              <a:avLst/>
              <a:gdLst>
                <a:gd name="connsiteX0" fmla="*/ 140163 w 141046"/>
                <a:gd name="connsiteY0" fmla="*/ 45166 h 152133"/>
                <a:gd name="connsiteX1" fmla="*/ 129037 w 141046"/>
                <a:gd name="connsiteY1" fmla="*/ 134179 h 152133"/>
                <a:gd name="connsiteX2" fmla="*/ 111038 w 141046"/>
                <a:gd name="connsiteY2" fmla="*/ 150214 h 152133"/>
                <a:gd name="connsiteX3" fmla="*/ 96965 w 141046"/>
                <a:gd name="connsiteY3" fmla="*/ 136797 h 152133"/>
                <a:gd name="connsiteX4" fmla="*/ 96965 w 141046"/>
                <a:gd name="connsiteY4" fmla="*/ 136143 h 152133"/>
                <a:gd name="connsiteX5" fmla="*/ 96965 w 141046"/>
                <a:gd name="connsiteY5" fmla="*/ 135161 h 152133"/>
                <a:gd name="connsiteX6" fmla="*/ 45914 w 141046"/>
                <a:gd name="connsiteY6" fmla="*/ 151524 h 152133"/>
                <a:gd name="connsiteX7" fmla="*/ 1 w 141046"/>
                <a:gd name="connsiteY7" fmla="*/ 114838 h 152133"/>
                <a:gd name="connsiteX8" fmla="*/ -228 w 141046"/>
                <a:gd name="connsiteY8" fmla="*/ 111599 h 152133"/>
                <a:gd name="connsiteX9" fmla="*/ 79294 w 141046"/>
                <a:gd name="connsiteY9" fmla="*/ 52693 h 152133"/>
                <a:gd name="connsiteX10" fmla="*/ 106784 w 141046"/>
                <a:gd name="connsiteY10" fmla="*/ 54657 h 152133"/>
                <a:gd name="connsiteX11" fmla="*/ 106784 w 141046"/>
                <a:gd name="connsiteY11" fmla="*/ 47457 h 152133"/>
                <a:gd name="connsiteX12" fmla="*/ 74058 w 141046"/>
                <a:gd name="connsiteY12" fmla="*/ 26513 h 152133"/>
                <a:gd name="connsiteX13" fmla="*/ 41333 w 141046"/>
                <a:gd name="connsiteY13" fmla="*/ 35349 h 152133"/>
                <a:gd name="connsiteX14" fmla="*/ 35115 w 141046"/>
                <a:gd name="connsiteY14" fmla="*/ 37312 h 152133"/>
                <a:gd name="connsiteX15" fmla="*/ 22352 w 141046"/>
                <a:gd name="connsiteY15" fmla="*/ 24549 h 152133"/>
                <a:gd name="connsiteX16" fmla="*/ 32170 w 141046"/>
                <a:gd name="connsiteY16" fmla="*/ 9496 h 152133"/>
                <a:gd name="connsiteX17" fmla="*/ 86494 w 141046"/>
                <a:gd name="connsiteY17" fmla="*/ -322 h 152133"/>
                <a:gd name="connsiteX18" fmla="*/ 140818 w 141046"/>
                <a:gd name="connsiteY18" fmla="*/ 39276 h 152133"/>
                <a:gd name="connsiteX19" fmla="*/ 140163 w 141046"/>
                <a:gd name="connsiteY19" fmla="*/ 45166 h 152133"/>
                <a:gd name="connsiteX20" fmla="*/ 81912 w 141046"/>
                <a:gd name="connsiteY20" fmla="*/ 74619 h 152133"/>
                <a:gd name="connsiteX21" fmla="*/ 33479 w 141046"/>
                <a:gd name="connsiteY21" fmla="*/ 102763 h 152133"/>
                <a:gd name="connsiteX22" fmla="*/ 57368 w 141046"/>
                <a:gd name="connsiteY22" fmla="*/ 122071 h 152133"/>
                <a:gd name="connsiteX23" fmla="*/ 100238 w 141046"/>
                <a:gd name="connsiteY23" fmla="*/ 109635 h 152133"/>
                <a:gd name="connsiteX24" fmla="*/ 103838 w 141046"/>
                <a:gd name="connsiteY24" fmla="*/ 76910 h 152133"/>
                <a:gd name="connsiteX25" fmla="*/ 81912 w 141046"/>
                <a:gd name="connsiteY25" fmla="*/ 74619 h 15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1046" h="152133">
                  <a:moveTo>
                    <a:pt x="140163" y="45166"/>
                  </a:moveTo>
                  <a:lnTo>
                    <a:pt x="129037" y="134179"/>
                  </a:lnTo>
                  <a:cubicBezTo>
                    <a:pt x="127891" y="143276"/>
                    <a:pt x="120201" y="150116"/>
                    <a:pt x="111038" y="150214"/>
                  </a:cubicBezTo>
                  <a:cubicBezTo>
                    <a:pt x="103446" y="150411"/>
                    <a:pt x="97162" y="144390"/>
                    <a:pt x="96965" y="136797"/>
                  </a:cubicBezTo>
                  <a:cubicBezTo>
                    <a:pt x="96965" y="136568"/>
                    <a:pt x="96965" y="136371"/>
                    <a:pt x="96965" y="136143"/>
                  </a:cubicBezTo>
                  <a:lnTo>
                    <a:pt x="96965" y="135161"/>
                  </a:lnTo>
                  <a:cubicBezTo>
                    <a:pt x="81650" y="144946"/>
                    <a:pt x="64077" y="150607"/>
                    <a:pt x="45914" y="151524"/>
                  </a:cubicBezTo>
                  <a:cubicBezTo>
                    <a:pt x="23105" y="154076"/>
                    <a:pt x="2553" y="137648"/>
                    <a:pt x="1" y="114838"/>
                  </a:cubicBezTo>
                  <a:cubicBezTo>
                    <a:pt x="-130" y="113759"/>
                    <a:pt x="-196" y="112678"/>
                    <a:pt x="-228" y="111599"/>
                  </a:cubicBezTo>
                  <a:cubicBezTo>
                    <a:pt x="-228" y="71019"/>
                    <a:pt x="44606" y="52693"/>
                    <a:pt x="79294" y="52693"/>
                  </a:cubicBezTo>
                  <a:cubicBezTo>
                    <a:pt x="88490" y="52693"/>
                    <a:pt x="97685" y="53348"/>
                    <a:pt x="106784" y="54657"/>
                  </a:cubicBezTo>
                  <a:cubicBezTo>
                    <a:pt x="106947" y="52268"/>
                    <a:pt x="106947" y="49846"/>
                    <a:pt x="106784" y="47457"/>
                  </a:cubicBezTo>
                  <a:cubicBezTo>
                    <a:pt x="106784" y="28804"/>
                    <a:pt x="89767" y="26513"/>
                    <a:pt x="74058" y="26513"/>
                  </a:cubicBezTo>
                  <a:cubicBezTo>
                    <a:pt x="62637" y="27004"/>
                    <a:pt x="51445" y="30014"/>
                    <a:pt x="41333" y="35349"/>
                  </a:cubicBezTo>
                  <a:cubicBezTo>
                    <a:pt x="39467" y="36559"/>
                    <a:pt x="37340" y="37214"/>
                    <a:pt x="35115" y="37312"/>
                  </a:cubicBezTo>
                  <a:cubicBezTo>
                    <a:pt x="28079" y="37312"/>
                    <a:pt x="22352" y="31585"/>
                    <a:pt x="22352" y="24549"/>
                  </a:cubicBezTo>
                  <a:cubicBezTo>
                    <a:pt x="22418" y="18037"/>
                    <a:pt x="26247" y="12179"/>
                    <a:pt x="32170" y="9496"/>
                  </a:cubicBezTo>
                  <a:cubicBezTo>
                    <a:pt x="49448" y="2656"/>
                    <a:pt x="67905" y="-682"/>
                    <a:pt x="86494" y="-322"/>
                  </a:cubicBezTo>
                  <a:cubicBezTo>
                    <a:pt x="113001" y="-322"/>
                    <a:pt x="140818" y="7532"/>
                    <a:pt x="140818" y="39276"/>
                  </a:cubicBezTo>
                  <a:cubicBezTo>
                    <a:pt x="140719" y="41239"/>
                    <a:pt x="140491" y="43203"/>
                    <a:pt x="140163" y="45166"/>
                  </a:cubicBezTo>
                  <a:close/>
                  <a:moveTo>
                    <a:pt x="81912" y="74619"/>
                  </a:moveTo>
                  <a:cubicBezTo>
                    <a:pt x="64895" y="74619"/>
                    <a:pt x="33479" y="80509"/>
                    <a:pt x="33479" y="102763"/>
                  </a:cubicBezTo>
                  <a:cubicBezTo>
                    <a:pt x="33479" y="116507"/>
                    <a:pt x="45260" y="122071"/>
                    <a:pt x="57368" y="122071"/>
                  </a:cubicBezTo>
                  <a:cubicBezTo>
                    <a:pt x="72520" y="121809"/>
                    <a:pt x="87312" y="117522"/>
                    <a:pt x="100238" y="109635"/>
                  </a:cubicBezTo>
                  <a:lnTo>
                    <a:pt x="103838" y="76910"/>
                  </a:lnTo>
                  <a:cubicBezTo>
                    <a:pt x="96672" y="75142"/>
                    <a:pt x="89275" y="74390"/>
                    <a:pt x="81912" y="74619"/>
                  </a:cubicBezTo>
                  <a:close/>
                </a:path>
              </a:pathLst>
            </a:custGeom>
            <a:solidFill>
              <a:srgbClr val="FFFFFF"/>
            </a:solidFill>
            <a:ln w="32716" cap="flat">
              <a:noFill/>
              <a:prstDash val="solid"/>
              <a:miter/>
            </a:ln>
          </p:spPr>
          <p:txBody>
            <a:bodyPr rtlCol="0" anchor="ctr"/>
            <a:lstStyle/>
            <a:p>
              <a:endParaRPr lang="sv-SE"/>
            </a:p>
          </p:txBody>
        </p:sp>
        <p:sp>
          <p:nvSpPr>
            <p:cNvPr id="72" name="Frihandsfigur: Form 71">
              <a:extLst>
                <a:ext uri="{FF2B5EF4-FFF2-40B4-BE49-F238E27FC236}">
                  <a16:creationId xmlns:a16="http://schemas.microsoft.com/office/drawing/2014/main" id="{F59698B2-168C-4C15-B09F-85C8B208853D}"/>
                </a:ext>
              </a:extLst>
            </p:cNvPr>
            <p:cNvSpPr/>
            <p:nvPr/>
          </p:nvSpPr>
          <p:spPr>
            <a:xfrm>
              <a:off x="4422291" y="4821220"/>
              <a:ext cx="163857" cy="250676"/>
            </a:xfrm>
            <a:custGeom>
              <a:avLst/>
              <a:gdLst>
                <a:gd name="connsiteX0" fmla="*/ 136795 w 163857"/>
                <a:gd name="connsiteY0" fmla="*/ 235274 h 250676"/>
                <a:gd name="connsiteX1" fmla="*/ 119778 w 163857"/>
                <a:gd name="connsiteY1" fmla="*/ 250327 h 250676"/>
                <a:gd name="connsiteX2" fmla="*/ 106687 w 163857"/>
                <a:gd name="connsiteY2" fmla="*/ 237237 h 250676"/>
                <a:gd name="connsiteX3" fmla="*/ 106687 w 163857"/>
                <a:gd name="connsiteY3" fmla="*/ 231347 h 250676"/>
                <a:gd name="connsiteX4" fmla="*/ 57273 w 163857"/>
                <a:gd name="connsiteY4" fmla="*/ 250001 h 250676"/>
                <a:gd name="connsiteX5" fmla="*/ -226 w 163857"/>
                <a:gd name="connsiteY5" fmla="*/ 191651 h 250676"/>
                <a:gd name="connsiteX6" fmla="*/ 3 w 163857"/>
                <a:gd name="connsiteY6" fmla="*/ 186840 h 250676"/>
                <a:gd name="connsiteX7" fmla="*/ 78872 w 163857"/>
                <a:gd name="connsiteY7" fmla="*/ 99464 h 250676"/>
                <a:gd name="connsiteX8" fmla="*/ 119123 w 163857"/>
                <a:gd name="connsiteY8" fmla="*/ 113863 h 250676"/>
                <a:gd name="connsiteX9" fmla="*/ 131231 w 163857"/>
                <a:gd name="connsiteY9" fmla="*/ 15687 h 250676"/>
                <a:gd name="connsiteX10" fmla="*/ 149231 w 163857"/>
                <a:gd name="connsiteY10" fmla="*/ -349 h 250676"/>
                <a:gd name="connsiteX11" fmla="*/ 163630 w 163857"/>
                <a:gd name="connsiteY11" fmla="*/ 13724 h 250676"/>
                <a:gd name="connsiteX12" fmla="*/ 136795 w 163857"/>
                <a:gd name="connsiteY12" fmla="*/ 235274 h 250676"/>
                <a:gd name="connsiteX13" fmla="*/ 78872 w 163857"/>
                <a:gd name="connsiteY13" fmla="*/ 128589 h 250676"/>
                <a:gd name="connsiteX14" fmla="*/ 33055 w 163857"/>
                <a:gd name="connsiteY14" fmla="*/ 182587 h 250676"/>
                <a:gd name="connsiteX15" fmla="*/ 33055 w 163857"/>
                <a:gd name="connsiteY15" fmla="*/ 182587 h 250676"/>
                <a:gd name="connsiteX16" fmla="*/ 63916 w 163857"/>
                <a:gd name="connsiteY16" fmla="*/ 221300 h 250676"/>
                <a:gd name="connsiteX17" fmla="*/ 67744 w 163857"/>
                <a:gd name="connsiteY17" fmla="*/ 221529 h 250676"/>
                <a:gd name="connsiteX18" fmla="*/ 114411 w 163857"/>
                <a:gd name="connsiteY18" fmla="*/ 168875 h 250676"/>
                <a:gd name="connsiteX19" fmla="*/ 114214 w 163857"/>
                <a:gd name="connsiteY19" fmla="*/ 166551 h 250676"/>
                <a:gd name="connsiteX20" fmla="*/ 82962 w 163857"/>
                <a:gd name="connsiteY20" fmla="*/ 128720 h 250676"/>
                <a:gd name="connsiteX21" fmla="*/ 78872 w 163857"/>
                <a:gd name="connsiteY21" fmla="*/ 128589 h 250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857" h="250676">
                  <a:moveTo>
                    <a:pt x="136795" y="235274"/>
                  </a:moveTo>
                  <a:cubicBezTo>
                    <a:pt x="135649" y="243815"/>
                    <a:pt x="128417" y="250230"/>
                    <a:pt x="119778" y="250327"/>
                  </a:cubicBezTo>
                  <a:cubicBezTo>
                    <a:pt x="112611" y="250164"/>
                    <a:pt x="106851" y="244404"/>
                    <a:pt x="106687" y="237237"/>
                  </a:cubicBezTo>
                  <a:cubicBezTo>
                    <a:pt x="106687" y="235274"/>
                    <a:pt x="106687" y="233311"/>
                    <a:pt x="106687" y="231347"/>
                  </a:cubicBezTo>
                  <a:cubicBezTo>
                    <a:pt x="93107" y="243521"/>
                    <a:pt x="75500" y="250164"/>
                    <a:pt x="57273" y="250001"/>
                  </a:cubicBezTo>
                  <a:cubicBezTo>
                    <a:pt x="25267" y="249771"/>
                    <a:pt x="-455" y="223656"/>
                    <a:pt x="-226" y="191651"/>
                  </a:cubicBezTo>
                  <a:cubicBezTo>
                    <a:pt x="-226" y="190048"/>
                    <a:pt x="-128" y="188444"/>
                    <a:pt x="3" y="186840"/>
                  </a:cubicBezTo>
                  <a:cubicBezTo>
                    <a:pt x="-1339" y="141287"/>
                    <a:pt x="33416" y="102769"/>
                    <a:pt x="78872" y="99464"/>
                  </a:cubicBezTo>
                  <a:cubicBezTo>
                    <a:pt x="93728" y="98221"/>
                    <a:pt x="108422" y="103489"/>
                    <a:pt x="119123" y="113863"/>
                  </a:cubicBezTo>
                  <a:lnTo>
                    <a:pt x="131231" y="15687"/>
                  </a:lnTo>
                  <a:cubicBezTo>
                    <a:pt x="132377" y="6589"/>
                    <a:pt x="140068" y="-250"/>
                    <a:pt x="149231" y="-349"/>
                  </a:cubicBezTo>
                  <a:cubicBezTo>
                    <a:pt x="157052" y="-349"/>
                    <a:pt x="163466" y="5902"/>
                    <a:pt x="163630" y="13724"/>
                  </a:cubicBezTo>
                  <a:cubicBezTo>
                    <a:pt x="163630" y="13724"/>
                    <a:pt x="163630" y="16014"/>
                    <a:pt x="136795" y="235274"/>
                  </a:cubicBezTo>
                  <a:close/>
                  <a:moveTo>
                    <a:pt x="78872" y="128589"/>
                  </a:moveTo>
                  <a:cubicBezTo>
                    <a:pt x="51316" y="130847"/>
                    <a:pt x="30797" y="155032"/>
                    <a:pt x="33055" y="182587"/>
                  </a:cubicBezTo>
                  <a:cubicBezTo>
                    <a:pt x="33055" y="182587"/>
                    <a:pt x="33055" y="182587"/>
                    <a:pt x="33055" y="182587"/>
                  </a:cubicBezTo>
                  <a:cubicBezTo>
                    <a:pt x="30896" y="201796"/>
                    <a:pt x="44706" y="219140"/>
                    <a:pt x="63916" y="221300"/>
                  </a:cubicBezTo>
                  <a:cubicBezTo>
                    <a:pt x="65192" y="221464"/>
                    <a:pt x="66468" y="221529"/>
                    <a:pt x="67744" y="221529"/>
                  </a:cubicBezTo>
                  <a:cubicBezTo>
                    <a:pt x="95168" y="219893"/>
                    <a:pt x="116047" y="196298"/>
                    <a:pt x="114411" y="168875"/>
                  </a:cubicBezTo>
                  <a:cubicBezTo>
                    <a:pt x="114378" y="168122"/>
                    <a:pt x="114312" y="167337"/>
                    <a:pt x="114214" y="166551"/>
                  </a:cubicBezTo>
                  <a:cubicBezTo>
                    <a:pt x="116014" y="147472"/>
                    <a:pt x="102040" y="130553"/>
                    <a:pt x="82962" y="128720"/>
                  </a:cubicBezTo>
                  <a:cubicBezTo>
                    <a:pt x="81620" y="128622"/>
                    <a:pt x="80246" y="128557"/>
                    <a:pt x="78872" y="128589"/>
                  </a:cubicBezTo>
                  <a:close/>
                </a:path>
              </a:pathLst>
            </a:custGeom>
            <a:solidFill>
              <a:srgbClr val="FFFFFF"/>
            </a:solidFill>
            <a:ln w="32716" cap="flat">
              <a:noFill/>
              <a:prstDash val="solid"/>
              <a:miter/>
            </a:ln>
          </p:spPr>
          <p:txBody>
            <a:bodyPr rtlCol="0" anchor="ctr"/>
            <a:lstStyle/>
            <a:p>
              <a:endParaRPr lang="sv-SE"/>
            </a:p>
          </p:txBody>
        </p:sp>
        <p:sp>
          <p:nvSpPr>
            <p:cNvPr id="73" name="Frihandsfigur: Form 72">
              <a:extLst>
                <a:ext uri="{FF2B5EF4-FFF2-40B4-BE49-F238E27FC236}">
                  <a16:creationId xmlns:a16="http://schemas.microsoft.com/office/drawing/2014/main" id="{96BFFFD8-10C4-46C8-BB1B-BC51558B93F9}"/>
                </a:ext>
              </a:extLst>
            </p:cNvPr>
            <p:cNvSpPr/>
            <p:nvPr/>
          </p:nvSpPr>
          <p:spPr>
            <a:xfrm>
              <a:off x="4592898" y="4918512"/>
              <a:ext cx="148218" cy="154645"/>
            </a:xfrm>
            <a:custGeom>
              <a:avLst/>
              <a:gdLst>
                <a:gd name="connsiteX0" fmla="*/ 128179 w 148218"/>
                <a:gd name="connsiteY0" fmla="*/ 82677 h 154645"/>
                <a:gd name="connsiteX1" fmla="*/ 31966 w 148218"/>
                <a:gd name="connsiteY1" fmla="*/ 82677 h 154645"/>
                <a:gd name="connsiteX2" fmla="*/ 31966 w 148218"/>
                <a:gd name="connsiteY2" fmla="*/ 88567 h 154645"/>
                <a:gd name="connsiteX3" fmla="*/ 76472 w 148218"/>
                <a:gd name="connsiteY3" fmla="*/ 127838 h 154645"/>
                <a:gd name="connsiteX4" fmla="*/ 116069 w 148218"/>
                <a:gd name="connsiteY4" fmla="*/ 112130 h 154645"/>
                <a:gd name="connsiteX5" fmla="*/ 125233 w 148218"/>
                <a:gd name="connsiteY5" fmla="*/ 108530 h 154645"/>
                <a:gd name="connsiteX6" fmla="*/ 137635 w 148218"/>
                <a:gd name="connsiteY6" fmla="*/ 118970 h 154645"/>
                <a:gd name="connsiteX7" fmla="*/ 137668 w 148218"/>
                <a:gd name="connsiteY7" fmla="*/ 120311 h 154645"/>
                <a:gd name="connsiteX8" fmla="*/ 131450 w 148218"/>
                <a:gd name="connsiteY8" fmla="*/ 133074 h 154645"/>
                <a:gd name="connsiteX9" fmla="*/ 69600 w 148218"/>
                <a:gd name="connsiteY9" fmla="*/ 153691 h 154645"/>
                <a:gd name="connsiteX10" fmla="*/ 451 w 148218"/>
                <a:gd name="connsiteY10" fmla="*/ 101658 h 154645"/>
                <a:gd name="connsiteX11" fmla="*/ -105 w 148218"/>
                <a:gd name="connsiteY11" fmla="*/ 90858 h 154645"/>
                <a:gd name="connsiteX12" fmla="*/ 81577 w 148218"/>
                <a:gd name="connsiteY12" fmla="*/ 13 h 154645"/>
                <a:gd name="connsiteX13" fmla="*/ 85635 w 148218"/>
                <a:gd name="connsiteY13" fmla="*/ -118 h 154645"/>
                <a:gd name="connsiteX14" fmla="*/ 147748 w 148218"/>
                <a:gd name="connsiteY14" fmla="*/ 51850 h 154645"/>
                <a:gd name="connsiteX15" fmla="*/ 147813 w 148218"/>
                <a:gd name="connsiteY15" fmla="*/ 61406 h 154645"/>
                <a:gd name="connsiteX16" fmla="*/ 147813 w 148218"/>
                <a:gd name="connsiteY16" fmla="*/ 65005 h 154645"/>
                <a:gd name="connsiteX17" fmla="*/ 128179 w 148218"/>
                <a:gd name="connsiteY17" fmla="*/ 82677 h 154645"/>
                <a:gd name="connsiteX18" fmla="*/ 114761 w 148218"/>
                <a:gd name="connsiteY18" fmla="*/ 57479 h 154645"/>
                <a:gd name="connsiteX19" fmla="*/ 86814 w 148218"/>
                <a:gd name="connsiteY19" fmla="*/ 24753 h 154645"/>
                <a:gd name="connsiteX20" fmla="*/ 82036 w 148218"/>
                <a:gd name="connsiteY20" fmla="*/ 24753 h 154645"/>
                <a:gd name="connsiteX21" fmla="*/ 36547 w 148218"/>
                <a:gd name="connsiteY21" fmla="*/ 57479 h 154645"/>
                <a:gd name="connsiteX22" fmla="*/ 115415 w 148218"/>
                <a:gd name="connsiteY22" fmla="*/ 57479 h 154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8218" h="154645">
                  <a:moveTo>
                    <a:pt x="128179" y="82677"/>
                  </a:moveTo>
                  <a:lnTo>
                    <a:pt x="31966" y="82677"/>
                  </a:lnTo>
                  <a:cubicBezTo>
                    <a:pt x="31835" y="84640"/>
                    <a:pt x="31835" y="86604"/>
                    <a:pt x="31966" y="88567"/>
                  </a:cubicBezTo>
                  <a:cubicBezTo>
                    <a:pt x="31966" y="116056"/>
                    <a:pt x="51601" y="127838"/>
                    <a:pt x="76472" y="127838"/>
                  </a:cubicBezTo>
                  <a:cubicBezTo>
                    <a:pt x="91068" y="127151"/>
                    <a:pt x="104976" y="121620"/>
                    <a:pt x="116069" y="112130"/>
                  </a:cubicBezTo>
                  <a:cubicBezTo>
                    <a:pt x="118688" y="110068"/>
                    <a:pt x="121895" y="108792"/>
                    <a:pt x="125233" y="108530"/>
                  </a:cubicBezTo>
                  <a:cubicBezTo>
                    <a:pt x="131549" y="107974"/>
                    <a:pt x="137079" y="112654"/>
                    <a:pt x="137635" y="118970"/>
                  </a:cubicBezTo>
                  <a:cubicBezTo>
                    <a:pt x="137668" y="119395"/>
                    <a:pt x="137668" y="119853"/>
                    <a:pt x="137668" y="120311"/>
                  </a:cubicBezTo>
                  <a:cubicBezTo>
                    <a:pt x="137930" y="125351"/>
                    <a:pt x="135574" y="130161"/>
                    <a:pt x="131450" y="133074"/>
                  </a:cubicBezTo>
                  <a:cubicBezTo>
                    <a:pt x="114172" y="147505"/>
                    <a:pt x="92082" y="154869"/>
                    <a:pt x="69600" y="153691"/>
                  </a:cubicBezTo>
                  <a:cubicBezTo>
                    <a:pt x="36122" y="158403"/>
                    <a:pt x="5164" y="135103"/>
                    <a:pt x="451" y="101658"/>
                  </a:cubicBezTo>
                  <a:cubicBezTo>
                    <a:pt x="-40" y="98058"/>
                    <a:pt x="-236" y="94459"/>
                    <a:pt x="-105" y="90858"/>
                  </a:cubicBezTo>
                  <a:cubicBezTo>
                    <a:pt x="-2625" y="43210"/>
                    <a:pt x="33930" y="2532"/>
                    <a:pt x="81577" y="13"/>
                  </a:cubicBezTo>
                  <a:cubicBezTo>
                    <a:pt x="82919" y="-85"/>
                    <a:pt x="84294" y="-118"/>
                    <a:pt x="85635" y="-118"/>
                  </a:cubicBezTo>
                  <a:cubicBezTo>
                    <a:pt x="117150" y="-2932"/>
                    <a:pt x="144967" y="20335"/>
                    <a:pt x="147748" y="51850"/>
                  </a:cubicBezTo>
                  <a:cubicBezTo>
                    <a:pt x="148043" y="55024"/>
                    <a:pt x="148075" y="58231"/>
                    <a:pt x="147813" y="61406"/>
                  </a:cubicBezTo>
                  <a:lnTo>
                    <a:pt x="147813" y="65005"/>
                  </a:lnTo>
                  <a:cubicBezTo>
                    <a:pt x="146668" y="75019"/>
                    <a:pt x="138258" y="82579"/>
                    <a:pt x="128179" y="82677"/>
                  </a:cubicBezTo>
                  <a:close/>
                  <a:moveTo>
                    <a:pt x="114761" y="57479"/>
                  </a:moveTo>
                  <a:cubicBezTo>
                    <a:pt x="116069" y="40724"/>
                    <a:pt x="103569" y="26062"/>
                    <a:pt x="86814" y="24753"/>
                  </a:cubicBezTo>
                  <a:cubicBezTo>
                    <a:pt x="85210" y="24623"/>
                    <a:pt x="83639" y="24623"/>
                    <a:pt x="82036" y="24753"/>
                  </a:cubicBezTo>
                  <a:cubicBezTo>
                    <a:pt x="61320" y="24492"/>
                    <a:pt x="42863" y="37746"/>
                    <a:pt x="36547" y="57479"/>
                  </a:cubicBezTo>
                  <a:lnTo>
                    <a:pt x="115415" y="57479"/>
                  </a:lnTo>
                  <a:close/>
                </a:path>
              </a:pathLst>
            </a:custGeom>
            <a:solidFill>
              <a:srgbClr val="FFFFFF"/>
            </a:solidFill>
            <a:ln w="32716" cap="flat">
              <a:noFill/>
              <a:prstDash val="solid"/>
              <a:miter/>
            </a:ln>
          </p:spPr>
          <p:txBody>
            <a:bodyPr rtlCol="0" anchor="ctr"/>
            <a:lstStyle/>
            <a:p>
              <a:endParaRPr lang="sv-SE"/>
            </a:p>
          </p:txBody>
        </p:sp>
        <p:sp>
          <p:nvSpPr>
            <p:cNvPr id="74" name="Frihandsfigur: Form 73">
              <a:extLst>
                <a:ext uri="{FF2B5EF4-FFF2-40B4-BE49-F238E27FC236}">
                  <a16:creationId xmlns:a16="http://schemas.microsoft.com/office/drawing/2014/main" id="{89202679-DBE0-4797-B98F-430ED4FDF639}"/>
                </a:ext>
              </a:extLst>
            </p:cNvPr>
            <p:cNvSpPr/>
            <p:nvPr/>
          </p:nvSpPr>
          <p:spPr>
            <a:xfrm>
              <a:off x="3211358" y="5166795"/>
              <a:ext cx="60868" cy="249386"/>
            </a:xfrm>
            <a:custGeom>
              <a:avLst/>
              <a:gdLst>
                <a:gd name="connsiteX0" fmla="*/ 34133 w 60868"/>
                <a:gd name="connsiteY0" fmla="*/ 230697 h 249386"/>
                <a:gd name="connsiteX1" fmla="*/ 15153 w 60868"/>
                <a:gd name="connsiteY1" fmla="*/ 249024 h 249386"/>
                <a:gd name="connsiteX2" fmla="*/ -228 w 60868"/>
                <a:gd name="connsiteY2" fmla="*/ 234984 h 249386"/>
                <a:gd name="connsiteX3" fmla="*/ -228 w 60868"/>
                <a:gd name="connsiteY3" fmla="*/ 233969 h 249386"/>
                <a:gd name="connsiteX4" fmla="*/ -228 w 60868"/>
                <a:gd name="connsiteY4" fmla="*/ 232006 h 249386"/>
                <a:gd name="connsiteX5" fmla="*/ 26280 w 60868"/>
                <a:gd name="connsiteY5" fmla="*/ 17983 h 249386"/>
                <a:gd name="connsiteX6" fmla="*/ 45915 w 60868"/>
                <a:gd name="connsiteY6" fmla="*/ -344 h 249386"/>
                <a:gd name="connsiteX7" fmla="*/ 60641 w 60868"/>
                <a:gd name="connsiteY7" fmla="*/ 13728 h 249386"/>
                <a:gd name="connsiteX8" fmla="*/ 60641 w 60868"/>
                <a:gd name="connsiteY8" fmla="*/ 14055 h 249386"/>
                <a:gd name="connsiteX9" fmla="*/ 60641 w 60868"/>
                <a:gd name="connsiteY9" fmla="*/ 16674 h 24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868" h="249386">
                  <a:moveTo>
                    <a:pt x="34133" y="230697"/>
                  </a:moveTo>
                  <a:cubicBezTo>
                    <a:pt x="33185" y="240645"/>
                    <a:pt x="25134" y="248434"/>
                    <a:pt x="15153" y="249024"/>
                  </a:cubicBezTo>
                  <a:cubicBezTo>
                    <a:pt x="7037" y="249383"/>
                    <a:pt x="132" y="243100"/>
                    <a:pt x="-228" y="234984"/>
                  </a:cubicBezTo>
                  <a:cubicBezTo>
                    <a:pt x="-228" y="234624"/>
                    <a:pt x="-228" y="234297"/>
                    <a:pt x="-228" y="233969"/>
                  </a:cubicBezTo>
                  <a:lnTo>
                    <a:pt x="-228" y="232006"/>
                  </a:lnTo>
                  <a:cubicBezTo>
                    <a:pt x="-228" y="232006"/>
                    <a:pt x="-228" y="232006"/>
                    <a:pt x="26280" y="17983"/>
                  </a:cubicBezTo>
                  <a:cubicBezTo>
                    <a:pt x="27392" y="7870"/>
                    <a:pt x="35737" y="81"/>
                    <a:pt x="45915" y="-344"/>
                  </a:cubicBezTo>
                  <a:cubicBezTo>
                    <a:pt x="53868" y="-540"/>
                    <a:pt x="60445" y="5776"/>
                    <a:pt x="60641" y="13728"/>
                  </a:cubicBezTo>
                  <a:cubicBezTo>
                    <a:pt x="60641" y="13826"/>
                    <a:pt x="60641" y="13957"/>
                    <a:pt x="60641" y="14055"/>
                  </a:cubicBezTo>
                  <a:lnTo>
                    <a:pt x="60641" y="16674"/>
                  </a:lnTo>
                  <a:close/>
                </a:path>
              </a:pathLst>
            </a:custGeom>
            <a:solidFill>
              <a:srgbClr val="FFFFFF"/>
            </a:solidFill>
            <a:ln w="32716" cap="flat">
              <a:noFill/>
              <a:prstDash val="solid"/>
              <a:miter/>
            </a:ln>
          </p:spPr>
          <p:txBody>
            <a:bodyPr rtlCol="0" anchor="ctr"/>
            <a:lstStyle/>
            <a:p>
              <a:endParaRPr lang="sv-SE"/>
            </a:p>
          </p:txBody>
        </p:sp>
        <p:sp>
          <p:nvSpPr>
            <p:cNvPr id="75" name="Frihandsfigur: Form 74">
              <a:extLst>
                <a:ext uri="{FF2B5EF4-FFF2-40B4-BE49-F238E27FC236}">
                  <a16:creationId xmlns:a16="http://schemas.microsoft.com/office/drawing/2014/main" id="{2B39ADF8-69F5-4DB2-B2B3-438A9104A5A3}"/>
                </a:ext>
              </a:extLst>
            </p:cNvPr>
            <p:cNvSpPr/>
            <p:nvPr/>
          </p:nvSpPr>
          <p:spPr>
            <a:xfrm>
              <a:off x="3297425" y="5264317"/>
              <a:ext cx="141700" cy="152181"/>
            </a:xfrm>
            <a:custGeom>
              <a:avLst/>
              <a:gdLst>
                <a:gd name="connsiteX0" fmla="*/ 141146 w 141700"/>
                <a:gd name="connsiteY0" fmla="*/ 51035 h 152181"/>
                <a:gd name="connsiteX1" fmla="*/ 130673 w 141700"/>
                <a:gd name="connsiteY1" fmla="*/ 135793 h 152181"/>
                <a:gd name="connsiteX2" fmla="*/ 112674 w 141700"/>
                <a:gd name="connsiteY2" fmla="*/ 151828 h 152181"/>
                <a:gd name="connsiteX3" fmla="*/ 98276 w 141700"/>
                <a:gd name="connsiteY3" fmla="*/ 138084 h 152181"/>
                <a:gd name="connsiteX4" fmla="*/ 98276 w 141700"/>
                <a:gd name="connsiteY4" fmla="*/ 137429 h 152181"/>
                <a:gd name="connsiteX5" fmla="*/ 98276 w 141700"/>
                <a:gd name="connsiteY5" fmla="*/ 135793 h 152181"/>
                <a:gd name="connsiteX6" fmla="*/ 107439 w 141700"/>
                <a:gd name="connsiteY6" fmla="*/ 60198 h 152181"/>
                <a:gd name="connsiteX7" fmla="*/ 107439 w 141700"/>
                <a:gd name="connsiteY7" fmla="*/ 53652 h 152181"/>
                <a:gd name="connsiteX8" fmla="*/ 87148 w 141700"/>
                <a:gd name="connsiteY8" fmla="*/ 29011 h 152181"/>
                <a:gd name="connsiteX9" fmla="*/ 81913 w 141700"/>
                <a:gd name="connsiteY9" fmla="*/ 29108 h 152181"/>
                <a:gd name="connsiteX10" fmla="*/ 41006 w 141700"/>
                <a:gd name="connsiteY10" fmla="*/ 63471 h 152181"/>
                <a:gd name="connsiteX11" fmla="*/ 32170 w 141700"/>
                <a:gd name="connsiteY11" fmla="*/ 136121 h 152181"/>
                <a:gd name="connsiteX12" fmla="*/ 13844 w 141700"/>
                <a:gd name="connsiteY12" fmla="*/ 151828 h 152181"/>
                <a:gd name="connsiteX13" fmla="*/ -228 w 141700"/>
                <a:gd name="connsiteY13" fmla="*/ 137757 h 152181"/>
                <a:gd name="connsiteX14" fmla="*/ -228 w 141700"/>
                <a:gd name="connsiteY14" fmla="*/ 136121 h 152181"/>
                <a:gd name="connsiteX15" fmla="*/ 14498 w 141700"/>
                <a:gd name="connsiteY15" fmla="*/ 15691 h 152181"/>
                <a:gd name="connsiteX16" fmla="*/ 32497 w 141700"/>
                <a:gd name="connsiteY16" fmla="*/ -344 h 152181"/>
                <a:gd name="connsiteX17" fmla="*/ 47223 w 141700"/>
                <a:gd name="connsiteY17" fmla="*/ 13401 h 152181"/>
                <a:gd name="connsiteX18" fmla="*/ 47223 w 141700"/>
                <a:gd name="connsiteY18" fmla="*/ 18964 h 152181"/>
                <a:gd name="connsiteX19" fmla="*/ 95985 w 141700"/>
                <a:gd name="connsiteY19" fmla="*/ -344 h 152181"/>
                <a:gd name="connsiteX20" fmla="*/ 141472 w 141700"/>
                <a:gd name="connsiteY20" fmla="*/ 41217 h 152181"/>
                <a:gd name="connsiteX21" fmla="*/ 141146 w 141700"/>
                <a:gd name="connsiteY21" fmla="*/ 51035 h 152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1700" h="152181">
                  <a:moveTo>
                    <a:pt x="141146" y="51035"/>
                  </a:moveTo>
                  <a:lnTo>
                    <a:pt x="130673" y="135793"/>
                  </a:lnTo>
                  <a:cubicBezTo>
                    <a:pt x="129397" y="144826"/>
                    <a:pt x="121772" y="151600"/>
                    <a:pt x="112674" y="151828"/>
                  </a:cubicBezTo>
                  <a:cubicBezTo>
                    <a:pt x="104918" y="152025"/>
                    <a:pt x="98471" y="145873"/>
                    <a:pt x="98276" y="138084"/>
                  </a:cubicBezTo>
                  <a:cubicBezTo>
                    <a:pt x="98276" y="137855"/>
                    <a:pt x="98276" y="137659"/>
                    <a:pt x="98276" y="137429"/>
                  </a:cubicBezTo>
                  <a:lnTo>
                    <a:pt x="98276" y="135793"/>
                  </a:lnTo>
                  <a:lnTo>
                    <a:pt x="107439" y="60198"/>
                  </a:lnTo>
                  <a:cubicBezTo>
                    <a:pt x="107602" y="58005"/>
                    <a:pt x="107602" y="55846"/>
                    <a:pt x="107439" y="53652"/>
                  </a:cubicBezTo>
                  <a:cubicBezTo>
                    <a:pt x="108649" y="41250"/>
                    <a:pt x="99551" y="30189"/>
                    <a:pt x="87148" y="29011"/>
                  </a:cubicBezTo>
                  <a:cubicBezTo>
                    <a:pt x="85381" y="28847"/>
                    <a:pt x="83647" y="28880"/>
                    <a:pt x="81913" y="29108"/>
                  </a:cubicBezTo>
                  <a:cubicBezTo>
                    <a:pt x="61165" y="27407"/>
                    <a:pt x="42904" y="42723"/>
                    <a:pt x="41006" y="63471"/>
                  </a:cubicBezTo>
                  <a:lnTo>
                    <a:pt x="32170" y="136121"/>
                  </a:lnTo>
                  <a:cubicBezTo>
                    <a:pt x="30501" y="144989"/>
                    <a:pt x="22876" y="151534"/>
                    <a:pt x="13844" y="151828"/>
                  </a:cubicBezTo>
                  <a:cubicBezTo>
                    <a:pt x="6088" y="151828"/>
                    <a:pt x="-228" y="145546"/>
                    <a:pt x="-228" y="137757"/>
                  </a:cubicBezTo>
                  <a:lnTo>
                    <a:pt x="-228" y="136121"/>
                  </a:lnTo>
                  <a:lnTo>
                    <a:pt x="14498" y="15691"/>
                  </a:lnTo>
                  <a:cubicBezTo>
                    <a:pt x="15905" y="6725"/>
                    <a:pt x="23432" y="16"/>
                    <a:pt x="32497" y="-344"/>
                  </a:cubicBezTo>
                  <a:cubicBezTo>
                    <a:pt x="40318" y="-540"/>
                    <a:pt x="46864" y="5579"/>
                    <a:pt x="47223" y="13401"/>
                  </a:cubicBezTo>
                  <a:cubicBezTo>
                    <a:pt x="47355" y="15265"/>
                    <a:pt x="47355" y="17098"/>
                    <a:pt x="47223" y="18964"/>
                  </a:cubicBezTo>
                  <a:cubicBezTo>
                    <a:pt x="60412" y="6528"/>
                    <a:pt x="77854" y="-377"/>
                    <a:pt x="95985" y="-344"/>
                  </a:cubicBezTo>
                  <a:cubicBezTo>
                    <a:pt x="122820" y="-344"/>
                    <a:pt x="141472" y="12746"/>
                    <a:pt x="141472" y="41217"/>
                  </a:cubicBezTo>
                  <a:cubicBezTo>
                    <a:pt x="141472" y="44489"/>
                    <a:pt x="141472" y="47762"/>
                    <a:pt x="141146" y="51035"/>
                  </a:cubicBezTo>
                  <a:close/>
                </a:path>
              </a:pathLst>
            </a:custGeom>
            <a:solidFill>
              <a:srgbClr val="FFFFFF"/>
            </a:solidFill>
            <a:ln w="32716" cap="flat">
              <a:noFill/>
              <a:prstDash val="solid"/>
              <a:miter/>
            </a:ln>
          </p:spPr>
          <p:txBody>
            <a:bodyPr rtlCol="0" anchor="ctr"/>
            <a:lstStyle/>
            <a:p>
              <a:endParaRPr lang="sv-SE"/>
            </a:p>
          </p:txBody>
        </p:sp>
        <p:sp>
          <p:nvSpPr>
            <p:cNvPr id="76" name="Frihandsfigur: Form 75">
              <a:extLst>
                <a:ext uri="{FF2B5EF4-FFF2-40B4-BE49-F238E27FC236}">
                  <a16:creationId xmlns:a16="http://schemas.microsoft.com/office/drawing/2014/main" id="{057CBE17-38C9-46FA-BFCE-86877B672F78}"/>
                </a:ext>
              </a:extLst>
            </p:cNvPr>
            <p:cNvSpPr/>
            <p:nvPr/>
          </p:nvSpPr>
          <p:spPr>
            <a:xfrm>
              <a:off x="3465307" y="5194779"/>
              <a:ext cx="62179" cy="221720"/>
            </a:xfrm>
            <a:custGeom>
              <a:avLst/>
              <a:gdLst>
                <a:gd name="connsiteX0" fmla="*/ 32170 w 62179"/>
                <a:gd name="connsiteY0" fmla="*/ 205004 h 221720"/>
                <a:gd name="connsiteX1" fmla="*/ 14171 w 62179"/>
                <a:gd name="connsiteY1" fmla="*/ 221367 h 221720"/>
                <a:gd name="connsiteX2" fmla="*/ -228 w 62179"/>
                <a:gd name="connsiteY2" fmla="*/ 207623 h 221720"/>
                <a:gd name="connsiteX3" fmla="*/ -228 w 62179"/>
                <a:gd name="connsiteY3" fmla="*/ 206968 h 221720"/>
                <a:gd name="connsiteX4" fmla="*/ 14825 w 62179"/>
                <a:gd name="connsiteY4" fmla="*/ 85229 h 221720"/>
                <a:gd name="connsiteX5" fmla="*/ 32497 w 62179"/>
                <a:gd name="connsiteY5" fmla="*/ 69194 h 221720"/>
                <a:gd name="connsiteX6" fmla="*/ 47551 w 62179"/>
                <a:gd name="connsiteY6" fmla="*/ 82906 h 221720"/>
                <a:gd name="connsiteX7" fmla="*/ 47551 w 62179"/>
                <a:gd name="connsiteY7" fmla="*/ 82939 h 221720"/>
                <a:gd name="connsiteX8" fmla="*/ 32170 w 62179"/>
                <a:gd name="connsiteY8" fmla="*/ 205004 h 221720"/>
                <a:gd name="connsiteX9" fmla="*/ 38388 w 62179"/>
                <a:gd name="connsiteY9" fmla="*/ 41378 h 221720"/>
                <a:gd name="connsiteX10" fmla="*/ 20225 w 62179"/>
                <a:gd name="connsiteY10" fmla="*/ 17979 h 221720"/>
                <a:gd name="connsiteX11" fmla="*/ 38388 w 62179"/>
                <a:gd name="connsiteY11" fmla="*/ -183 h 221720"/>
                <a:gd name="connsiteX12" fmla="*/ 61786 w 62179"/>
                <a:gd name="connsiteY12" fmla="*/ 17979 h 221720"/>
                <a:gd name="connsiteX13" fmla="*/ 43624 w 62179"/>
                <a:gd name="connsiteY13" fmla="*/ 41378 h 221720"/>
                <a:gd name="connsiteX14" fmla="*/ 38388 w 62179"/>
                <a:gd name="connsiteY14" fmla="*/ 41378 h 22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79" h="221720">
                  <a:moveTo>
                    <a:pt x="32170" y="205004"/>
                  </a:moveTo>
                  <a:cubicBezTo>
                    <a:pt x="30665" y="213972"/>
                    <a:pt x="23236" y="220746"/>
                    <a:pt x="14171" y="221367"/>
                  </a:cubicBezTo>
                  <a:cubicBezTo>
                    <a:pt x="6415" y="221564"/>
                    <a:pt x="-32" y="215412"/>
                    <a:pt x="-228" y="207623"/>
                  </a:cubicBezTo>
                  <a:cubicBezTo>
                    <a:pt x="-228" y="207393"/>
                    <a:pt x="-228" y="207197"/>
                    <a:pt x="-228" y="206968"/>
                  </a:cubicBezTo>
                  <a:cubicBezTo>
                    <a:pt x="-228" y="206968"/>
                    <a:pt x="-228" y="206968"/>
                    <a:pt x="14825" y="85229"/>
                  </a:cubicBezTo>
                  <a:cubicBezTo>
                    <a:pt x="15938" y="76263"/>
                    <a:pt x="23465" y="69456"/>
                    <a:pt x="32497" y="69194"/>
                  </a:cubicBezTo>
                  <a:cubicBezTo>
                    <a:pt x="40449" y="68835"/>
                    <a:pt x="47191" y="74954"/>
                    <a:pt x="47551" y="82906"/>
                  </a:cubicBezTo>
                  <a:cubicBezTo>
                    <a:pt x="47551" y="82906"/>
                    <a:pt x="47551" y="82939"/>
                    <a:pt x="47551" y="82939"/>
                  </a:cubicBezTo>
                  <a:cubicBezTo>
                    <a:pt x="47551" y="82939"/>
                    <a:pt x="45915" y="84575"/>
                    <a:pt x="32170" y="205004"/>
                  </a:cubicBezTo>
                  <a:close/>
                  <a:moveTo>
                    <a:pt x="38388" y="41378"/>
                  </a:moveTo>
                  <a:cubicBezTo>
                    <a:pt x="26901" y="39938"/>
                    <a:pt x="18785" y="29466"/>
                    <a:pt x="20225" y="17979"/>
                  </a:cubicBezTo>
                  <a:cubicBezTo>
                    <a:pt x="21403" y="8488"/>
                    <a:pt x="28897" y="995"/>
                    <a:pt x="38388" y="-183"/>
                  </a:cubicBezTo>
                  <a:cubicBezTo>
                    <a:pt x="49874" y="-1623"/>
                    <a:pt x="60346" y="6493"/>
                    <a:pt x="61786" y="17979"/>
                  </a:cubicBezTo>
                  <a:cubicBezTo>
                    <a:pt x="63226" y="29466"/>
                    <a:pt x="55078" y="39938"/>
                    <a:pt x="43624" y="41378"/>
                  </a:cubicBezTo>
                  <a:cubicBezTo>
                    <a:pt x="41889" y="41607"/>
                    <a:pt x="40123" y="41607"/>
                    <a:pt x="38388" y="41378"/>
                  </a:cubicBezTo>
                  <a:close/>
                </a:path>
              </a:pathLst>
            </a:custGeom>
            <a:solidFill>
              <a:srgbClr val="FFFFFF"/>
            </a:solidFill>
            <a:ln w="32716" cap="flat">
              <a:noFill/>
              <a:prstDash val="solid"/>
              <a:miter/>
            </a:ln>
          </p:spPr>
          <p:txBody>
            <a:bodyPr rtlCol="0" anchor="ctr"/>
            <a:lstStyle/>
            <a:p>
              <a:endParaRPr lang="sv-SE"/>
            </a:p>
          </p:txBody>
        </p:sp>
        <p:sp>
          <p:nvSpPr>
            <p:cNvPr id="77" name="Frihandsfigur: Form 76">
              <a:extLst>
                <a:ext uri="{FF2B5EF4-FFF2-40B4-BE49-F238E27FC236}">
                  <a16:creationId xmlns:a16="http://schemas.microsoft.com/office/drawing/2014/main" id="{67839BEC-8F57-4860-A36E-A79940659D5B}"/>
                </a:ext>
              </a:extLst>
            </p:cNvPr>
            <p:cNvSpPr/>
            <p:nvPr/>
          </p:nvSpPr>
          <p:spPr>
            <a:xfrm>
              <a:off x="3530207" y="5206066"/>
              <a:ext cx="101997" cy="209260"/>
            </a:xfrm>
            <a:custGeom>
              <a:avLst/>
              <a:gdLst>
                <a:gd name="connsiteX0" fmla="*/ 100134 w 101997"/>
                <a:gd name="connsiteY0" fmla="*/ 79506 h 209260"/>
                <a:gd name="connsiteX1" fmla="*/ 84425 w 101997"/>
                <a:gd name="connsiteY1" fmla="*/ 93577 h 209260"/>
                <a:gd name="connsiteX2" fmla="*/ 60536 w 101997"/>
                <a:gd name="connsiteY2" fmla="*/ 93577 h 209260"/>
                <a:gd name="connsiteX3" fmla="*/ 53991 w 101997"/>
                <a:gd name="connsiteY3" fmla="*/ 148556 h 209260"/>
                <a:gd name="connsiteX4" fmla="*/ 53991 w 101997"/>
                <a:gd name="connsiteY4" fmla="*/ 156737 h 209260"/>
                <a:gd name="connsiteX5" fmla="*/ 72645 w 101997"/>
                <a:gd name="connsiteY5" fmla="*/ 179973 h 209260"/>
                <a:gd name="connsiteX6" fmla="*/ 78208 w 101997"/>
                <a:gd name="connsiteY6" fmla="*/ 179973 h 209260"/>
                <a:gd name="connsiteX7" fmla="*/ 90971 w 101997"/>
                <a:gd name="connsiteY7" fmla="*/ 191394 h 209260"/>
                <a:gd name="connsiteX8" fmla="*/ 90971 w 101997"/>
                <a:gd name="connsiteY8" fmla="*/ 192409 h 209260"/>
                <a:gd name="connsiteX9" fmla="*/ 63809 w 101997"/>
                <a:gd name="connsiteY9" fmla="*/ 208771 h 209260"/>
                <a:gd name="connsiteX10" fmla="*/ 20709 w 101997"/>
                <a:gd name="connsiteY10" fmla="*/ 172282 h 209260"/>
                <a:gd name="connsiteX11" fmla="*/ 20612 w 101997"/>
                <a:gd name="connsiteY11" fmla="*/ 167209 h 209260"/>
                <a:gd name="connsiteX12" fmla="*/ 20612 w 101997"/>
                <a:gd name="connsiteY12" fmla="*/ 154119 h 209260"/>
                <a:gd name="connsiteX13" fmla="*/ 28138 w 101997"/>
                <a:gd name="connsiteY13" fmla="*/ 93577 h 209260"/>
                <a:gd name="connsiteX14" fmla="*/ 10793 w 101997"/>
                <a:gd name="connsiteY14" fmla="*/ 93577 h 209260"/>
                <a:gd name="connsiteX15" fmla="*/ -202 w 101997"/>
                <a:gd name="connsiteY15" fmla="*/ 81077 h 209260"/>
                <a:gd name="connsiteX16" fmla="*/ -6 w 101997"/>
                <a:gd name="connsiteY16" fmla="*/ 79506 h 209260"/>
                <a:gd name="connsiteX17" fmla="*/ -6 w 101997"/>
                <a:gd name="connsiteY17" fmla="*/ 79506 h 209260"/>
                <a:gd name="connsiteX18" fmla="*/ 32720 w 101997"/>
                <a:gd name="connsiteY18" fmla="*/ 65761 h 209260"/>
                <a:gd name="connsiteX19" fmla="*/ 38610 w 101997"/>
                <a:gd name="connsiteY19" fmla="*/ 15691 h 209260"/>
                <a:gd name="connsiteX20" fmla="*/ 56936 w 101997"/>
                <a:gd name="connsiteY20" fmla="*/ -344 h 209260"/>
                <a:gd name="connsiteX21" fmla="*/ 71335 w 101997"/>
                <a:gd name="connsiteY21" fmla="*/ 13401 h 209260"/>
                <a:gd name="connsiteX22" fmla="*/ 71335 w 101997"/>
                <a:gd name="connsiteY22" fmla="*/ 13401 h 209260"/>
                <a:gd name="connsiteX23" fmla="*/ 71335 w 101997"/>
                <a:gd name="connsiteY23" fmla="*/ 15691 h 209260"/>
                <a:gd name="connsiteX24" fmla="*/ 65445 w 101997"/>
                <a:gd name="connsiteY24" fmla="*/ 65761 h 209260"/>
                <a:gd name="connsiteX25" fmla="*/ 89007 w 101997"/>
                <a:gd name="connsiteY25" fmla="*/ 65761 h 209260"/>
                <a:gd name="connsiteX26" fmla="*/ 101770 w 101997"/>
                <a:gd name="connsiteY26" fmla="*/ 78196 h 209260"/>
                <a:gd name="connsiteX27" fmla="*/ 100134 w 101997"/>
                <a:gd name="connsiteY27" fmla="*/ 79506 h 20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1997" h="209260">
                  <a:moveTo>
                    <a:pt x="100134" y="79506"/>
                  </a:moveTo>
                  <a:cubicBezTo>
                    <a:pt x="99021" y="87392"/>
                    <a:pt x="92378" y="93349"/>
                    <a:pt x="84425" y="93577"/>
                  </a:cubicBezTo>
                  <a:lnTo>
                    <a:pt x="60536" y="93577"/>
                  </a:lnTo>
                  <a:lnTo>
                    <a:pt x="53991" y="148556"/>
                  </a:lnTo>
                  <a:cubicBezTo>
                    <a:pt x="53827" y="151272"/>
                    <a:pt x="53827" y="154022"/>
                    <a:pt x="53991" y="156737"/>
                  </a:cubicBezTo>
                  <a:cubicBezTo>
                    <a:pt x="53991" y="169500"/>
                    <a:pt x="58573" y="179973"/>
                    <a:pt x="72645" y="179973"/>
                  </a:cubicBezTo>
                  <a:lnTo>
                    <a:pt x="78208" y="179973"/>
                  </a:lnTo>
                  <a:cubicBezTo>
                    <a:pt x="84884" y="179612"/>
                    <a:pt x="90578" y="184718"/>
                    <a:pt x="90971" y="191394"/>
                  </a:cubicBezTo>
                  <a:cubicBezTo>
                    <a:pt x="90971" y="191753"/>
                    <a:pt x="90971" y="192081"/>
                    <a:pt x="90971" y="192409"/>
                  </a:cubicBezTo>
                  <a:cubicBezTo>
                    <a:pt x="90971" y="206153"/>
                    <a:pt x="74936" y="208771"/>
                    <a:pt x="63809" y="208771"/>
                  </a:cubicBezTo>
                  <a:cubicBezTo>
                    <a:pt x="41850" y="210604"/>
                    <a:pt x="22542" y="194273"/>
                    <a:pt x="20709" y="172282"/>
                  </a:cubicBezTo>
                  <a:cubicBezTo>
                    <a:pt x="20579" y="170613"/>
                    <a:pt x="20546" y="168911"/>
                    <a:pt x="20612" y="167209"/>
                  </a:cubicBezTo>
                  <a:cubicBezTo>
                    <a:pt x="20612" y="162955"/>
                    <a:pt x="20612" y="158046"/>
                    <a:pt x="20612" y="154119"/>
                  </a:cubicBezTo>
                  <a:lnTo>
                    <a:pt x="28138" y="93577"/>
                  </a:lnTo>
                  <a:lnTo>
                    <a:pt x="10793" y="93577"/>
                  </a:lnTo>
                  <a:cubicBezTo>
                    <a:pt x="4314" y="93152"/>
                    <a:pt x="-628" y="87556"/>
                    <a:pt x="-202" y="81077"/>
                  </a:cubicBezTo>
                  <a:cubicBezTo>
                    <a:pt x="-169" y="80553"/>
                    <a:pt x="-103" y="80029"/>
                    <a:pt x="-6" y="79506"/>
                  </a:cubicBezTo>
                  <a:lnTo>
                    <a:pt x="-6" y="79506"/>
                  </a:lnTo>
                  <a:cubicBezTo>
                    <a:pt x="2285" y="62489"/>
                    <a:pt x="20612" y="65761"/>
                    <a:pt x="32720" y="65761"/>
                  </a:cubicBezTo>
                  <a:lnTo>
                    <a:pt x="38610" y="15691"/>
                  </a:lnTo>
                  <a:cubicBezTo>
                    <a:pt x="40017" y="6627"/>
                    <a:pt x="47741" y="-147"/>
                    <a:pt x="56936" y="-344"/>
                  </a:cubicBezTo>
                  <a:cubicBezTo>
                    <a:pt x="64692" y="-541"/>
                    <a:pt x="71140" y="5612"/>
                    <a:pt x="71335" y="13401"/>
                  </a:cubicBezTo>
                  <a:cubicBezTo>
                    <a:pt x="71335" y="13401"/>
                    <a:pt x="71335" y="13401"/>
                    <a:pt x="71335" y="13401"/>
                  </a:cubicBezTo>
                  <a:cubicBezTo>
                    <a:pt x="71335" y="13401"/>
                    <a:pt x="71335" y="15037"/>
                    <a:pt x="71335" y="15691"/>
                  </a:cubicBezTo>
                  <a:lnTo>
                    <a:pt x="65445" y="65761"/>
                  </a:lnTo>
                  <a:lnTo>
                    <a:pt x="89007" y="65761"/>
                  </a:lnTo>
                  <a:cubicBezTo>
                    <a:pt x="95945" y="65761"/>
                    <a:pt x="101607" y="71291"/>
                    <a:pt x="101770" y="78196"/>
                  </a:cubicBezTo>
                  <a:cubicBezTo>
                    <a:pt x="101770" y="78196"/>
                    <a:pt x="100134" y="79506"/>
                    <a:pt x="100134" y="79506"/>
                  </a:cubicBezTo>
                  <a:close/>
                </a:path>
              </a:pathLst>
            </a:custGeom>
            <a:solidFill>
              <a:srgbClr val="FFFFFF"/>
            </a:solidFill>
            <a:ln w="32716" cap="flat">
              <a:noFill/>
              <a:prstDash val="solid"/>
              <a:miter/>
            </a:ln>
          </p:spPr>
          <p:txBody>
            <a:bodyPr rtlCol="0" anchor="ctr"/>
            <a:lstStyle/>
            <a:p>
              <a:endParaRPr lang="sv-SE"/>
            </a:p>
          </p:txBody>
        </p:sp>
        <p:sp>
          <p:nvSpPr>
            <p:cNvPr id="78" name="Frihandsfigur: Form 77">
              <a:extLst>
                <a:ext uri="{FF2B5EF4-FFF2-40B4-BE49-F238E27FC236}">
                  <a16:creationId xmlns:a16="http://schemas.microsoft.com/office/drawing/2014/main" id="{6F23F805-0331-4F14-B6A0-7D898695AF52}"/>
                </a:ext>
              </a:extLst>
            </p:cNvPr>
            <p:cNvSpPr/>
            <p:nvPr/>
          </p:nvSpPr>
          <p:spPr>
            <a:xfrm>
              <a:off x="3643332" y="5194617"/>
              <a:ext cx="59559" cy="221877"/>
            </a:xfrm>
            <a:custGeom>
              <a:avLst/>
              <a:gdLst>
                <a:gd name="connsiteX0" fmla="*/ 32170 w 59559"/>
                <a:gd name="connsiteY0" fmla="*/ 205166 h 221877"/>
                <a:gd name="connsiteX1" fmla="*/ 13844 w 59559"/>
                <a:gd name="connsiteY1" fmla="*/ 221529 h 221877"/>
                <a:gd name="connsiteX2" fmla="*/ -228 w 59559"/>
                <a:gd name="connsiteY2" fmla="*/ 207457 h 221877"/>
                <a:gd name="connsiteX3" fmla="*/ -228 w 59559"/>
                <a:gd name="connsiteY3" fmla="*/ 207130 h 221877"/>
                <a:gd name="connsiteX4" fmla="*/ 14498 w 59559"/>
                <a:gd name="connsiteY4" fmla="*/ 85391 h 221877"/>
                <a:gd name="connsiteX5" fmla="*/ 32497 w 59559"/>
                <a:gd name="connsiteY5" fmla="*/ 69356 h 221877"/>
                <a:gd name="connsiteX6" fmla="*/ 47223 w 59559"/>
                <a:gd name="connsiteY6" fmla="*/ 83101 h 221877"/>
                <a:gd name="connsiteX7" fmla="*/ 32170 w 59559"/>
                <a:gd name="connsiteY7" fmla="*/ 205166 h 221877"/>
                <a:gd name="connsiteX8" fmla="*/ 38388 w 59559"/>
                <a:gd name="connsiteY8" fmla="*/ 41540 h 221877"/>
                <a:gd name="connsiteX9" fmla="*/ 17443 w 59559"/>
                <a:gd name="connsiteY9" fmla="*/ 20596 h 221877"/>
                <a:gd name="connsiteX10" fmla="*/ 38388 w 59559"/>
                <a:gd name="connsiteY10" fmla="*/ -349 h 221877"/>
                <a:gd name="connsiteX11" fmla="*/ 59331 w 59559"/>
                <a:gd name="connsiteY11" fmla="*/ 20596 h 221877"/>
                <a:gd name="connsiteX12" fmla="*/ 59331 w 59559"/>
                <a:gd name="connsiteY12" fmla="*/ 20923 h 221877"/>
                <a:gd name="connsiteX13" fmla="*/ 38388 w 59559"/>
                <a:gd name="connsiteY13" fmla="*/ 40886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559" h="221877">
                  <a:moveTo>
                    <a:pt x="32170" y="205166"/>
                  </a:moveTo>
                  <a:cubicBezTo>
                    <a:pt x="30665" y="214231"/>
                    <a:pt x="23040" y="221039"/>
                    <a:pt x="13844" y="221529"/>
                  </a:cubicBezTo>
                  <a:cubicBezTo>
                    <a:pt x="6088" y="221529"/>
                    <a:pt x="-228" y="215246"/>
                    <a:pt x="-228" y="207457"/>
                  </a:cubicBezTo>
                  <a:cubicBezTo>
                    <a:pt x="-228" y="207359"/>
                    <a:pt x="-228" y="207229"/>
                    <a:pt x="-228" y="207130"/>
                  </a:cubicBezTo>
                  <a:cubicBezTo>
                    <a:pt x="-228" y="207130"/>
                    <a:pt x="-228" y="207130"/>
                    <a:pt x="14498" y="85391"/>
                  </a:cubicBezTo>
                  <a:cubicBezTo>
                    <a:pt x="15774" y="76359"/>
                    <a:pt x="23399" y="69585"/>
                    <a:pt x="32497" y="69356"/>
                  </a:cubicBezTo>
                  <a:cubicBezTo>
                    <a:pt x="40318" y="69161"/>
                    <a:pt x="46864" y="75280"/>
                    <a:pt x="47223" y="83101"/>
                  </a:cubicBezTo>
                  <a:cubicBezTo>
                    <a:pt x="47223" y="83101"/>
                    <a:pt x="47223" y="84737"/>
                    <a:pt x="32170" y="205166"/>
                  </a:cubicBezTo>
                  <a:close/>
                  <a:moveTo>
                    <a:pt x="38388" y="41540"/>
                  </a:moveTo>
                  <a:cubicBezTo>
                    <a:pt x="26836" y="41540"/>
                    <a:pt x="17443" y="32148"/>
                    <a:pt x="17443" y="20596"/>
                  </a:cubicBezTo>
                  <a:cubicBezTo>
                    <a:pt x="17443" y="9011"/>
                    <a:pt x="26836" y="-349"/>
                    <a:pt x="38388" y="-349"/>
                  </a:cubicBezTo>
                  <a:cubicBezTo>
                    <a:pt x="49973" y="-349"/>
                    <a:pt x="59331" y="9044"/>
                    <a:pt x="59331" y="20596"/>
                  </a:cubicBezTo>
                  <a:cubicBezTo>
                    <a:pt x="59331" y="20694"/>
                    <a:pt x="59331" y="20825"/>
                    <a:pt x="59331" y="20923"/>
                  </a:cubicBezTo>
                  <a:cubicBezTo>
                    <a:pt x="58972" y="32181"/>
                    <a:pt x="49645" y="41082"/>
                    <a:pt x="38388" y="40886"/>
                  </a:cubicBezTo>
                  <a:close/>
                </a:path>
              </a:pathLst>
            </a:custGeom>
            <a:solidFill>
              <a:srgbClr val="FFFFFF"/>
            </a:solidFill>
            <a:ln w="32716" cap="flat">
              <a:noFill/>
              <a:prstDash val="solid"/>
              <a:miter/>
            </a:ln>
          </p:spPr>
          <p:txBody>
            <a:bodyPr rtlCol="0" anchor="ctr"/>
            <a:lstStyle/>
            <a:p>
              <a:endParaRPr lang="sv-SE"/>
            </a:p>
          </p:txBody>
        </p:sp>
        <p:sp>
          <p:nvSpPr>
            <p:cNvPr id="79" name="Frihandsfigur: Form 78">
              <a:extLst>
                <a:ext uri="{FF2B5EF4-FFF2-40B4-BE49-F238E27FC236}">
                  <a16:creationId xmlns:a16="http://schemas.microsoft.com/office/drawing/2014/main" id="{FF669EA5-230C-4EE8-8411-DDABB893D3CC}"/>
                </a:ext>
              </a:extLst>
            </p:cNvPr>
            <p:cNvSpPr/>
            <p:nvPr/>
          </p:nvSpPr>
          <p:spPr>
            <a:xfrm>
              <a:off x="3709110" y="5264627"/>
              <a:ext cx="141046" cy="152165"/>
            </a:xfrm>
            <a:custGeom>
              <a:avLst/>
              <a:gdLst>
                <a:gd name="connsiteX0" fmla="*/ 140164 w 141046"/>
                <a:gd name="connsiteY0" fmla="*/ 46470 h 152165"/>
                <a:gd name="connsiteX1" fmla="*/ 129038 w 141046"/>
                <a:gd name="connsiteY1" fmla="*/ 135483 h 152165"/>
                <a:gd name="connsiteX2" fmla="*/ 111038 w 141046"/>
                <a:gd name="connsiteY2" fmla="*/ 151518 h 152165"/>
                <a:gd name="connsiteX3" fmla="*/ 96966 w 141046"/>
                <a:gd name="connsiteY3" fmla="*/ 138101 h 152165"/>
                <a:gd name="connsiteX4" fmla="*/ 96966 w 141046"/>
                <a:gd name="connsiteY4" fmla="*/ 137447 h 152165"/>
                <a:gd name="connsiteX5" fmla="*/ 96966 w 141046"/>
                <a:gd name="connsiteY5" fmla="*/ 135156 h 152165"/>
                <a:gd name="connsiteX6" fmla="*/ 45915 w 141046"/>
                <a:gd name="connsiteY6" fmla="*/ 151518 h 152165"/>
                <a:gd name="connsiteX7" fmla="*/ 67 w 141046"/>
                <a:gd name="connsiteY7" fmla="*/ 115488 h 152165"/>
                <a:gd name="connsiteX8" fmla="*/ -228 w 141046"/>
                <a:gd name="connsiteY8" fmla="*/ 111593 h 152165"/>
                <a:gd name="connsiteX9" fmla="*/ 78968 w 141046"/>
                <a:gd name="connsiteY9" fmla="*/ 52688 h 152165"/>
                <a:gd name="connsiteX10" fmla="*/ 106785 w 141046"/>
                <a:gd name="connsiteY10" fmla="*/ 54652 h 152165"/>
                <a:gd name="connsiteX11" fmla="*/ 106785 w 141046"/>
                <a:gd name="connsiteY11" fmla="*/ 47452 h 152165"/>
                <a:gd name="connsiteX12" fmla="*/ 74059 w 141046"/>
                <a:gd name="connsiteY12" fmla="*/ 26508 h 152165"/>
                <a:gd name="connsiteX13" fmla="*/ 41334 w 141046"/>
                <a:gd name="connsiteY13" fmla="*/ 35344 h 152165"/>
                <a:gd name="connsiteX14" fmla="*/ 35116 w 141046"/>
                <a:gd name="connsiteY14" fmla="*/ 37307 h 152165"/>
                <a:gd name="connsiteX15" fmla="*/ 22353 w 141046"/>
                <a:gd name="connsiteY15" fmla="*/ 25199 h 152165"/>
                <a:gd name="connsiteX16" fmla="*/ 22353 w 141046"/>
                <a:gd name="connsiteY16" fmla="*/ 24544 h 152165"/>
                <a:gd name="connsiteX17" fmla="*/ 32171 w 141046"/>
                <a:gd name="connsiteY17" fmla="*/ 9490 h 152165"/>
                <a:gd name="connsiteX18" fmla="*/ 86167 w 141046"/>
                <a:gd name="connsiteY18" fmla="*/ -327 h 152165"/>
                <a:gd name="connsiteX19" fmla="*/ 140818 w 141046"/>
                <a:gd name="connsiteY19" fmla="*/ 39271 h 152165"/>
                <a:gd name="connsiteX20" fmla="*/ 140164 w 141046"/>
                <a:gd name="connsiteY20" fmla="*/ 46470 h 152165"/>
                <a:gd name="connsiteX21" fmla="*/ 81913 w 141046"/>
                <a:gd name="connsiteY21" fmla="*/ 75596 h 152165"/>
                <a:gd name="connsiteX22" fmla="*/ 33153 w 141046"/>
                <a:gd name="connsiteY22" fmla="*/ 104067 h 152165"/>
                <a:gd name="connsiteX23" fmla="*/ 57369 w 141046"/>
                <a:gd name="connsiteY23" fmla="*/ 123375 h 152165"/>
                <a:gd name="connsiteX24" fmla="*/ 100239 w 141046"/>
                <a:gd name="connsiteY24" fmla="*/ 110939 h 152165"/>
                <a:gd name="connsiteX25" fmla="*/ 103839 w 141046"/>
                <a:gd name="connsiteY25" fmla="*/ 78214 h 152165"/>
                <a:gd name="connsiteX26" fmla="*/ 82895 w 141046"/>
                <a:gd name="connsiteY26" fmla="*/ 75596 h 152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41046" h="152165">
                  <a:moveTo>
                    <a:pt x="140164" y="46470"/>
                  </a:moveTo>
                  <a:lnTo>
                    <a:pt x="129038" y="135483"/>
                  </a:lnTo>
                  <a:cubicBezTo>
                    <a:pt x="127892" y="144581"/>
                    <a:pt x="120202" y="151420"/>
                    <a:pt x="111038" y="151518"/>
                  </a:cubicBezTo>
                  <a:cubicBezTo>
                    <a:pt x="103446" y="151715"/>
                    <a:pt x="97163" y="145694"/>
                    <a:pt x="96966" y="138101"/>
                  </a:cubicBezTo>
                  <a:cubicBezTo>
                    <a:pt x="96966" y="137872"/>
                    <a:pt x="96966" y="137675"/>
                    <a:pt x="96966" y="137447"/>
                  </a:cubicBezTo>
                  <a:lnTo>
                    <a:pt x="96966" y="135156"/>
                  </a:lnTo>
                  <a:cubicBezTo>
                    <a:pt x="81651" y="144941"/>
                    <a:pt x="64077" y="150602"/>
                    <a:pt x="45915" y="151518"/>
                  </a:cubicBezTo>
                  <a:cubicBezTo>
                    <a:pt x="23301" y="154235"/>
                    <a:pt x="2783" y="138101"/>
                    <a:pt x="67" y="115488"/>
                  </a:cubicBezTo>
                  <a:cubicBezTo>
                    <a:pt x="-97" y="114212"/>
                    <a:pt x="-195" y="112903"/>
                    <a:pt x="-228" y="111593"/>
                  </a:cubicBezTo>
                  <a:cubicBezTo>
                    <a:pt x="-228" y="71014"/>
                    <a:pt x="44606" y="52688"/>
                    <a:pt x="78968" y="52688"/>
                  </a:cubicBezTo>
                  <a:cubicBezTo>
                    <a:pt x="88262" y="52688"/>
                    <a:pt x="97556" y="53342"/>
                    <a:pt x="106785" y="54652"/>
                  </a:cubicBezTo>
                  <a:cubicBezTo>
                    <a:pt x="106947" y="52263"/>
                    <a:pt x="106947" y="49841"/>
                    <a:pt x="106785" y="47452"/>
                  </a:cubicBezTo>
                  <a:cubicBezTo>
                    <a:pt x="106785" y="28798"/>
                    <a:pt x="89767" y="26508"/>
                    <a:pt x="74059" y="26508"/>
                  </a:cubicBezTo>
                  <a:cubicBezTo>
                    <a:pt x="62605" y="26835"/>
                    <a:pt x="51380" y="29846"/>
                    <a:pt x="41334" y="35344"/>
                  </a:cubicBezTo>
                  <a:cubicBezTo>
                    <a:pt x="39402" y="36390"/>
                    <a:pt x="37308" y="37046"/>
                    <a:pt x="35116" y="37307"/>
                  </a:cubicBezTo>
                  <a:cubicBezTo>
                    <a:pt x="28243" y="37504"/>
                    <a:pt x="22549" y="32071"/>
                    <a:pt x="22353" y="25199"/>
                  </a:cubicBezTo>
                  <a:cubicBezTo>
                    <a:pt x="22353" y="25002"/>
                    <a:pt x="22353" y="24774"/>
                    <a:pt x="22353" y="24544"/>
                  </a:cubicBezTo>
                  <a:cubicBezTo>
                    <a:pt x="22419" y="18032"/>
                    <a:pt x="26248" y="12174"/>
                    <a:pt x="32171" y="9490"/>
                  </a:cubicBezTo>
                  <a:cubicBezTo>
                    <a:pt x="49351" y="2683"/>
                    <a:pt x="67711" y="-654"/>
                    <a:pt x="86167" y="-327"/>
                  </a:cubicBezTo>
                  <a:cubicBezTo>
                    <a:pt x="113002" y="-327"/>
                    <a:pt x="140818" y="7527"/>
                    <a:pt x="140818" y="39271"/>
                  </a:cubicBezTo>
                  <a:cubicBezTo>
                    <a:pt x="140753" y="41692"/>
                    <a:pt x="140557" y="44081"/>
                    <a:pt x="140164" y="46470"/>
                  </a:cubicBezTo>
                  <a:close/>
                  <a:moveTo>
                    <a:pt x="81913" y="75596"/>
                  </a:moveTo>
                  <a:cubicBezTo>
                    <a:pt x="64896" y="75596"/>
                    <a:pt x="33153" y="81487"/>
                    <a:pt x="33153" y="104067"/>
                  </a:cubicBezTo>
                  <a:cubicBezTo>
                    <a:pt x="33153" y="117811"/>
                    <a:pt x="45261" y="123375"/>
                    <a:pt x="57369" y="123375"/>
                  </a:cubicBezTo>
                  <a:cubicBezTo>
                    <a:pt x="72521" y="123080"/>
                    <a:pt x="87313" y="118793"/>
                    <a:pt x="100239" y="110939"/>
                  </a:cubicBezTo>
                  <a:lnTo>
                    <a:pt x="103839" y="78214"/>
                  </a:lnTo>
                  <a:cubicBezTo>
                    <a:pt x="96999" y="76447"/>
                    <a:pt x="89964" y="75563"/>
                    <a:pt x="82895" y="75596"/>
                  </a:cubicBezTo>
                  <a:close/>
                </a:path>
              </a:pathLst>
            </a:custGeom>
            <a:solidFill>
              <a:srgbClr val="FFFFFF"/>
            </a:solidFill>
            <a:ln w="32716" cap="flat">
              <a:noFill/>
              <a:prstDash val="solid"/>
              <a:miter/>
            </a:ln>
          </p:spPr>
          <p:txBody>
            <a:bodyPr rtlCol="0" anchor="ctr"/>
            <a:lstStyle/>
            <a:p>
              <a:endParaRPr lang="sv-SE"/>
            </a:p>
          </p:txBody>
        </p:sp>
        <p:sp>
          <p:nvSpPr>
            <p:cNvPr id="80" name="Frihandsfigur: Form 79">
              <a:extLst>
                <a:ext uri="{FF2B5EF4-FFF2-40B4-BE49-F238E27FC236}">
                  <a16:creationId xmlns:a16="http://schemas.microsoft.com/office/drawing/2014/main" id="{ECA712DA-DAF3-476C-80AE-D0E355DF5C02}"/>
                </a:ext>
              </a:extLst>
            </p:cNvPr>
            <p:cNvSpPr/>
            <p:nvPr/>
          </p:nvSpPr>
          <p:spPr>
            <a:xfrm>
              <a:off x="3867468" y="5207702"/>
              <a:ext cx="101154" cy="207624"/>
            </a:xfrm>
            <a:custGeom>
              <a:avLst/>
              <a:gdLst>
                <a:gd name="connsiteX0" fmla="*/ 100926 w 101154"/>
                <a:gd name="connsiteY0" fmla="*/ 77870 h 207624"/>
                <a:gd name="connsiteX1" fmla="*/ 85218 w 101154"/>
                <a:gd name="connsiteY1" fmla="*/ 91941 h 207624"/>
                <a:gd name="connsiteX2" fmla="*/ 61328 w 101154"/>
                <a:gd name="connsiteY2" fmla="*/ 91941 h 207624"/>
                <a:gd name="connsiteX3" fmla="*/ 54783 w 101154"/>
                <a:gd name="connsiteY3" fmla="*/ 146920 h 207624"/>
                <a:gd name="connsiteX4" fmla="*/ 54783 w 101154"/>
                <a:gd name="connsiteY4" fmla="*/ 155101 h 207624"/>
                <a:gd name="connsiteX5" fmla="*/ 73436 w 101154"/>
                <a:gd name="connsiteY5" fmla="*/ 178337 h 207624"/>
                <a:gd name="connsiteX6" fmla="*/ 79000 w 101154"/>
                <a:gd name="connsiteY6" fmla="*/ 178337 h 207624"/>
                <a:gd name="connsiteX7" fmla="*/ 91762 w 101154"/>
                <a:gd name="connsiteY7" fmla="*/ 189758 h 207624"/>
                <a:gd name="connsiteX8" fmla="*/ 91762 w 101154"/>
                <a:gd name="connsiteY8" fmla="*/ 190773 h 207624"/>
                <a:gd name="connsiteX9" fmla="*/ 64601 w 101154"/>
                <a:gd name="connsiteY9" fmla="*/ 207135 h 207624"/>
                <a:gd name="connsiteX10" fmla="*/ 21502 w 101154"/>
                <a:gd name="connsiteY10" fmla="*/ 170646 h 207624"/>
                <a:gd name="connsiteX11" fmla="*/ 21403 w 101154"/>
                <a:gd name="connsiteY11" fmla="*/ 165573 h 207624"/>
                <a:gd name="connsiteX12" fmla="*/ 21403 w 101154"/>
                <a:gd name="connsiteY12" fmla="*/ 152484 h 207624"/>
                <a:gd name="connsiteX13" fmla="*/ 28930 w 101154"/>
                <a:gd name="connsiteY13" fmla="*/ 91941 h 207624"/>
                <a:gd name="connsiteX14" fmla="*/ 11586 w 101154"/>
                <a:gd name="connsiteY14" fmla="*/ 91941 h 207624"/>
                <a:gd name="connsiteX15" fmla="*/ -228 w 101154"/>
                <a:gd name="connsiteY15" fmla="*/ 80194 h 207624"/>
                <a:gd name="connsiteX16" fmla="*/ -196 w 101154"/>
                <a:gd name="connsiteY16" fmla="*/ 79506 h 207624"/>
                <a:gd name="connsiteX17" fmla="*/ -196 w 101154"/>
                <a:gd name="connsiteY17" fmla="*/ 79506 h 207624"/>
                <a:gd name="connsiteX18" fmla="*/ 32529 w 101154"/>
                <a:gd name="connsiteY18" fmla="*/ 65762 h 207624"/>
                <a:gd name="connsiteX19" fmla="*/ 38093 w 101154"/>
                <a:gd name="connsiteY19" fmla="*/ 15692 h 207624"/>
                <a:gd name="connsiteX20" fmla="*/ 56747 w 101154"/>
                <a:gd name="connsiteY20" fmla="*/ -344 h 207624"/>
                <a:gd name="connsiteX21" fmla="*/ 71146 w 101154"/>
                <a:gd name="connsiteY21" fmla="*/ 13401 h 207624"/>
                <a:gd name="connsiteX22" fmla="*/ 71146 w 101154"/>
                <a:gd name="connsiteY22" fmla="*/ 13401 h 207624"/>
                <a:gd name="connsiteX23" fmla="*/ 71146 w 101154"/>
                <a:gd name="connsiteY23" fmla="*/ 15692 h 207624"/>
                <a:gd name="connsiteX24" fmla="*/ 65255 w 101154"/>
                <a:gd name="connsiteY24" fmla="*/ 65762 h 207624"/>
                <a:gd name="connsiteX25" fmla="*/ 88163 w 101154"/>
                <a:gd name="connsiteY25" fmla="*/ 65762 h 207624"/>
                <a:gd name="connsiteX26" fmla="*/ 100926 w 101154"/>
                <a:gd name="connsiteY26" fmla="*/ 78197 h 207624"/>
                <a:gd name="connsiteX27" fmla="*/ 100926 w 101154"/>
                <a:gd name="connsiteY27" fmla="*/ 77870 h 20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1154" h="207624">
                  <a:moveTo>
                    <a:pt x="100926" y="77870"/>
                  </a:moveTo>
                  <a:cubicBezTo>
                    <a:pt x="99813" y="85757"/>
                    <a:pt x="93170" y="91713"/>
                    <a:pt x="85218" y="91941"/>
                  </a:cubicBezTo>
                  <a:lnTo>
                    <a:pt x="61328" y="91941"/>
                  </a:lnTo>
                  <a:lnTo>
                    <a:pt x="54783" y="146920"/>
                  </a:lnTo>
                  <a:cubicBezTo>
                    <a:pt x="54620" y="149636"/>
                    <a:pt x="54620" y="152386"/>
                    <a:pt x="54783" y="155101"/>
                  </a:cubicBezTo>
                  <a:cubicBezTo>
                    <a:pt x="54783" y="167864"/>
                    <a:pt x="59364" y="178337"/>
                    <a:pt x="73436" y="178337"/>
                  </a:cubicBezTo>
                  <a:lnTo>
                    <a:pt x="79000" y="178337"/>
                  </a:lnTo>
                  <a:cubicBezTo>
                    <a:pt x="85676" y="177976"/>
                    <a:pt x="91370" y="183082"/>
                    <a:pt x="91762" y="189758"/>
                  </a:cubicBezTo>
                  <a:cubicBezTo>
                    <a:pt x="91762" y="190117"/>
                    <a:pt x="91762" y="190445"/>
                    <a:pt x="91762" y="190773"/>
                  </a:cubicBezTo>
                  <a:cubicBezTo>
                    <a:pt x="91762" y="204517"/>
                    <a:pt x="75727" y="207135"/>
                    <a:pt x="64601" y="207135"/>
                  </a:cubicBezTo>
                  <a:cubicBezTo>
                    <a:pt x="42642" y="208968"/>
                    <a:pt x="23334" y="192637"/>
                    <a:pt x="21502" y="170646"/>
                  </a:cubicBezTo>
                  <a:cubicBezTo>
                    <a:pt x="21371" y="168977"/>
                    <a:pt x="21338" y="167275"/>
                    <a:pt x="21403" y="165573"/>
                  </a:cubicBezTo>
                  <a:cubicBezTo>
                    <a:pt x="21403" y="161319"/>
                    <a:pt x="21403" y="156410"/>
                    <a:pt x="21403" y="152484"/>
                  </a:cubicBezTo>
                  <a:lnTo>
                    <a:pt x="28930" y="91941"/>
                  </a:lnTo>
                  <a:lnTo>
                    <a:pt x="11586" y="91941"/>
                  </a:lnTo>
                  <a:cubicBezTo>
                    <a:pt x="5073" y="91941"/>
                    <a:pt x="-196" y="86673"/>
                    <a:pt x="-228" y="80194"/>
                  </a:cubicBezTo>
                  <a:cubicBezTo>
                    <a:pt x="-228" y="79964"/>
                    <a:pt x="-196" y="79735"/>
                    <a:pt x="-196" y="79506"/>
                  </a:cubicBezTo>
                  <a:lnTo>
                    <a:pt x="-196" y="79506"/>
                  </a:lnTo>
                  <a:cubicBezTo>
                    <a:pt x="2095" y="62489"/>
                    <a:pt x="20421" y="65762"/>
                    <a:pt x="32529" y="65762"/>
                  </a:cubicBezTo>
                  <a:lnTo>
                    <a:pt x="38093" y="15692"/>
                  </a:lnTo>
                  <a:cubicBezTo>
                    <a:pt x="39762" y="6627"/>
                    <a:pt x="47551" y="-50"/>
                    <a:pt x="56747" y="-344"/>
                  </a:cubicBezTo>
                  <a:cubicBezTo>
                    <a:pt x="64503" y="-540"/>
                    <a:pt x="70949" y="5612"/>
                    <a:pt x="71146" y="13401"/>
                  </a:cubicBezTo>
                  <a:cubicBezTo>
                    <a:pt x="71146" y="13401"/>
                    <a:pt x="71146" y="13401"/>
                    <a:pt x="71146" y="13401"/>
                  </a:cubicBezTo>
                  <a:cubicBezTo>
                    <a:pt x="71146" y="13401"/>
                    <a:pt x="71146" y="15037"/>
                    <a:pt x="71146" y="15692"/>
                  </a:cubicBezTo>
                  <a:lnTo>
                    <a:pt x="65255" y="65762"/>
                  </a:lnTo>
                  <a:lnTo>
                    <a:pt x="88163" y="65762"/>
                  </a:lnTo>
                  <a:cubicBezTo>
                    <a:pt x="95101" y="65762"/>
                    <a:pt x="100762" y="71292"/>
                    <a:pt x="100926" y="78197"/>
                  </a:cubicBezTo>
                  <a:cubicBezTo>
                    <a:pt x="100926" y="78197"/>
                    <a:pt x="100926" y="77870"/>
                    <a:pt x="100926" y="77870"/>
                  </a:cubicBezTo>
                  <a:close/>
                </a:path>
              </a:pathLst>
            </a:custGeom>
            <a:solidFill>
              <a:srgbClr val="FFFFFF"/>
            </a:solidFill>
            <a:ln w="32716" cap="flat">
              <a:noFill/>
              <a:prstDash val="solid"/>
              <a:miter/>
            </a:ln>
          </p:spPr>
          <p:txBody>
            <a:bodyPr rtlCol="0" anchor="ctr"/>
            <a:lstStyle/>
            <a:p>
              <a:endParaRPr lang="sv-SE"/>
            </a:p>
          </p:txBody>
        </p:sp>
        <p:sp>
          <p:nvSpPr>
            <p:cNvPr id="81" name="Frihandsfigur: Form 80">
              <a:extLst>
                <a:ext uri="{FF2B5EF4-FFF2-40B4-BE49-F238E27FC236}">
                  <a16:creationId xmlns:a16="http://schemas.microsoft.com/office/drawing/2014/main" id="{74120682-3396-4050-B345-83193F9A09ED}"/>
                </a:ext>
              </a:extLst>
            </p:cNvPr>
            <p:cNvSpPr/>
            <p:nvPr/>
          </p:nvSpPr>
          <p:spPr>
            <a:xfrm>
              <a:off x="3981385" y="5194617"/>
              <a:ext cx="59560" cy="221877"/>
            </a:xfrm>
            <a:custGeom>
              <a:avLst/>
              <a:gdLst>
                <a:gd name="connsiteX0" fmla="*/ 32170 w 59560"/>
                <a:gd name="connsiteY0" fmla="*/ 205166 h 221877"/>
                <a:gd name="connsiteX1" fmla="*/ 13844 w 59560"/>
                <a:gd name="connsiteY1" fmla="*/ 221529 h 221877"/>
                <a:gd name="connsiteX2" fmla="*/ -228 w 59560"/>
                <a:gd name="connsiteY2" fmla="*/ 207457 h 221877"/>
                <a:gd name="connsiteX3" fmla="*/ -228 w 59560"/>
                <a:gd name="connsiteY3" fmla="*/ 207130 h 221877"/>
                <a:gd name="connsiteX4" fmla="*/ 14499 w 59560"/>
                <a:gd name="connsiteY4" fmla="*/ 85391 h 221877"/>
                <a:gd name="connsiteX5" fmla="*/ 32497 w 59560"/>
                <a:gd name="connsiteY5" fmla="*/ 69356 h 221877"/>
                <a:gd name="connsiteX6" fmla="*/ 47224 w 59560"/>
                <a:gd name="connsiteY6" fmla="*/ 83101 h 221877"/>
                <a:gd name="connsiteX7" fmla="*/ 32170 w 59560"/>
                <a:gd name="connsiteY7" fmla="*/ 205166 h 221877"/>
                <a:gd name="connsiteX8" fmla="*/ 38388 w 59560"/>
                <a:gd name="connsiteY8" fmla="*/ 41540 h 221877"/>
                <a:gd name="connsiteX9" fmla="*/ 17444 w 59560"/>
                <a:gd name="connsiteY9" fmla="*/ 20596 h 221877"/>
                <a:gd name="connsiteX10" fmla="*/ 38388 w 59560"/>
                <a:gd name="connsiteY10" fmla="*/ -349 h 221877"/>
                <a:gd name="connsiteX11" fmla="*/ 59332 w 59560"/>
                <a:gd name="connsiteY11" fmla="*/ 20596 h 221877"/>
                <a:gd name="connsiteX12" fmla="*/ 59332 w 59560"/>
                <a:gd name="connsiteY12" fmla="*/ 20923 h 221877"/>
                <a:gd name="connsiteX13" fmla="*/ 39697 w 59560"/>
                <a:gd name="connsiteY13" fmla="*/ 40886 h 221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560" h="221877">
                  <a:moveTo>
                    <a:pt x="32170" y="205166"/>
                  </a:moveTo>
                  <a:cubicBezTo>
                    <a:pt x="30665" y="214231"/>
                    <a:pt x="23040" y="221039"/>
                    <a:pt x="13844" y="221529"/>
                  </a:cubicBezTo>
                  <a:cubicBezTo>
                    <a:pt x="6088" y="221529"/>
                    <a:pt x="-228" y="215246"/>
                    <a:pt x="-228" y="207457"/>
                  </a:cubicBezTo>
                  <a:cubicBezTo>
                    <a:pt x="-228" y="207359"/>
                    <a:pt x="-228" y="207229"/>
                    <a:pt x="-228" y="207130"/>
                  </a:cubicBezTo>
                  <a:cubicBezTo>
                    <a:pt x="-228" y="207130"/>
                    <a:pt x="-228" y="207130"/>
                    <a:pt x="14499" y="85391"/>
                  </a:cubicBezTo>
                  <a:cubicBezTo>
                    <a:pt x="15775" y="76359"/>
                    <a:pt x="23400" y="69585"/>
                    <a:pt x="32497" y="69356"/>
                  </a:cubicBezTo>
                  <a:cubicBezTo>
                    <a:pt x="40319" y="69161"/>
                    <a:pt x="46864" y="75280"/>
                    <a:pt x="47224" y="83101"/>
                  </a:cubicBezTo>
                  <a:cubicBezTo>
                    <a:pt x="47224" y="83101"/>
                    <a:pt x="47224" y="84737"/>
                    <a:pt x="32170" y="205166"/>
                  </a:cubicBezTo>
                  <a:close/>
                  <a:moveTo>
                    <a:pt x="38388" y="41540"/>
                  </a:moveTo>
                  <a:cubicBezTo>
                    <a:pt x="26836" y="41540"/>
                    <a:pt x="17444" y="32148"/>
                    <a:pt x="17444" y="20596"/>
                  </a:cubicBezTo>
                  <a:cubicBezTo>
                    <a:pt x="17444" y="9011"/>
                    <a:pt x="26836" y="-349"/>
                    <a:pt x="38388" y="-349"/>
                  </a:cubicBezTo>
                  <a:cubicBezTo>
                    <a:pt x="49973" y="-349"/>
                    <a:pt x="59332" y="9044"/>
                    <a:pt x="59332" y="20596"/>
                  </a:cubicBezTo>
                  <a:cubicBezTo>
                    <a:pt x="59332" y="20694"/>
                    <a:pt x="59332" y="20825"/>
                    <a:pt x="59332" y="20923"/>
                  </a:cubicBezTo>
                  <a:cubicBezTo>
                    <a:pt x="59005" y="31689"/>
                    <a:pt x="50464" y="40362"/>
                    <a:pt x="39697" y="40886"/>
                  </a:cubicBezTo>
                  <a:close/>
                </a:path>
              </a:pathLst>
            </a:custGeom>
            <a:solidFill>
              <a:srgbClr val="FFFFFF"/>
            </a:solidFill>
            <a:ln w="32716" cap="flat">
              <a:noFill/>
              <a:prstDash val="solid"/>
              <a:miter/>
            </a:ln>
          </p:spPr>
          <p:txBody>
            <a:bodyPr rtlCol="0" anchor="ctr"/>
            <a:lstStyle/>
            <a:p>
              <a:endParaRPr lang="sv-SE"/>
            </a:p>
          </p:txBody>
        </p:sp>
        <p:sp>
          <p:nvSpPr>
            <p:cNvPr id="82" name="Frihandsfigur: Form 81">
              <a:extLst>
                <a:ext uri="{FF2B5EF4-FFF2-40B4-BE49-F238E27FC236}">
                  <a16:creationId xmlns:a16="http://schemas.microsoft.com/office/drawing/2014/main" id="{A6F2C44B-5E37-472A-8D73-5E34EE7BC28C}"/>
                </a:ext>
              </a:extLst>
            </p:cNvPr>
            <p:cNvSpPr/>
            <p:nvPr/>
          </p:nvSpPr>
          <p:spPr>
            <a:xfrm>
              <a:off x="4052906" y="5262646"/>
              <a:ext cx="124176" cy="154213"/>
            </a:xfrm>
            <a:custGeom>
              <a:avLst/>
              <a:gdLst>
                <a:gd name="connsiteX0" fmla="*/ 122312 w 124176"/>
                <a:gd name="connsiteY0" fmla="*/ 20634 h 154213"/>
                <a:gd name="connsiteX1" fmla="*/ 56861 w 124176"/>
                <a:gd name="connsiteY1" fmla="*/ 144009 h 154213"/>
                <a:gd name="connsiteX2" fmla="*/ 41154 w 124176"/>
                <a:gd name="connsiteY2" fmla="*/ 153827 h 154213"/>
                <a:gd name="connsiteX3" fmla="*/ 27409 w 124176"/>
                <a:gd name="connsiteY3" fmla="*/ 143682 h 154213"/>
                <a:gd name="connsiteX4" fmla="*/ -80 w 124176"/>
                <a:gd name="connsiteY4" fmla="*/ 20962 h 154213"/>
                <a:gd name="connsiteX5" fmla="*/ -80 w 124176"/>
                <a:gd name="connsiteY5" fmla="*/ 17362 h 154213"/>
                <a:gd name="connsiteX6" fmla="*/ 16249 w 124176"/>
                <a:gd name="connsiteY6" fmla="*/ -309 h 154213"/>
                <a:gd name="connsiteX7" fmla="*/ 16282 w 124176"/>
                <a:gd name="connsiteY7" fmla="*/ -309 h 154213"/>
                <a:gd name="connsiteX8" fmla="*/ 29045 w 124176"/>
                <a:gd name="connsiteY8" fmla="*/ 9180 h 154213"/>
                <a:gd name="connsiteX9" fmla="*/ 49008 w 124176"/>
                <a:gd name="connsiteY9" fmla="*/ 96230 h 154213"/>
                <a:gd name="connsiteX10" fmla="*/ 94823 w 124176"/>
                <a:gd name="connsiteY10" fmla="*/ 9508 h 154213"/>
                <a:gd name="connsiteX11" fmla="*/ 109876 w 124176"/>
                <a:gd name="connsiteY11" fmla="*/ -309 h 154213"/>
                <a:gd name="connsiteX12" fmla="*/ 123916 w 124176"/>
                <a:gd name="connsiteY12" fmla="*/ 11766 h 154213"/>
                <a:gd name="connsiteX13" fmla="*/ 123949 w 124176"/>
                <a:gd name="connsiteY13" fmla="*/ 13108 h 154213"/>
                <a:gd name="connsiteX14" fmla="*/ 122312 w 124176"/>
                <a:gd name="connsiteY14" fmla="*/ 20634 h 15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4176" h="154213">
                  <a:moveTo>
                    <a:pt x="122312" y="20634"/>
                  </a:moveTo>
                  <a:lnTo>
                    <a:pt x="56861" y="144009"/>
                  </a:lnTo>
                  <a:cubicBezTo>
                    <a:pt x="53785" y="149867"/>
                    <a:pt x="47764" y="153630"/>
                    <a:pt x="41154" y="153827"/>
                  </a:cubicBezTo>
                  <a:cubicBezTo>
                    <a:pt x="34706" y="154318"/>
                    <a:pt x="28849" y="149998"/>
                    <a:pt x="27409" y="143682"/>
                  </a:cubicBezTo>
                  <a:lnTo>
                    <a:pt x="-80" y="20962"/>
                  </a:lnTo>
                  <a:cubicBezTo>
                    <a:pt x="-277" y="19783"/>
                    <a:pt x="-277" y="18540"/>
                    <a:pt x="-80" y="17362"/>
                  </a:cubicBezTo>
                  <a:cubicBezTo>
                    <a:pt x="-440" y="7970"/>
                    <a:pt x="6858" y="50"/>
                    <a:pt x="16249" y="-309"/>
                  </a:cubicBezTo>
                  <a:cubicBezTo>
                    <a:pt x="16249" y="-309"/>
                    <a:pt x="16282" y="-309"/>
                    <a:pt x="16282" y="-309"/>
                  </a:cubicBezTo>
                  <a:cubicBezTo>
                    <a:pt x="22206" y="-375"/>
                    <a:pt x="27409" y="3487"/>
                    <a:pt x="29045" y="9180"/>
                  </a:cubicBezTo>
                  <a:lnTo>
                    <a:pt x="49008" y="96230"/>
                  </a:lnTo>
                  <a:lnTo>
                    <a:pt x="94823" y="9508"/>
                  </a:lnTo>
                  <a:cubicBezTo>
                    <a:pt x="97572" y="3651"/>
                    <a:pt x="103397" y="-178"/>
                    <a:pt x="109876" y="-309"/>
                  </a:cubicBezTo>
                  <a:cubicBezTo>
                    <a:pt x="117076" y="-866"/>
                    <a:pt x="123360" y="4533"/>
                    <a:pt x="123916" y="11766"/>
                  </a:cubicBezTo>
                  <a:cubicBezTo>
                    <a:pt x="123949" y="12191"/>
                    <a:pt x="123949" y="12650"/>
                    <a:pt x="123949" y="13108"/>
                  </a:cubicBezTo>
                  <a:cubicBezTo>
                    <a:pt x="123850" y="15693"/>
                    <a:pt x="123327" y="18245"/>
                    <a:pt x="122312" y="20634"/>
                  </a:cubicBezTo>
                  <a:close/>
                </a:path>
              </a:pathLst>
            </a:custGeom>
            <a:solidFill>
              <a:srgbClr val="FFFFFF"/>
            </a:solidFill>
            <a:ln w="32716" cap="flat">
              <a:noFill/>
              <a:prstDash val="solid"/>
              <a:miter/>
            </a:ln>
          </p:spPr>
          <p:txBody>
            <a:bodyPr rtlCol="0" anchor="ctr"/>
            <a:lstStyle/>
            <a:p>
              <a:endParaRPr lang="sv-SE"/>
            </a:p>
          </p:txBody>
        </p:sp>
        <p:sp>
          <p:nvSpPr>
            <p:cNvPr id="83" name="Frihandsfigur: Form 82">
              <a:extLst>
                <a:ext uri="{FF2B5EF4-FFF2-40B4-BE49-F238E27FC236}">
                  <a16:creationId xmlns:a16="http://schemas.microsoft.com/office/drawing/2014/main" id="{EEE88462-ECB6-4FF7-851B-5B2C344A311A}"/>
                </a:ext>
              </a:extLst>
            </p:cNvPr>
            <p:cNvSpPr/>
            <p:nvPr/>
          </p:nvSpPr>
          <p:spPr>
            <a:xfrm>
              <a:off x="4184936" y="5262015"/>
              <a:ext cx="119120" cy="154152"/>
            </a:xfrm>
            <a:custGeom>
              <a:avLst/>
              <a:gdLst>
                <a:gd name="connsiteX0" fmla="*/ 97948 w 119120"/>
                <a:gd name="connsiteY0" fmla="*/ 41883 h 154152"/>
                <a:gd name="connsiteX1" fmla="*/ 76022 w 119120"/>
                <a:gd name="connsiteY1" fmla="*/ 35665 h 154152"/>
                <a:gd name="connsiteX2" fmla="*/ 40025 w 119120"/>
                <a:gd name="connsiteY2" fmla="*/ 72645 h 154152"/>
                <a:gd name="connsiteX3" fmla="*/ 32170 w 119120"/>
                <a:gd name="connsiteY3" fmla="*/ 138095 h 154152"/>
                <a:gd name="connsiteX4" fmla="*/ 13844 w 119120"/>
                <a:gd name="connsiteY4" fmla="*/ 153804 h 154152"/>
                <a:gd name="connsiteX5" fmla="*/ -228 w 119120"/>
                <a:gd name="connsiteY5" fmla="*/ 139731 h 154152"/>
                <a:gd name="connsiteX6" fmla="*/ -228 w 119120"/>
                <a:gd name="connsiteY6" fmla="*/ 138095 h 154152"/>
                <a:gd name="connsiteX7" fmla="*/ 14825 w 119120"/>
                <a:gd name="connsiteY7" fmla="*/ 15703 h 154152"/>
                <a:gd name="connsiteX8" fmla="*/ 32825 w 119120"/>
                <a:gd name="connsiteY8" fmla="*/ -333 h 154152"/>
                <a:gd name="connsiteX9" fmla="*/ 47224 w 119120"/>
                <a:gd name="connsiteY9" fmla="*/ 12725 h 154152"/>
                <a:gd name="connsiteX10" fmla="*/ 47224 w 119120"/>
                <a:gd name="connsiteY10" fmla="*/ 13740 h 154152"/>
                <a:gd name="connsiteX11" fmla="*/ 47224 w 119120"/>
                <a:gd name="connsiteY11" fmla="*/ 24866 h 154152"/>
                <a:gd name="connsiteX12" fmla="*/ 89439 w 119120"/>
                <a:gd name="connsiteY12" fmla="*/ 2612 h 154152"/>
                <a:gd name="connsiteX13" fmla="*/ 118893 w 119120"/>
                <a:gd name="connsiteY13" fmla="*/ 22575 h 154152"/>
                <a:gd name="connsiteX14" fmla="*/ 98963 w 119120"/>
                <a:gd name="connsiteY14" fmla="*/ 41916 h 154152"/>
                <a:gd name="connsiteX15" fmla="*/ 97948 w 119120"/>
                <a:gd name="connsiteY15" fmla="*/ 41883 h 15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9120" h="154152">
                  <a:moveTo>
                    <a:pt x="97948" y="41883"/>
                  </a:moveTo>
                  <a:cubicBezTo>
                    <a:pt x="90749" y="41883"/>
                    <a:pt x="86822" y="35665"/>
                    <a:pt x="76022" y="35665"/>
                  </a:cubicBezTo>
                  <a:cubicBezTo>
                    <a:pt x="56845" y="38021"/>
                    <a:pt x="41857" y="53402"/>
                    <a:pt x="40025" y="72645"/>
                  </a:cubicBezTo>
                  <a:lnTo>
                    <a:pt x="32170" y="138095"/>
                  </a:lnTo>
                  <a:cubicBezTo>
                    <a:pt x="30599" y="147030"/>
                    <a:pt x="22909" y="153640"/>
                    <a:pt x="13844" y="153804"/>
                  </a:cubicBezTo>
                  <a:cubicBezTo>
                    <a:pt x="6088" y="153804"/>
                    <a:pt x="-228" y="147520"/>
                    <a:pt x="-228" y="139731"/>
                  </a:cubicBezTo>
                  <a:lnTo>
                    <a:pt x="-228" y="138095"/>
                  </a:lnTo>
                  <a:lnTo>
                    <a:pt x="14825" y="15703"/>
                  </a:lnTo>
                  <a:cubicBezTo>
                    <a:pt x="16233" y="6736"/>
                    <a:pt x="23760" y="28"/>
                    <a:pt x="32825" y="-333"/>
                  </a:cubicBezTo>
                  <a:cubicBezTo>
                    <a:pt x="40417" y="-693"/>
                    <a:pt x="46864" y="5165"/>
                    <a:pt x="47224" y="12725"/>
                  </a:cubicBezTo>
                  <a:cubicBezTo>
                    <a:pt x="47224" y="13084"/>
                    <a:pt x="47224" y="13412"/>
                    <a:pt x="47224" y="13740"/>
                  </a:cubicBezTo>
                  <a:cubicBezTo>
                    <a:pt x="47551" y="17437"/>
                    <a:pt x="47551" y="21168"/>
                    <a:pt x="47224" y="24866"/>
                  </a:cubicBezTo>
                  <a:cubicBezTo>
                    <a:pt x="57303" y="11546"/>
                    <a:pt x="72750" y="3398"/>
                    <a:pt x="89439" y="2612"/>
                  </a:cubicBezTo>
                  <a:cubicBezTo>
                    <a:pt x="101547" y="2612"/>
                    <a:pt x="118893" y="8176"/>
                    <a:pt x="118893" y="22575"/>
                  </a:cubicBezTo>
                  <a:cubicBezTo>
                    <a:pt x="118729" y="33407"/>
                    <a:pt x="109828" y="42080"/>
                    <a:pt x="98963" y="41916"/>
                  </a:cubicBezTo>
                  <a:cubicBezTo>
                    <a:pt x="98635" y="41916"/>
                    <a:pt x="98276" y="41916"/>
                    <a:pt x="97948" y="41883"/>
                  </a:cubicBezTo>
                  <a:close/>
                </a:path>
              </a:pathLst>
            </a:custGeom>
            <a:solidFill>
              <a:srgbClr val="FFFFFF"/>
            </a:solidFill>
            <a:ln w="32716" cap="flat">
              <a:noFill/>
              <a:prstDash val="solid"/>
              <a:miter/>
            </a:ln>
          </p:spPr>
          <p:txBody>
            <a:bodyPr rtlCol="0" anchor="ctr"/>
            <a:lstStyle/>
            <a:p>
              <a:endParaRPr lang="sv-SE"/>
            </a:p>
          </p:txBody>
        </p:sp>
        <p:sp>
          <p:nvSpPr>
            <p:cNvPr id="84" name="Frihandsfigur: Form 83">
              <a:extLst>
                <a:ext uri="{FF2B5EF4-FFF2-40B4-BE49-F238E27FC236}">
                  <a16:creationId xmlns:a16="http://schemas.microsoft.com/office/drawing/2014/main" id="{EF306214-372C-4C90-A971-0EFFF02A8C66}"/>
                </a:ext>
              </a:extLst>
            </p:cNvPr>
            <p:cNvSpPr/>
            <p:nvPr/>
          </p:nvSpPr>
          <p:spPr>
            <a:xfrm>
              <a:off x="4308966" y="5194779"/>
              <a:ext cx="62179" cy="221720"/>
            </a:xfrm>
            <a:custGeom>
              <a:avLst/>
              <a:gdLst>
                <a:gd name="connsiteX0" fmla="*/ 32170 w 62179"/>
                <a:gd name="connsiteY0" fmla="*/ 205004 h 221720"/>
                <a:gd name="connsiteX1" fmla="*/ 14171 w 62179"/>
                <a:gd name="connsiteY1" fmla="*/ 221367 h 221720"/>
                <a:gd name="connsiteX2" fmla="*/ -228 w 62179"/>
                <a:gd name="connsiteY2" fmla="*/ 207623 h 221720"/>
                <a:gd name="connsiteX3" fmla="*/ -228 w 62179"/>
                <a:gd name="connsiteY3" fmla="*/ 206968 h 221720"/>
                <a:gd name="connsiteX4" fmla="*/ 14825 w 62179"/>
                <a:gd name="connsiteY4" fmla="*/ 85229 h 221720"/>
                <a:gd name="connsiteX5" fmla="*/ 32497 w 62179"/>
                <a:gd name="connsiteY5" fmla="*/ 69194 h 221720"/>
                <a:gd name="connsiteX6" fmla="*/ 47551 w 62179"/>
                <a:gd name="connsiteY6" fmla="*/ 82906 h 221720"/>
                <a:gd name="connsiteX7" fmla="*/ 47551 w 62179"/>
                <a:gd name="connsiteY7" fmla="*/ 82939 h 221720"/>
                <a:gd name="connsiteX8" fmla="*/ 32170 w 62179"/>
                <a:gd name="connsiteY8" fmla="*/ 205004 h 221720"/>
                <a:gd name="connsiteX9" fmla="*/ 38388 w 62179"/>
                <a:gd name="connsiteY9" fmla="*/ 41378 h 221720"/>
                <a:gd name="connsiteX10" fmla="*/ 20225 w 62179"/>
                <a:gd name="connsiteY10" fmla="*/ 17979 h 221720"/>
                <a:gd name="connsiteX11" fmla="*/ 38388 w 62179"/>
                <a:gd name="connsiteY11" fmla="*/ -183 h 221720"/>
                <a:gd name="connsiteX12" fmla="*/ 61786 w 62179"/>
                <a:gd name="connsiteY12" fmla="*/ 17979 h 221720"/>
                <a:gd name="connsiteX13" fmla="*/ 43624 w 62179"/>
                <a:gd name="connsiteY13" fmla="*/ 41378 h 221720"/>
                <a:gd name="connsiteX14" fmla="*/ 38388 w 62179"/>
                <a:gd name="connsiteY14" fmla="*/ 41378 h 221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79" h="221720">
                  <a:moveTo>
                    <a:pt x="32170" y="205004"/>
                  </a:moveTo>
                  <a:cubicBezTo>
                    <a:pt x="30665" y="213972"/>
                    <a:pt x="23236" y="220746"/>
                    <a:pt x="14171" y="221367"/>
                  </a:cubicBezTo>
                  <a:cubicBezTo>
                    <a:pt x="6415" y="221564"/>
                    <a:pt x="-32" y="215412"/>
                    <a:pt x="-228" y="207623"/>
                  </a:cubicBezTo>
                  <a:cubicBezTo>
                    <a:pt x="-228" y="207393"/>
                    <a:pt x="-228" y="207197"/>
                    <a:pt x="-228" y="206968"/>
                  </a:cubicBezTo>
                  <a:cubicBezTo>
                    <a:pt x="-228" y="206968"/>
                    <a:pt x="-228" y="206968"/>
                    <a:pt x="14825" y="85229"/>
                  </a:cubicBezTo>
                  <a:cubicBezTo>
                    <a:pt x="15938" y="76263"/>
                    <a:pt x="23465" y="69456"/>
                    <a:pt x="32497" y="69194"/>
                  </a:cubicBezTo>
                  <a:cubicBezTo>
                    <a:pt x="40449" y="68835"/>
                    <a:pt x="47191" y="74954"/>
                    <a:pt x="47551" y="82906"/>
                  </a:cubicBezTo>
                  <a:cubicBezTo>
                    <a:pt x="47551" y="82906"/>
                    <a:pt x="47551" y="82939"/>
                    <a:pt x="47551" y="82939"/>
                  </a:cubicBezTo>
                  <a:cubicBezTo>
                    <a:pt x="47551" y="82939"/>
                    <a:pt x="47551" y="84575"/>
                    <a:pt x="32170" y="205004"/>
                  </a:cubicBezTo>
                  <a:close/>
                  <a:moveTo>
                    <a:pt x="38388" y="41378"/>
                  </a:moveTo>
                  <a:cubicBezTo>
                    <a:pt x="26901" y="39938"/>
                    <a:pt x="18785" y="29466"/>
                    <a:pt x="20225" y="17979"/>
                  </a:cubicBezTo>
                  <a:cubicBezTo>
                    <a:pt x="21403" y="8488"/>
                    <a:pt x="28897" y="995"/>
                    <a:pt x="38388" y="-183"/>
                  </a:cubicBezTo>
                  <a:cubicBezTo>
                    <a:pt x="49875" y="-1623"/>
                    <a:pt x="60346" y="6493"/>
                    <a:pt x="61786" y="17979"/>
                  </a:cubicBezTo>
                  <a:cubicBezTo>
                    <a:pt x="63226" y="29466"/>
                    <a:pt x="55078" y="39938"/>
                    <a:pt x="43624" y="41378"/>
                  </a:cubicBezTo>
                  <a:cubicBezTo>
                    <a:pt x="41889" y="41607"/>
                    <a:pt x="40123" y="41607"/>
                    <a:pt x="38388" y="41378"/>
                  </a:cubicBezTo>
                  <a:close/>
                </a:path>
              </a:pathLst>
            </a:custGeom>
            <a:solidFill>
              <a:srgbClr val="FFFFFF"/>
            </a:solidFill>
            <a:ln w="32716" cap="flat">
              <a:noFill/>
              <a:prstDash val="solid"/>
              <a:miter/>
            </a:ln>
          </p:spPr>
          <p:txBody>
            <a:bodyPr rtlCol="0" anchor="ctr"/>
            <a:lstStyle/>
            <a:p>
              <a:endParaRPr lang="sv-SE"/>
            </a:p>
          </p:txBody>
        </p:sp>
        <p:sp>
          <p:nvSpPr>
            <p:cNvPr id="85" name="Frihandsfigur: Form 84">
              <a:extLst>
                <a:ext uri="{FF2B5EF4-FFF2-40B4-BE49-F238E27FC236}">
                  <a16:creationId xmlns:a16="http://schemas.microsoft.com/office/drawing/2014/main" id="{A533FF1E-560A-417B-9B37-4966830D7371}"/>
                </a:ext>
              </a:extLst>
            </p:cNvPr>
            <p:cNvSpPr/>
            <p:nvPr/>
          </p:nvSpPr>
          <p:spPr>
            <a:xfrm>
              <a:off x="4381942" y="5166473"/>
              <a:ext cx="128937" cy="250103"/>
            </a:xfrm>
            <a:custGeom>
              <a:avLst/>
              <a:gdLst>
                <a:gd name="connsiteX0" fmla="*/ 122492 w 128937"/>
                <a:gd name="connsiteY0" fmla="*/ 123681 h 250103"/>
                <a:gd name="connsiteX1" fmla="*/ 74386 w 128937"/>
                <a:gd name="connsiteY1" fmla="*/ 164587 h 250103"/>
                <a:gd name="connsiteX2" fmla="*/ 113657 w 128937"/>
                <a:gd name="connsiteY2" fmla="*/ 224474 h 250103"/>
                <a:gd name="connsiteX3" fmla="*/ 116274 w 128937"/>
                <a:gd name="connsiteY3" fmla="*/ 232983 h 250103"/>
                <a:gd name="connsiteX4" fmla="*/ 100992 w 128937"/>
                <a:gd name="connsiteY4" fmla="*/ 249738 h 250103"/>
                <a:gd name="connsiteX5" fmla="*/ 86822 w 128937"/>
                <a:gd name="connsiteY5" fmla="*/ 242473 h 250103"/>
                <a:gd name="connsiteX6" fmla="*/ 48860 w 128937"/>
                <a:gd name="connsiteY6" fmla="*/ 181932 h 250103"/>
                <a:gd name="connsiteX7" fmla="*/ 36098 w 128937"/>
                <a:gd name="connsiteY7" fmla="*/ 192403 h 250103"/>
                <a:gd name="connsiteX8" fmla="*/ 31843 w 128937"/>
                <a:gd name="connsiteY8" fmla="*/ 233637 h 250103"/>
                <a:gd name="connsiteX9" fmla="*/ 13517 w 128937"/>
                <a:gd name="connsiteY9" fmla="*/ 249672 h 250103"/>
                <a:gd name="connsiteX10" fmla="*/ -228 w 128937"/>
                <a:gd name="connsiteY10" fmla="*/ 236582 h 250103"/>
                <a:gd name="connsiteX11" fmla="*/ -228 w 128937"/>
                <a:gd name="connsiteY11" fmla="*/ 235928 h 250103"/>
                <a:gd name="connsiteX12" fmla="*/ 26607 w 128937"/>
                <a:gd name="connsiteY12" fmla="*/ 16014 h 250103"/>
                <a:gd name="connsiteX13" fmla="*/ 44279 w 128937"/>
                <a:gd name="connsiteY13" fmla="*/ -349 h 250103"/>
                <a:gd name="connsiteX14" fmla="*/ 59005 w 128937"/>
                <a:gd name="connsiteY14" fmla="*/ 14050 h 250103"/>
                <a:gd name="connsiteX15" fmla="*/ 41660 w 128937"/>
                <a:gd name="connsiteY15" fmla="*/ 153460 h 250103"/>
                <a:gd name="connsiteX16" fmla="*/ 104166 w 128937"/>
                <a:gd name="connsiteY16" fmla="*/ 100772 h 250103"/>
                <a:gd name="connsiteX17" fmla="*/ 113984 w 128937"/>
                <a:gd name="connsiteY17" fmla="*/ 97500 h 250103"/>
                <a:gd name="connsiteX18" fmla="*/ 128710 w 128937"/>
                <a:gd name="connsiteY18" fmla="*/ 111899 h 250103"/>
                <a:gd name="connsiteX19" fmla="*/ 122492 w 128937"/>
                <a:gd name="connsiteY19" fmla="*/ 123681 h 25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8937" h="250103">
                  <a:moveTo>
                    <a:pt x="122492" y="123681"/>
                  </a:moveTo>
                  <a:lnTo>
                    <a:pt x="74386" y="164587"/>
                  </a:lnTo>
                  <a:lnTo>
                    <a:pt x="113657" y="224474"/>
                  </a:lnTo>
                  <a:cubicBezTo>
                    <a:pt x="115261" y="227027"/>
                    <a:pt x="116176" y="229972"/>
                    <a:pt x="116274" y="232983"/>
                  </a:cubicBezTo>
                  <a:cubicBezTo>
                    <a:pt x="116668" y="241818"/>
                    <a:pt x="109828" y="249346"/>
                    <a:pt x="100992" y="249738"/>
                  </a:cubicBezTo>
                  <a:cubicBezTo>
                    <a:pt x="95331" y="250000"/>
                    <a:pt x="89931" y="247218"/>
                    <a:pt x="86822" y="242473"/>
                  </a:cubicBezTo>
                  <a:lnTo>
                    <a:pt x="48860" y="181932"/>
                  </a:lnTo>
                  <a:lnTo>
                    <a:pt x="36098" y="192403"/>
                  </a:lnTo>
                  <a:lnTo>
                    <a:pt x="31843" y="233637"/>
                  </a:lnTo>
                  <a:cubicBezTo>
                    <a:pt x="30436" y="242702"/>
                    <a:pt x="22713" y="249477"/>
                    <a:pt x="13517" y="249672"/>
                  </a:cubicBezTo>
                  <a:cubicBezTo>
                    <a:pt x="6121" y="249869"/>
                    <a:pt x="-31" y="244011"/>
                    <a:pt x="-228" y="236582"/>
                  </a:cubicBezTo>
                  <a:cubicBezTo>
                    <a:pt x="-228" y="236354"/>
                    <a:pt x="-228" y="236157"/>
                    <a:pt x="-228" y="235928"/>
                  </a:cubicBezTo>
                  <a:cubicBezTo>
                    <a:pt x="-228" y="235928"/>
                    <a:pt x="-228" y="235928"/>
                    <a:pt x="26607" y="16014"/>
                  </a:cubicBezTo>
                  <a:cubicBezTo>
                    <a:pt x="27949" y="7113"/>
                    <a:pt x="35280" y="305"/>
                    <a:pt x="44279" y="-349"/>
                  </a:cubicBezTo>
                  <a:cubicBezTo>
                    <a:pt x="52297" y="-349"/>
                    <a:pt x="58842" y="6033"/>
                    <a:pt x="59005" y="14050"/>
                  </a:cubicBezTo>
                  <a:cubicBezTo>
                    <a:pt x="59005" y="14050"/>
                    <a:pt x="59005" y="14050"/>
                    <a:pt x="41660" y="153460"/>
                  </a:cubicBezTo>
                  <a:lnTo>
                    <a:pt x="104166" y="100772"/>
                  </a:lnTo>
                  <a:cubicBezTo>
                    <a:pt x="106948" y="98514"/>
                    <a:pt x="110417" y="97369"/>
                    <a:pt x="113984" y="97500"/>
                  </a:cubicBezTo>
                  <a:cubicBezTo>
                    <a:pt x="121871" y="97827"/>
                    <a:pt x="128220" y="104045"/>
                    <a:pt x="128710" y="111899"/>
                  </a:cubicBezTo>
                  <a:cubicBezTo>
                    <a:pt x="128481" y="116546"/>
                    <a:pt x="126223" y="120865"/>
                    <a:pt x="122492" y="123681"/>
                  </a:cubicBezTo>
                  <a:close/>
                </a:path>
              </a:pathLst>
            </a:custGeom>
            <a:solidFill>
              <a:srgbClr val="FFFFFF"/>
            </a:solidFill>
            <a:ln w="32716" cap="flat">
              <a:noFill/>
              <a:prstDash val="solid"/>
              <a:miter/>
            </a:ln>
          </p:spPr>
          <p:txBody>
            <a:bodyPr rtlCol="0" anchor="ctr"/>
            <a:lstStyle/>
            <a:p>
              <a:endParaRPr lang="sv-SE"/>
            </a:p>
          </p:txBody>
        </p:sp>
        <p:sp>
          <p:nvSpPr>
            <p:cNvPr id="86" name="Frihandsfigur: Form 85">
              <a:extLst>
                <a:ext uri="{FF2B5EF4-FFF2-40B4-BE49-F238E27FC236}">
                  <a16:creationId xmlns:a16="http://schemas.microsoft.com/office/drawing/2014/main" id="{7466EB94-9E95-4084-BBF4-30C32D0BDE3D}"/>
                </a:ext>
              </a:extLst>
            </p:cNvPr>
            <p:cNvSpPr/>
            <p:nvPr/>
          </p:nvSpPr>
          <p:spPr>
            <a:xfrm>
              <a:off x="4521025" y="5264623"/>
              <a:ext cx="140064" cy="152169"/>
            </a:xfrm>
            <a:custGeom>
              <a:avLst/>
              <a:gdLst>
                <a:gd name="connsiteX0" fmla="*/ 139837 w 140064"/>
                <a:gd name="connsiteY0" fmla="*/ 46475 h 152169"/>
                <a:gd name="connsiteX1" fmla="*/ 129038 w 140064"/>
                <a:gd name="connsiteY1" fmla="*/ 135488 h 152169"/>
                <a:gd name="connsiteX2" fmla="*/ 111039 w 140064"/>
                <a:gd name="connsiteY2" fmla="*/ 151523 h 152169"/>
                <a:gd name="connsiteX3" fmla="*/ 96966 w 140064"/>
                <a:gd name="connsiteY3" fmla="*/ 138105 h 152169"/>
                <a:gd name="connsiteX4" fmla="*/ 96966 w 140064"/>
                <a:gd name="connsiteY4" fmla="*/ 137451 h 152169"/>
                <a:gd name="connsiteX5" fmla="*/ 96966 w 140064"/>
                <a:gd name="connsiteY5" fmla="*/ 135160 h 152169"/>
                <a:gd name="connsiteX6" fmla="*/ 45915 w 140064"/>
                <a:gd name="connsiteY6" fmla="*/ 151523 h 152169"/>
                <a:gd name="connsiteX7" fmla="*/ 67 w 140064"/>
                <a:gd name="connsiteY7" fmla="*/ 115493 h 152169"/>
                <a:gd name="connsiteX8" fmla="*/ -228 w 140064"/>
                <a:gd name="connsiteY8" fmla="*/ 111598 h 152169"/>
                <a:gd name="connsiteX9" fmla="*/ 78968 w 140064"/>
                <a:gd name="connsiteY9" fmla="*/ 52693 h 152169"/>
                <a:gd name="connsiteX10" fmla="*/ 106457 w 140064"/>
                <a:gd name="connsiteY10" fmla="*/ 54656 h 152169"/>
                <a:gd name="connsiteX11" fmla="*/ 106457 w 140064"/>
                <a:gd name="connsiteY11" fmla="*/ 47456 h 152169"/>
                <a:gd name="connsiteX12" fmla="*/ 73732 w 140064"/>
                <a:gd name="connsiteY12" fmla="*/ 26513 h 152169"/>
                <a:gd name="connsiteX13" fmla="*/ 39043 w 140064"/>
                <a:gd name="connsiteY13" fmla="*/ 35348 h 152169"/>
                <a:gd name="connsiteX14" fmla="*/ 32825 w 140064"/>
                <a:gd name="connsiteY14" fmla="*/ 37312 h 152169"/>
                <a:gd name="connsiteX15" fmla="*/ 20063 w 140064"/>
                <a:gd name="connsiteY15" fmla="*/ 24548 h 152169"/>
                <a:gd name="connsiteX16" fmla="*/ 30207 w 140064"/>
                <a:gd name="connsiteY16" fmla="*/ 9495 h 152169"/>
                <a:gd name="connsiteX17" fmla="*/ 84204 w 140064"/>
                <a:gd name="connsiteY17" fmla="*/ -322 h 152169"/>
                <a:gd name="connsiteX18" fmla="*/ 138855 w 140064"/>
                <a:gd name="connsiteY18" fmla="*/ 39275 h 152169"/>
                <a:gd name="connsiteX19" fmla="*/ 139837 w 140064"/>
                <a:gd name="connsiteY19" fmla="*/ 46475 h 152169"/>
                <a:gd name="connsiteX20" fmla="*/ 81913 w 140064"/>
                <a:gd name="connsiteY20" fmla="*/ 75601 h 152169"/>
                <a:gd name="connsiteX21" fmla="*/ 33153 w 140064"/>
                <a:gd name="connsiteY21" fmla="*/ 104072 h 152169"/>
                <a:gd name="connsiteX22" fmla="*/ 57369 w 140064"/>
                <a:gd name="connsiteY22" fmla="*/ 123379 h 152169"/>
                <a:gd name="connsiteX23" fmla="*/ 99912 w 140064"/>
                <a:gd name="connsiteY23" fmla="*/ 110944 h 152169"/>
                <a:gd name="connsiteX24" fmla="*/ 103839 w 140064"/>
                <a:gd name="connsiteY24" fmla="*/ 78218 h 152169"/>
                <a:gd name="connsiteX25" fmla="*/ 81913 w 140064"/>
                <a:gd name="connsiteY25" fmla="*/ 75601 h 15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064" h="152169">
                  <a:moveTo>
                    <a:pt x="139837" y="46475"/>
                  </a:moveTo>
                  <a:lnTo>
                    <a:pt x="129038" y="135488"/>
                  </a:lnTo>
                  <a:cubicBezTo>
                    <a:pt x="127761" y="144520"/>
                    <a:pt x="120136" y="151294"/>
                    <a:pt x="111039" y="151523"/>
                  </a:cubicBezTo>
                  <a:cubicBezTo>
                    <a:pt x="103446" y="151719"/>
                    <a:pt x="97163" y="145698"/>
                    <a:pt x="96966" y="138105"/>
                  </a:cubicBezTo>
                  <a:cubicBezTo>
                    <a:pt x="96966" y="137876"/>
                    <a:pt x="96966" y="137680"/>
                    <a:pt x="96966" y="137451"/>
                  </a:cubicBezTo>
                  <a:lnTo>
                    <a:pt x="96966" y="135160"/>
                  </a:lnTo>
                  <a:cubicBezTo>
                    <a:pt x="81651" y="144945"/>
                    <a:pt x="64077" y="150607"/>
                    <a:pt x="45915" y="151523"/>
                  </a:cubicBezTo>
                  <a:cubicBezTo>
                    <a:pt x="23302" y="154239"/>
                    <a:pt x="2783" y="138105"/>
                    <a:pt x="67" y="115493"/>
                  </a:cubicBezTo>
                  <a:cubicBezTo>
                    <a:pt x="-97" y="114216"/>
                    <a:pt x="-195" y="112907"/>
                    <a:pt x="-228" y="111598"/>
                  </a:cubicBezTo>
                  <a:cubicBezTo>
                    <a:pt x="-228" y="71019"/>
                    <a:pt x="44607" y="52693"/>
                    <a:pt x="78968" y="52693"/>
                  </a:cubicBezTo>
                  <a:cubicBezTo>
                    <a:pt x="88164" y="52693"/>
                    <a:pt x="97360" y="53347"/>
                    <a:pt x="106457" y="54656"/>
                  </a:cubicBezTo>
                  <a:cubicBezTo>
                    <a:pt x="106621" y="52267"/>
                    <a:pt x="106621" y="49845"/>
                    <a:pt x="106457" y="47456"/>
                  </a:cubicBezTo>
                  <a:cubicBezTo>
                    <a:pt x="106457" y="28803"/>
                    <a:pt x="89767" y="26513"/>
                    <a:pt x="73732" y="26513"/>
                  </a:cubicBezTo>
                  <a:cubicBezTo>
                    <a:pt x="61623" y="26611"/>
                    <a:pt x="49711" y="29654"/>
                    <a:pt x="39043" y="35348"/>
                  </a:cubicBezTo>
                  <a:cubicBezTo>
                    <a:pt x="37144" y="36494"/>
                    <a:pt x="35017" y="37181"/>
                    <a:pt x="32825" y="37312"/>
                  </a:cubicBezTo>
                  <a:cubicBezTo>
                    <a:pt x="25789" y="37312"/>
                    <a:pt x="20063" y="31585"/>
                    <a:pt x="20063" y="24548"/>
                  </a:cubicBezTo>
                  <a:cubicBezTo>
                    <a:pt x="20193" y="17971"/>
                    <a:pt x="24153" y="12080"/>
                    <a:pt x="30207" y="9495"/>
                  </a:cubicBezTo>
                  <a:cubicBezTo>
                    <a:pt x="47355" y="2656"/>
                    <a:pt x="65714" y="-683"/>
                    <a:pt x="84204" y="-322"/>
                  </a:cubicBezTo>
                  <a:cubicBezTo>
                    <a:pt x="110711" y="-322"/>
                    <a:pt x="138855" y="7531"/>
                    <a:pt x="138855" y="39275"/>
                  </a:cubicBezTo>
                  <a:cubicBezTo>
                    <a:pt x="139510" y="41631"/>
                    <a:pt x="139837" y="44053"/>
                    <a:pt x="139837" y="46475"/>
                  </a:cubicBezTo>
                  <a:close/>
                  <a:moveTo>
                    <a:pt x="81913" y="75601"/>
                  </a:moveTo>
                  <a:cubicBezTo>
                    <a:pt x="64896" y="75601"/>
                    <a:pt x="33153" y="81491"/>
                    <a:pt x="33153" y="104072"/>
                  </a:cubicBezTo>
                  <a:cubicBezTo>
                    <a:pt x="33153" y="117816"/>
                    <a:pt x="45261" y="123379"/>
                    <a:pt x="57369" y="123379"/>
                  </a:cubicBezTo>
                  <a:cubicBezTo>
                    <a:pt x="72390" y="123085"/>
                    <a:pt x="87083" y="118797"/>
                    <a:pt x="99912" y="110944"/>
                  </a:cubicBezTo>
                  <a:lnTo>
                    <a:pt x="103839" y="78218"/>
                  </a:lnTo>
                  <a:cubicBezTo>
                    <a:pt x="96672" y="76353"/>
                    <a:pt x="89309" y="75469"/>
                    <a:pt x="81913" y="75601"/>
                  </a:cubicBezTo>
                  <a:close/>
                </a:path>
              </a:pathLst>
            </a:custGeom>
            <a:solidFill>
              <a:srgbClr val="FFFFFF"/>
            </a:solidFill>
            <a:ln w="32716" cap="flat">
              <a:noFill/>
              <a:prstDash val="solid"/>
              <a:miter/>
            </a:ln>
          </p:spPr>
          <p:txBody>
            <a:bodyPr rtlCol="0" anchor="ctr"/>
            <a:lstStyle/>
            <a:p>
              <a:endParaRPr lang="sv-SE"/>
            </a:p>
          </p:txBody>
        </p:sp>
        <p:sp>
          <p:nvSpPr>
            <p:cNvPr id="87" name="Frihandsfigur: Form 86">
              <a:extLst>
                <a:ext uri="{FF2B5EF4-FFF2-40B4-BE49-F238E27FC236}">
                  <a16:creationId xmlns:a16="http://schemas.microsoft.com/office/drawing/2014/main" id="{D240D5F6-1B4B-47E5-8127-375490607206}"/>
                </a:ext>
              </a:extLst>
            </p:cNvPr>
            <p:cNvSpPr/>
            <p:nvPr/>
          </p:nvSpPr>
          <p:spPr>
            <a:xfrm>
              <a:off x="4639782" y="1714278"/>
              <a:ext cx="164323" cy="243476"/>
            </a:xfrm>
            <a:custGeom>
              <a:avLst/>
              <a:gdLst>
                <a:gd name="connsiteX0" fmla="*/ 147727 w 164323"/>
                <a:gd name="connsiteY0" fmla="*/ 29431 h 243476"/>
                <a:gd name="connsiteX1" fmla="*/ 57405 w 164323"/>
                <a:gd name="connsiteY1" fmla="*/ 29431 h 243476"/>
                <a:gd name="connsiteX2" fmla="*/ 48569 w 164323"/>
                <a:gd name="connsiteY2" fmla="*/ 104045 h 243476"/>
                <a:gd name="connsiteX3" fmla="*/ 133982 w 164323"/>
                <a:gd name="connsiteY3" fmla="*/ 104045 h 243476"/>
                <a:gd name="connsiteX4" fmla="*/ 146746 w 164323"/>
                <a:gd name="connsiteY4" fmla="*/ 116154 h 243476"/>
                <a:gd name="connsiteX5" fmla="*/ 146746 w 164323"/>
                <a:gd name="connsiteY5" fmla="*/ 116481 h 243476"/>
                <a:gd name="connsiteX6" fmla="*/ 129728 w 164323"/>
                <a:gd name="connsiteY6" fmla="*/ 133499 h 243476"/>
                <a:gd name="connsiteX7" fmla="*/ 43987 w 164323"/>
                <a:gd name="connsiteY7" fmla="*/ 133499 h 243476"/>
                <a:gd name="connsiteX8" fmla="*/ 35806 w 164323"/>
                <a:gd name="connsiteY8" fmla="*/ 213675 h 243476"/>
                <a:gd name="connsiteX9" fmla="*/ 133982 w 164323"/>
                <a:gd name="connsiteY9" fmla="*/ 213675 h 243476"/>
                <a:gd name="connsiteX10" fmla="*/ 147072 w 164323"/>
                <a:gd name="connsiteY10" fmla="*/ 226111 h 243476"/>
                <a:gd name="connsiteX11" fmla="*/ 147072 w 164323"/>
                <a:gd name="connsiteY11" fmla="*/ 226439 h 243476"/>
                <a:gd name="connsiteX12" fmla="*/ 130055 w 164323"/>
                <a:gd name="connsiteY12" fmla="*/ 243128 h 243476"/>
                <a:gd name="connsiteX13" fmla="*/ 14207 w 164323"/>
                <a:gd name="connsiteY13" fmla="*/ 243128 h 243476"/>
                <a:gd name="connsiteX14" fmla="*/ -225 w 164323"/>
                <a:gd name="connsiteY14" fmla="*/ 228107 h 243476"/>
                <a:gd name="connsiteX15" fmla="*/ -192 w 164323"/>
                <a:gd name="connsiteY15" fmla="*/ 227420 h 243476"/>
                <a:gd name="connsiteX16" fmla="*/ -192 w 164323"/>
                <a:gd name="connsiteY16" fmla="*/ 225783 h 243476"/>
                <a:gd name="connsiteX17" fmla="*/ 25334 w 164323"/>
                <a:gd name="connsiteY17" fmla="*/ 18305 h 243476"/>
                <a:gd name="connsiteX18" fmla="*/ 45297 w 164323"/>
                <a:gd name="connsiteY18" fmla="*/ -349 h 243476"/>
                <a:gd name="connsiteX19" fmla="*/ 152308 w 164323"/>
                <a:gd name="connsiteY19" fmla="*/ -349 h 243476"/>
                <a:gd name="connsiteX20" fmla="*/ 164090 w 164323"/>
                <a:gd name="connsiteY20" fmla="*/ 12055 h 243476"/>
                <a:gd name="connsiteX21" fmla="*/ 164090 w 164323"/>
                <a:gd name="connsiteY21" fmla="*/ 12415 h 243476"/>
                <a:gd name="connsiteX22" fmla="*/ 147727 w 164323"/>
                <a:gd name="connsiteY22" fmla="*/ 29431 h 243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323" h="243476">
                  <a:moveTo>
                    <a:pt x="147727" y="29431"/>
                  </a:moveTo>
                  <a:lnTo>
                    <a:pt x="57405" y="29431"/>
                  </a:lnTo>
                  <a:lnTo>
                    <a:pt x="48569" y="104045"/>
                  </a:lnTo>
                  <a:lnTo>
                    <a:pt x="133982" y="104045"/>
                  </a:lnTo>
                  <a:cubicBezTo>
                    <a:pt x="140854" y="103849"/>
                    <a:pt x="146549" y="109281"/>
                    <a:pt x="146746" y="116154"/>
                  </a:cubicBezTo>
                  <a:cubicBezTo>
                    <a:pt x="146746" y="116252"/>
                    <a:pt x="146746" y="116383"/>
                    <a:pt x="146746" y="116481"/>
                  </a:cubicBezTo>
                  <a:cubicBezTo>
                    <a:pt x="146254" y="125677"/>
                    <a:pt x="138924" y="133007"/>
                    <a:pt x="129728" y="133499"/>
                  </a:cubicBezTo>
                  <a:lnTo>
                    <a:pt x="43987" y="133499"/>
                  </a:lnTo>
                  <a:lnTo>
                    <a:pt x="35806" y="213675"/>
                  </a:lnTo>
                  <a:lnTo>
                    <a:pt x="133982" y="213675"/>
                  </a:lnTo>
                  <a:cubicBezTo>
                    <a:pt x="141018" y="213479"/>
                    <a:pt x="146876" y="219075"/>
                    <a:pt x="147072" y="226111"/>
                  </a:cubicBezTo>
                  <a:cubicBezTo>
                    <a:pt x="147072" y="226209"/>
                    <a:pt x="147072" y="226340"/>
                    <a:pt x="147072" y="226439"/>
                  </a:cubicBezTo>
                  <a:cubicBezTo>
                    <a:pt x="146582" y="235569"/>
                    <a:pt x="139185" y="242801"/>
                    <a:pt x="130055" y="243128"/>
                  </a:cubicBezTo>
                  <a:lnTo>
                    <a:pt x="14207" y="243128"/>
                  </a:lnTo>
                  <a:cubicBezTo>
                    <a:pt x="6092" y="242965"/>
                    <a:pt x="-388" y="236256"/>
                    <a:pt x="-225" y="228107"/>
                  </a:cubicBezTo>
                  <a:cubicBezTo>
                    <a:pt x="-225" y="227879"/>
                    <a:pt x="-192" y="227649"/>
                    <a:pt x="-192" y="227420"/>
                  </a:cubicBezTo>
                  <a:lnTo>
                    <a:pt x="-192" y="225783"/>
                  </a:lnTo>
                  <a:lnTo>
                    <a:pt x="25334" y="18305"/>
                  </a:lnTo>
                  <a:cubicBezTo>
                    <a:pt x="26840" y="8193"/>
                    <a:pt x="35119" y="470"/>
                    <a:pt x="45297" y="-349"/>
                  </a:cubicBezTo>
                  <a:lnTo>
                    <a:pt x="152308" y="-349"/>
                  </a:lnTo>
                  <a:cubicBezTo>
                    <a:pt x="158985" y="-185"/>
                    <a:pt x="164286" y="5379"/>
                    <a:pt x="164090" y="12055"/>
                  </a:cubicBezTo>
                  <a:cubicBezTo>
                    <a:pt x="164090" y="12186"/>
                    <a:pt x="164090" y="12284"/>
                    <a:pt x="164090" y="12415"/>
                  </a:cubicBezTo>
                  <a:cubicBezTo>
                    <a:pt x="164090" y="21578"/>
                    <a:pt x="156857" y="29072"/>
                    <a:pt x="147727" y="29431"/>
                  </a:cubicBezTo>
                  <a:close/>
                </a:path>
              </a:pathLst>
            </a:custGeom>
            <a:solidFill>
              <a:srgbClr val="FFFFFF"/>
            </a:solidFill>
            <a:ln w="32716" cap="flat">
              <a:noFill/>
              <a:prstDash val="solid"/>
              <a:miter/>
            </a:ln>
          </p:spPr>
          <p:txBody>
            <a:bodyPr rtlCol="0" anchor="ctr"/>
            <a:lstStyle/>
            <a:p>
              <a:endParaRPr lang="sv-SE"/>
            </a:p>
          </p:txBody>
        </p:sp>
        <p:sp>
          <p:nvSpPr>
            <p:cNvPr id="88" name="Frihandsfigur: Form 87">
              <a:extLst>
                <a:ext uri="{FF2B5EF4-FFF2-40B4-BE49-F238E27FC236}">
                  <a16:creationId xmlns:a16="http://schemas.microsoft.com/office/drawing/2014/main" id="{5A0102DF-3C35-44D5-94F7-19174B41CA96}"/>
                </a:ext>
              </a:extLst>
            </p:cNvPr>
            <p:cNvSpPr/>
            <p:nvPr/>
          </p:nvSpPr>
          <p:spPr>
            <a:xfrm>
              <a:off x="4803740" y="1750603"/>
              <a:ext cx="101481" cy="209615"/>
            </a:xfrm>
            <a:custGeom>
              <a:avLst/>
              <a:gdLst>
                <a:gd name="connsiteX0" fmla="*/ 100926 w 101481"/>
                <a:gd name="connsiteY0" fmla="*/ 79829 h 209615"/>
                <a:gd name="connsiteX1" fmla="*/ 85218 w 101481"/>
                <a:gd name="connsiteY1" fmla="*/ 93900 h 209615"/>
                <a:gd name="connsiteX2" fmla="*/ 61329 w 101481"/>
                <a:gd name="connsiteY2" fmla="*/ 93900 h 209615"/>
                <a:gd name="connsiteX3" fmla="*/ 54783 w 101481"/>
                <a:gd name="connsiteY3" fmla="*/ 148551 h 209615"/>
                <a:gd name="connsiteX4" fmla="*/ 54783 w 101481"/>
                <a:gd name="connsiteY4" fmla="*/ 157060 h 209615"/>
                <a:gd name="connsiteX5" fmla="*/ 73437 w 101481"/>
                <a:gd name="connsiteY5" fmla="*/ 180295 h 209615"/>
                <a:gd name="connsiteX6" fmla="*/ 79000 w 101481"/>
                <a:gd name="connsiteY6" fmla="*/ 180295 h 209615"/>
                <a:gd name="connsiteX7" fmla="*/ 91763 w 101481"/>
                <a:gd name="connsiteY7" fmla="*/ 191716 h 209615"/>
                <a:gd name="connsiteX8" fmla="*/ 91763 w 101481"/>
                <a:gd name="connsiteY8" fmla="*/ 192731 h 209615"/>
                <a:gd name="connsiteX9" fmla="*/ 64602 w 101481"/>
                <a:gd name="connsiteY9" fmla="*/ 209093 h 209615"/>
                <a:gd name="connsiteX10" fmla="*/ 21502 w 101481"/>
                <a:gd name="connsiteY10" fmla="*/ 173325 h 209615"/>
                <a:gd name="connsiteX11" fmla="*/ 21404 w 101481"/>
                <a:gd name="connsiteY11" fmla="*/ 167532 h 209615"/>
                <a:gd name="connsiteX12" fmla="*/ 21404 w 101481"/>
                <a:gd name="connsiteY12" fmla="*/ 154442 h 209615"/>
                <a:gd name="connsiteX13" fmla="*/ 28930 w 101481"/>
                <a:gd name="connsiteY13" fmla="*/ 93900 h 209615"/>
                <a:gd name="connsiteX14" fmla="*/ 11586 w 101481"/>
                <a:gd name="connsiteY14" fmla="*/ 93900 h 209615"/>
                <a:gd name="connsiteX15" fmla="*/ -228 w 101481"/>
                <a:gd name="connsiteY15" fmla="*/ 82152 h 209615"/>
                <a:gd name="connsiteX16" fmla="*/ -195 w 101481"/>
                <a:gd name="connsiteY16" fmla="*/ 81465 h 209615"/>
                <a:gd name="connsiteX17" fmla="*/ -195 w 101481"/>
                <a:gd name="connsiteY17" fmla="*/ 79829 h 209615"/>
                <a:gd name="connsiteX18" fmla="*/ 32530 w 101481"/>
                <a:gd name="connsiteY18" fmla="*/ 66084 h 209615"/>
                <a:gd name="connsiteX19" fmla="*/ 38093 w 101481"/>
                <a:gd name="connsiteY19" fmla="*/ 16014 h 209615"/>
                <a:gd name="connsiteX20" fmla="*/ 56747 w 101481"/>
                <a:gd name="connsiteY20" fmla="*/ -349 h 209615"/>
                <a:gd name="connsiteX21" fmla="*/ 70818 w 101481"/>
                <a:gd name="connsiteY21" fmla="*/ 13723 h 209615"/>
                <a:gd name="connsiteX22" fmla="*/ 70818 w 101481"/>
                <a:gd name="connsiteY22" fmla="*/ 16014 h 209615"/>
                <a:gd name="connsiteX23" fmla="*/ 64602 w 101481"/>
                <a:gd name="connsiteY23" fmla="*/ 66084 h 209615"/>
                <a:gd name="connsiteX24" fmla="*/ 88490 w 101481"/>
                <a:gd name="connsiteY24" fmla="*/ 66084 h 209615"/>
                <a:gd name="connsiteX25" fmla="*/ 101254 w 101481"/>
                <a:gd name="connsiteY25" fmla="*/ 78192 h 209615"/>
                <a:gd name="connsiteX26" fmla="*/ 101254 w 101481"/>
                <a:gd name="connsiteY26" fmla="*/ 78519 h 209615"/>
                <a:gd name="connsiteX27" fmla="*/ 100926 w 101481"/>
                <a:gd name="connsiteY27" fmla="*/ 79829 h 20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1481" h="209615">
                  <a:moveTo>
                    <a:pt x="100926" y="79829"/>
                  </a:moveTo>
                  <a:cubicBezTo>
                    <a:pt x="99814" y="87715"/>
                    <a:pt x="93170" y="93671"/>
                    <a:pt x="85218" y="93900"/>
                  </a:cubicBezTo>
                  <a:lnTo>
                    <a:pt x="61329" y="93900"/>
                  </a:lnTo>
                  <a:lnTo>
                    <a:pt x="54783" y="148551"/>
                  </a:lnTo>
                  <a:cubicBezTo>
                    <a:pt x="54620" y="151398"/>
                    <a:pt x="54620" y="154213"/>
                    <a:pt x="54783" y="157060"/>
                  </a:cubicBezTo>
                  <a:cubicBezTo>
                    <a:pt x="54783" y="169823"/>
                    <a:pt x="59365" y="180295"/>
                    <a:pt x="73437" y="180295"/>
                  </a:cubicBezTo>
                  <a:lnTo>
                    <a:pt x="79000" y="180295"/>
                  </a:lnTo>
                  <a:cubicBezTo>
                    <a:pt x="85676" y="179935"/>
                    <a:pt x="91371" y="185041"/>
                    <a:pt x="91763" y="191716"/>
                  </a:cubicBezTo>
                  <a:cubicBezTo>
                    <a:pt x="91763" y="192076"/>
                    <a:pt x="91763" y="192403"/>
                    <a:pt x="91763" y="192731"/>
                  </a:cubicBezTo>
                  <a:cubicBezTo>
                    <a:pt x="91763" y="206476"/>
                    <a:pt x="75728" y="209093"/>
                    <a:pt x="64602" y="209093"/>
                  </a:cubicBezTo>
                  <a:cubicBezTo>
                    <a:pt x="42839" y="211123"/>
                    <a:pt x="23531" y="195086"/>
                    <a:pt x="21502" y="173325"/>
                  </a:cubicBezTo>
                  <a:cubicBezTo>
                    <a:pt x="21338" y="171393"/>
                    <a:pt x="21305" y="169463"/>
                    <a:pt x="21404" y="167532"/>
                  </a:cubicBezTo>
                  <a:cubicBezTo>
                    <a:pt x="21404" y="163278"/>
                    <a:pt x="21404" y="158369"/>
                    <a:pt x="21404" y="154442"/>
                  </a:cubicBezTo>
                  <a:lnTo>
                    <a:pt x="28930" y="93900"/>
                  </a:lnTo>
                  <a:lnTo>
                    <a:pt x="11586" y="93900"/>
                  </a:lnTo>
                  <a:cubicBezTo>
                    <a:pt x="5074" y="93900"/>
                    <a:pt x="-195" y="88631"/>
                    <a:pt x="-228" y="82152"/>
                  </a:cubicBezTo>
                  <a:cubicBezTo>
                    <a:pt x="-228" y="81923"/>
                    <a:pt x="-195" y="81693"/>
                    <a:pt x="-195" y="81465"/>
                  </a:cubicBezTo>
                  <a:lnTo>
                    <a:pt x="-195" y="79829"/>
                  </a:lnTo>
                  <a:cubicBezTo>
                    <a:pt x="2096" y="62811"/>
                    <a:pt x="20422" y="66084"/>
                    <a:pt x="32530" y="66084"/>
                  </a:cubicBezTo>
                  <a:lnTo>
                    <a:pt x="38093" y="16014"/>
                  </a:lnTo>
                  <a:cubicBezTo>
                    <a:pt x="39763" y="6884"/>
                    <a:pt x="47486" y="110"/>
                    <a:pt x="56747" y="-349"/>
                  </a:cubicBezTo>
                  <a:cubicBezTo>
                    <a:pt x="64503" y="-349"/>
                    <a:pt x="70818" y="5967"/>
                    <a:pt x="70818" y="13723"/>
                  </a:cubicBezTo>
                  <a:cubicBezTo>
                    <a:pt x="70818" y="13723"/>
                    <a:pt x="70818" y="15360"/>
                    <a:pt x="70818" y="16014"/>
                  </a:cubicBezTo>
                  <a:lnTo>
                    <a:pt x="64602" y="66084"/>
                  </a:lnTo>
                  <a:lnTo>
                    <a:pt x="88490" y="66084"/>
                  </a:lnTo>
                  <a:cubicBezTo>
                    <a:pt x="95362" y="65887"/>
                    <a:pt x="101057" y="71320"/>
                    <a:pt x="101254" y="78192"/>
                  </a:cubicBezTo>
                  <a:cubicBezTo>
                    <a:pt x="101254" y="78290"/>
                    <a:pt x="101254" y="78422"/>
                    <a:pt x="101254" y="78519"/>
                  </a:cubicBezTo>
                  <a:cubicBezTo>
                    <a:pt x="101254" y="78519"/>
                    <a:pt x="100926" y="79174"/>
                    <a:pt x="100926" y="79829"/>
                  </a:cubicBezTo>
                  <a:close/>
                </a:path>
              </a:pathLst>
            </a:custGeom>
            <a:solidFill>
              <a:srgbClr val="FFFFFF"/>
            </a:solidFill>
            <a:ln w="32716" cap="flat">
              <a:noFill/>
              <a:prstDash val="solid"/>
              <a:miter/>
            </a:ln>
          </p:spPr>
          <p:txBody>
            <a:bodyPr rtlCol="0" anchor="ctr"/>
            <a:lstStyle/>
            <a:p>
              <a:endParaRPr lang="sv-SE"/>
            </a:p>
          </p:txBody>
        </p:sp>
        <p:sp>
          <p:nvSpPr>
            <p:cNvPr id="89" name="Frihandsfigur: Form 88">
              <a:extLst>
                <a:ext uri="{FF2B5EF4-FFF2-40B4-BE49-F238E27FC236}">
                  <a16:creationId xmlns:a16="http://schemas.microsoft.com/office/drawing/2014/main" id="{3ACECC11-3F51-47E6-AFC8-BB4F02AD4739}"/>
                </a:ext>
              </a:extLst>
            </p:cNvPr>
            <p:cNvSpPr/>
            <p:nvPr/>
          </p:nvSpPr>
          <p:spPr>
            <a:xfrm>
              <a:off x="4911112" y="1750603"/>
              <a:ext cx="101775" cy="209608"/>
            </a:xfrm>
            <a:custGeom>
              <a:avLst/>
              <a:gdLst>
                <a:gd name="connsiteX0" fmla="*/ 100893 w 101775"/>
                <a:gd name="connsiteY0" fmla="*/ 79829 h 209608"/>
                <a:gd name="connsiteX1" fmla="*/ 84858 w 101775"/>
                <a:gd name="connsiteY1" fmla="*/ 93900 h 209608"/>
                <a:gd name="connsiteX2" fmla="*/ 60968 w 101775"/>
                <a:gd name="connsiteY2" fmla="*/ 93900 h 209608"/>
                <a:gd name="connsiteX3" fmla="*/ 54750 w 101775"/>
                <a:gd name="connsiteY3" fmla="*/ 148551 h 209608"/>
                <a:gd name="connsiteX4" fmla="*/ 54750 w 101775"/>
                <a:gd name="connsiteY4" fmla="*/ 157060 h 209608"/>
                <a:gd name="connsiteX5" fmla="*/ 73404 w 101775"/>
                <a:gd name="connsiteY5" fmla="*/ 180295 h 209608"/>
                <a:gd name="connsiteX6" fmla="*/ 78967 w 101775"/>
                <a:gd name="connsiteY6" fmla="*/ 180295 h 209608"/>
                <a:gd name="connsiteX7" fmla="*/ 91730 w 101775"/>
                <a:gd name="connsiteY7" fmla="*/ 191716 h 209608"/>
                <a:gd name="connsiteX8" fmla="*/ 91730 w 101775"/>
                <a:gd name="connsiteY8" fmla="*/ 192731 h 209608"/>
                <a:gd name="connsiteX9" fmla="*/ 64895 w 101775"/>
                <a:gd name="connsiteY9" fmla="*/ 209093 h 209608"/>
                <a:gd name="connsiteX10" fmla="*/ 21502 w 101775"/>
                <a:gd name="connsiteY10" fmla="*/ 172964 h 209608"/>
                <a:gd name="connsiteX11" fmla="*/ 21371 w 101775"/>
                <a:gd name="connsiteY11" fmla="*/ 167532 h 209608"/>
                <a:gd name="connsiteX12" fmla="*/ 21371 w 101775"/>
                <a:gd name="connsiteY12" fmla="*/ 154442 h 209608"/>
                <a:gd name="connsiteX13" fmla="*/ 29225 w 101775"/>
                <a:gd name="connsiteY13" fmla="*/ 93900 h 209608"/>
                <a:gd name="connsiteX14" fmla="*/ 11880 w 101775"/>
                <a:gd name="connsiteY14" fmla="*/ 93900 h 209608"/>
                <a:gd name="connsiteX15" fmla="*/ -228 w 101775"/>
                <a:gd name="connsiteY15" fmla="*/ 81792 h 209608"/>
                <a:gd name="connsiteX16" fmla="*/ -228 w 101775"/>
                <a:gd name="connsiteY16" fmla="*/ 81465 h 209608"/>
                <a:gd name="connsiteX17" fmla="*/ -228 w 101775"/>
                <a:gd name="connsiteY17" fmla="*/ 79829 h 209608"/>
                <a:gd name="connsiteX18" fmla="*/ 32497 w 101775"/>
                <a:gd name="connsiteY18" fmla="*/ 66084 h 209608"/>
                <a:gd name="connsiteX19" fmla="*/ 38388 w 101775"/>
                <a:gd name="connsiteY19" fmla="*/ 16014 h 209608"/>
                <a:gd name="connsiteX20" fmla="*/ 57041 w 101775"/>
                <a:gd name="connsiteY20" fmla="*/ -349 h 209608"/>
                <a:gd name="connsiteX21" fmla="*/ 71113 w 101775"/>
                <a:gd name="connsiteY21" fmla="*/ 13723 h 209608"/>
                <a:gd name="connsiteX22" fmla="*/ 71113 w 101775"/>
                <a:gd name="connsiteY22" fmla="*/ 16014 h 209608"/>
                <a:gd name="connsiteX23" fmla="*/ 64895 w 101775"/>
                <a:gd name="connsiteY23" fmla="*/ 66084 h 209608"/>
                <a:gd name="connsiteX24" fmla="*/ 88785 w 101775"/>
                <a:gd name="connsiteY24" fmla="*/ 66084 h 209608"/>
                <a:gd name="connsiteX25" fmla="*/ 101547 w 101775"/>
                <a:gd name="connsiteY25" fmla="*/ 78192 h 209608"/>
                <a:gd name="connsiteX26" fmla="*/ 101547 w 101775"/>
                <a:gd name="connsiteY26" fmla="*/ 78519 h 209608"/>
                <a:gd name="connsiteX27" fmla="*/ 100893 w 101775"/>
                <a:gd name="connsiteY27" fmla="*/ 79829 h 209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1775" h="209608">
                  <a:moveTo>
                    <a:pt x="100893" y="79829"/>
                  </a:moveTo>
                  <a:cubicBezTo>
                    <a:pt x="99519" y="87715"/>
                    <a:pt x="92843" y="93573"/>
                    <a:pt x="84858" y="93900"/>
                  </a:cubicBezTo>
                  <a:lnTo>
                    <a:pt x="60968" y="93900"/>
                  </a:lnTo>
                  <a:lnTo>
                    <a:pt x="54750" y="148551"/>
                  </a:lnTo>
                  <a:cubicBezTo>
                    <a:pt x="54423" y="151365"/>
                    <a:pt x="54423" y="154246"/>
                    <a:pt x="54750" y="157060"/>
                  </a:cubicBezTo>
                  <a:cubicBezTo>
                    <a:pt x="54750" y="169823"/>
                    <a:pt x="59332" y="180295"/>
                    <a:pt x="73404" y="180295"/>
                  </a:cubicBezTo>
                  <a:lnTo>
                    <a:pt x="78967" y="180295"/>
                  </a:lnTo>
                  <a:cubicBezTo>
                    <a:pt x="85643" y="179935"/>
                    <a:pt x="91338" y="185041"/>
                    <a:pt x="91730" y="191716"/>
                  </a:cubicBezTo>
                  <a:cubicBezTo>
                    <a:pt x="91730" y="192076"/>
                    <a:pt x="91730" y="192403"/>
                    <a:pt x="91730" y="192731"/>
                  </a:cubicBezTo>
                  <a:cubicBezTo>
                    <a:pt x="91730" y="206476"/>
                    <a:pt x="76022" y="209093"/>
                    <a:pt x="64895" y="209093"/>
                  </a:cubicBezTo>
                  <a:cubicBezTo>
                    <a:pt x="42937" y="211090"/>
                    <a:pt x="23498" y="194924"/>
                    <a:pt x="21502" y="172964"/>
                  </a:cubicBezTo>
                  <a:cubicBezTo>
                    <a:pt x="21338" y="171165"/>
                    <a:pt x="21272" y="169332"/>
                    <a:pt x="21371" y="167532"/>
                  </a:cubicBezTo>
                  <a:cubicBezTo>
                    <a:pt x="21371" y="163278"/>
                    <a:pt x="21371" y="158369"/>
                    <a:pt x="21371" y="154442"/>
                  </a:cubicBezTo>
                  <a:lnTo>
                    <a:pt x="29225" y="93900"/>
                  </a:lnTo>
                  <a:lnTo>
                    <a:pt x="11880" y="93900"/>
                  </a:lnTo>
                  <a:cubicBezTo>
                    <a:pt x="5204" y="93900"/>
                    <a:pt x="-228" y="88467"/>
                    <a:pt x="-228" y="81792"/>
                  </a:cubicBezTo>
                  <a:cubicBezTo>
                    <a:pt x="-228" y="81693"/>
                    <a:pt x="-228" y="81562"/>
                    <a:pt x="-228" y="81465"/>
                  </a:cubicBezTo>
                  <a:lnTo>
                    <a:pt x="-228" y="79829"/>
                  </a:lnTo>
                  <a:cubicBezTo>
                    <a:pt x="2063" y="62811"/>
                    <a:pt x="20389" y="66084"/>
                    <a:pt x="32497" y="66084"/>
                  </a:cubicBezTo>
                  <a:lnTo>
                    <a:pt x="38388" y="16014"/>
                  </a:lnTo>
                  <a:cubicBezTo>
                    <a:pt x="39926" y="6818"/>
                    <a:pt x="47715" y="-21"/>
                    <a:pt x="57041" y="-349"/>
                  </a:cubicBezTo>
                  <a:cubicBezTo>
                    <a:pt x="64797" y="-349"/>
                    <a:pt x="71113" y="5967"/>
                    <a:pt x="71113" y="13723"/>
                  </a:cubicBezTo>
                  <a:cubicBezTo>
                    <a:pt x="71113" y="13723"/>
                    <a:pt x="71113" y="15360"/>
                    <a:pt x="71113" y="16014"/>
                  </a:cubicBezTo>
                  <a:lnTo>
                    <a:pt x="64895" y="66084"/>
                  </a:lnTo>
                  <a:lnTo>
                    <a:pt x="88785" y="66084"/>
                  </a:lnTo>
                  <a:cubicBezTo>
                    <a:pt x="95657" y="65887"/>
                    <a:pt x="101352" y="71320"/>
                    <a:pt x="101547" y="78192"/>
                  </a:cubicBezTo>
                  <a:cubicBezTo>
                    <a:pt x="101547" y="78290"/>
                    <a:pt x="101547" y="78422"/>
                    <a:pt x="101547" y="78519"/>
                  </a:cubicBezTo>
                  <a:cubicBezTo>
                    <a:pt x="101547" y="78519"/>
                    <a:pt x="100893" y="79174"/>
                    <a:pt x="100893" y="79829"/>
                  </a:cubicBezTo>
                  <a:close/>
                </a:path>
              </a:pathLst>
            </a:custGeom>
            <a:solidFill>
              <a:srgbClr val="FFFFFF"/>
            </a:solidFill>
            <a:ln w="32716" cap="flat">
              <a:noFill/>
              <a:prstDash val="solid"/>
              <a:miter/>
            </a:ln>
          </p:spPr>
          <p:txBody>
            <a:bodyPr rtlCol="0" anchor="ctr"/>
            <a:lstStyle/>
            <a:p>
              <a:endParaRPr lang="sv-SE"/>
            </a:p>
          </p:txBody>
        </p:sp>
        <p:sp>
          <p:nvSpPr>
            <p:cNvPr id="90" name="Frihandsfigur: Form 89">
              <a:extLst>
                <a:ext uri="{FF2B5EF4-FFF2-40B4-BE49-F238E27FC236}">
                  <a16:creationId xmlns:a16="http://schemas.microsoft.com/office/drawing/2014/main" id="{1B31D704-6CD4-416B-A3AE-70E3D26ED26F}"/>
                </a:ext>
              </a:extLst>
            </p:cNvPr>
            <p:cNvSpPr/>
            <p:nvPr/>
          </p:nvSpPr>
          <p:spPr>
            <a:xfrm>
              <a:off x="5086846" y="1712626"/>
              <a:ext cx="59232" cy="249710"/>
            </a:xfrm>
            <a:custGeom>
              <a:avLst/>
              <a:gdLst>
                <a:gd name="connsiteX0" fmla="*/ 32170 w 59232"/>
                <a:gd name="connsiteY0" fmla="*/ 232999 h 249710"/>
                <a:gd name="connsiteX1" fmla="*/ 13844 w 59232"/>
                <a:gd name="connsiteY1" fmla="*/ 249361 h 249710"/>
                <a:gd name="connsiteX2" fmla="*/ -228 w 59232"/>
                <a:gd name="connsiteY2" fmla="*/ 235290 h 249710"/>
                <a:gd name="connsiteX3" fmla="*/ 26607 w 59232"/>
                <a:gd name="connsiteY3" fmla="*/ 15702 h 249710"/>
                <a:gd name="connsiteX4" fmla="*/ 44606 w 59232"/>
                <a:gd name="connsiteY4" fmla="*/ -333 h 249710"/>
                <a:gd name="connsiteX5" fmla="*/ 59005 w 59232"/>
                <a:gd name="connsiteY5" fmla="*/ 12725 h 249710"/>
                <a:gd name="connsiteX6" fmla="*/ 59005 w 59232"/>
                <a:gd name="connsiteY6" fmla="*/ 13739 h 249710"/>
                <a:gd name="connsiteX7" fmla="*/ 32170 w 59232"/>
                <a:gd name="connsiteY7" fmla="*/ 232999 h 24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232" h="249710">
                  <a:moveTo>
                    <a:pt x="32170" y="232999"/>
                  </a:moveTo>
                  <a:cubicBezTo>
                    <a:pt x="30894" y="242195"/>
                    <a:pt x="23138" y="249133"/>
                    <a:pt x="13844" y="249361"/>
                  </a:cubicBezTo>
                  <a:cubicBezTo>
                    <a:pt x="6088" y="249361"/>
                    <a:pt x="-228" y="243046"/>
                    <a:pt x="-228" y="235290"/>
                  </a:cubicBezTo>
                  <a:cubicBezTo>
                    <a:pt x="-228" y="235290"/>
                    <a:pt x="-228" y="235290"/>
                    <a:pt x="26607" y="15702"/>
                  </a:cubicBezTo>
                  <a:cubicBezTo>
                    <a:pt x="28014" y="6736"/>
                    <a:pt x="35541" y="28"/>
                    <a:pt x="44606" y="-333"/>
                  </a:cubicBezTo>
                  <a:cubicBezTo>
                    <a:pt x="52198" y="-693"/>
                    <a:pt x="58645" y="5165"/>
                    <a:pt x="59005" y="12725"/>
                  </a:cubicBezTo>
                  <a:cubicBezTo>
                    <a:pt x="59005" y="13084"/>
                    <a:pt x="59005" y="13412"/>
                    <a:pt x="59005" y="13739"/>
                  </a:cubicBezTo>
                  <a:cubicBezTo>
                    <a:pt x="59005" y="13739"/>
                    <a:pt x="58677" y="15048"/>
                    <a:pt x="32170" y="232999"/>
                  </a:cubicBezTo>
                  <a:close/>
                </a:path>
              </a:pathLst>
            </a:custGeom>
            <a:solidFill>
              <a:srgbClr val="FFFFFF"/>
            </a:solidFill>
            <a:ln w="32716" cap="flat">
              <a:noFill/>
              <a:prstDash val="solid"/>
              <a:miter/>
            </a:ln>
          </p:spPr>
          <p:txBody>
            <a:bodyPr rtlCol="0" anchor="ctr"/>
            <a:lstStyle/>
            <a:p>
              <a:endParaRPr lang="sv-SE"/>
            </a:p>
          </p:txBody>
        </p:sp>
        <p:sp>
          <p:nvSpPr>
            <p:cNvPr id="91" name="Frihandsfigur: Form 90">
              <a:extLst>
                <a:ext uri="{FF2B5EF4-FFF2-40B4-BE49-F238E27FC236}">
                  <a16:creationId xmlns:a16="http://schemas.microsoft.com/office/drawing/2014/main" id="{8AFA91C1-C5BD-44C5-A7FA-92A8D7B4DFEC}"/>
                </a:ext>
              </a:extLst>
            </p:cNvPr>
            <p:cNvSpPr/>
            <p:nvPr/>
          </p:nvSpPr>
          <p:spPr>
            <a:xfrm>
              <a:off x="5158515" y="1740131"/>
              <a:ext cx="59560" cy="222205"/>
            </a:xfrm>
            <a:custGeom>
              <a:avLst/>
              <a:gdLst>
                <a:gd name="connsiteX0" fmla="*/ 32170 w 59560"/>
                <a:gd name="connsiteY0" fmla="*/ 205166 h 222205"/>
                <a:gd name="connsiteX1" fmla="*/ 13844 w 59560"/>
                <a:gd name="connsiteY1" fmla="*/ 221857 h 222205"/>
                <a:gd name="connsiteX2" fmla="*/ -228 w 59560"/>
                <a:gd name="connsiteY2" fmla="*/ 207785 h 222205"/>
                <a:gd name="connsiteX3" fmla="*/ -228 w 59560"/>
                <a:gd name="connsiteY3" fmla="*/ 207457 h 222205"/>
                <a:gd name="connsiteX4" fmla="*/ 14499 w 59560"/>
                <a:gd name="connsiteY4" fmla="*/ 85719 h 222205"/>
                <a:gd name="connsiteX5" fmla="*/ 32497 w 59560"/>
                <a:gd name="connsiteY5" fmla="*/ 69684 h 222205"/>
                <a:gd name="connsiteX6" fmla="*/ 47224 w 59560"/>
                <a:gd name="connsiteY6" fmla="*/ 83068 h 222205"/>
                <a:gd name="connsiteX7" fmla="*/ 47224 w 59560"/>
                <a:gd name="connsiteY7" fmla="*/ 83428 h 222205"/>
                <a:gd name="connsiteX8" fmla="*/ 32170 w 59560"/>
                <a:gd name="connsiteY8" fmla="*/ 205166 h 222205"/>
                <a:gd name="connsiteX9" fmla="*/ 38388 w 59560"/>
                <a:gd name="connsiteY9" fmla="*/ 41540 h 222205"/>
                <a:gd name="connsiteX10" fmla="*/ 17444 w 59560"/>
                <a:gd name="connsiteY10" fmla="*/ 20596 h 222205"/>
                <a:gd name="connsiteX11" fmla="*/ 38388 w 59560"/>
                <a:gd name="connsiteY11" fmla="*/ -349 h 222205"/>
                <a:gd name="connsiteX12" fmla="*/ 59332 w 59560"/>
                <a:gd name="connsiteY12" fmla="*/ 20596 h 222205"/>
                <a:gd name="connsiteX13" fmla="*/ 59332 w 59560"/>
                <a:gd name="connsiteY13" fmla="*/ 20923 h 222205"/>
                <a:gd name="connsiteX14" fmla="*/ 38388 w 59560"/>
                <a:gd name="connsiteY14" fmla="*/ 41213 h 222205"/>
                <a:gd name="connsiteX15" fmla="*/ 38388 w 59560"/>
                <a:gd name="connsiteY15" fmla="*/ 41213 h 222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560" h="222205">
                  <a:moveTo>
                    <a:pt x="32170" y="205166"/>
                  </a:moveTo>
                  <a:cubicBezTo>
                    <a:pt x="30796" y="214362"/>
                    <a:pt x="23138" y="221333"/>
                    <a:pt x="13844" y="221857"/>
                  </a:cubicBezTo>
                  <a:cubicBezTo>
                    <a:pt x="6088" y="221857"/>
                    <a:pt x="-228" y="215573"/>
                    <a:pt x="-228" y="207785"/>
                  </a:cubicBezTo>
                  <a:cubicBezTo>
                    <a:pt x="-228" y="207686"/>
                    <a:pt x="-228" y="207555"/>
                    <a:pt x="-228" y="207457"/>
                  </a:cubicBezTo>
                  <a:cubicBezTo>
                    <a:pt x="-228" y="207457"/>
                    <a:pt x="-228" y="205821"/>
                    <a:pt x="14499" y="85719"/>
                  </a:cubicBezTo>
                  <a:cubicBezTo>
                    <a:pt x="15906" y="76753"/>
                    <a:pt x="23432" y="70043"/>
                    <a:pt x="32497" y="69684"/>
                  </a:cubicBezTo>
                  <a:cubicBezTo>
                    <a:pt x="40253" y="69323"/>
                    <a:pt x="46864" y="75313"/>
                    <a:pt x="47224" y="83068"/>
                  </a:cubicBezTo>
                  <a:cubicBezTo>
                    <a:pt x="47224" y="83199"/>
                    <a:pt x="47224" y="83297"/>
                    <a:pt x="47224" y="83428"/>
                  </a:cubicBezTo>
                  <a:cubicBezTo>
                    <a:pt x="47224" y="83428"/>
                    <a:pt x="47224" y="85065"/>
                    <a:pt x="32170" y="205166"/>
                  </a:cubicBezTo>
                  <a:close/>
                  <a:moveTo>
                    <a:pt x="38388" y="41540"/>
                  </a:moveTo>
                  <a:cubicBezTo>
                    <a:pt x="26836" y="41540"/>
                    <a:pt x="17444" y="32148"/>
                    <a:pt x="17444" y="20596"/>
                  </a:cubicBezTo>
                  <a:cubicBezTo>
                    <a:pt x="17444" y="9011"/>
                    <a:pt x="26836" y="-349"/>
                    <a:pt x="38388" y="-349"/>
                  </a:cubicBezTo>
                  <a:cubicBezTo>
                    <a:pt x="49973" y="-349"/>
                    <a:pt x="59332" y="9044"/>
                    <a:pt x="59332" y="20596"/>
                  </a:cubicBezTo>
                  <a:cubicBezTo>
                    <a:pt x="59332" y="20694"/>
                    <a:pt x="59332" y="20825"/>
                    <a:pt x="59332" y="20923"/>
                  </a:cubicBezTo>
                  <a:cubicBezTo>
                    <a:pt x="59136" y="32312"/>
                    <a:pt x="49777" y="41376"/>
                    <a:pt x="38388" y="41213"/>
                  </a:cubicBezTo>
                  <a:cubicBezTo>
                    <a:pt x="38388" y="41213"/>
                    <a:pt x="38388" y="41213"/>
                    <a:pt x="38388" y="41213"/>
                  </a:cubicBezTo>
                  <a:close/>
                </a:path>
              </a:pathLst>
            </a:custGeom>
            <a:solidFill>
              <a:srgbClr val="FFFFFF"/>
            </a:solidFill>
            <a:ln w="32716" cap="flat">
              <a:noFill/>
              <a:prstDash val="solid"/>
              <a:miter/>
            </a:ln>
          </p:spPr>
          <p:txBody>
            <a:bodyPr rtlCol="0" anchor="ctr"/>
            <a:lstStyle/>
            <a:p>
              <a:endParaRPr lang="sv-SE"/>
            </a:p>
          </p:txBody>
        </p:sp>
        <p:sp>
          <p:nvSpPr>
            <p:cNvPr id="92" name="Frihandsfigur: Form 91">
              <a:extLst>
                <a:ext uri="{FF2B5EF4-FFF2-40B4-BE49-F238E27FC236}">
                  <a16:creationId xmlns:a16="http://schemas.microsoft.com/office/drawing/2014/main" id="{0C8B8245-D4C8-406F-BF49-5B98424B53B7}"/>
                </a:ext>
              </a:extLst>
            </p:cNvPr>
            <p:cNvSpPr/>
            <p:nvPr/>
          </p:nvSpPr>
          <p:spPr>
            <a:xfrm>
              <a:off x="5230061" y="1808161"/>
              <a:ext cx="124152" cy="154507"/>
            </a:xfrm>
            <a:custGeom>
              <a:avLst/>
              <a:gdLst>
                <a:gd name="connsiteX0" fmla="*/ 122287 w 124152"/>
                <a:gd name="connsiteY0" fmla="*/ 20962 h 154507"/>
                <a:gd name="connsiteX1" fmla="*/ 56837 w 124152"/>
                <a:gd name="connsiteY1" fmla="*/ 144009 h 154507"/>
                <a:gd name="connsiteX2" fmla="*/ 40802 w 124152"/>
                <a:gd name="connsiteY2" fmla="*/ 154154 h 154507"/>
                <a:gd name="connsiteX3" fmla="*/ 27384 w 124152"/>
                <a:gd name="connsiteY3" fmla="*/ 143682 h 154507"/>
                <a:gd name="connsiteX4" fmla="*/ -105 w 124152"/>
                <a:gd name="connsiteY4" fmla="*/ 21290 h 154507"/>
                <a:gd name="connsiteX5" fmla="*/ -105 w 124152"/>
                <a:gd name="connsiteY5" fmla="*/ 17689 h 154507"/>
                <a:gd name="connsiteX6" fmla="*/ 16258 w 124152"/>
                <a:gd name="connsiteY6" fmla="*/ -309 h 154507"/>
                <a:gd name="connsiteX7" fmla="*/ 29020 w 124152"/>
                <a:gd name="connsiteY7" fmla="*/ 9508 h 154507"/>
                <a:gd name="connsiteX8" fmla="*/ 48983 w 124152"/>
                <a:gd name="connsiteY8" fmla="*/ 96557 h 154507"/>
                <a:gd name="connsiteX9" fmla="*/ 94798 w 124152"/>
                <a:gd name="connsiteY9" fmla="*/ 9835 h 154507"/>
                <a:gd name="connsiteX10" fmla="*/ 109852 w 124152"/>
                <a:gd name="connsiteY10" fmla="*/ -309 h 154507"/>
                <a:gd name="connsiteX11" fmla="*/ 123891 w 124152"/>
                <a:gd name="connsiteY11" fmla="*/ 11766 h 154507"/>
                <a:gd name="connsiteX12" fmla="*/ 123924 w 124152"/>
                <a:gd name="connsiteY12" fmla="*/ 13108 h 154507"/>
                <a:gd name="connsiteX13" fmla="*/ 122287 w 124152"/>
                <a:gd name="connsiteY13" fmla="*/ 20962 h 154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4152" h="154507">
                  <a:moveTo>
                    <a:pt x="122287" y="20962"/>
                  </a:moveTo>
                  <a:lnTo>
                    <a:pt x="56837" y="144009"/>
                  </a:lnTo>
                  <a:cubicBezTo>
                    <a:pt x="53728" y="150064"/>
                    <a:pt x="47609" y="153958"/>
                    <a:pt x="40802" y="154154"/>
                  </a:cubicBezTo>
                  <a:cubicBezTo>
                    <a:pt x="34420" y="154317"/>
                    <a:pt x="28791" y="149933"/>
                    <a:pt x="27384" y="143682"/>
                  </a:cubicBezTo>
                  <a:lnTo>
                    <a:pt x="-105" y="21290"/>
                  </a:lnTo>
                  <a:cubicBezTo>
                    <a:pt x="-269" y="20111"/>
                    <a:pt x="-269" y="18900"/>
                    <a:pt x="-105" y="17689"/>
                  </a:cubicBezTo>
                  <a:cubicBezTo>
                    <a:pt x="-466" y="8232"/>
                    <a:pt x="6800" y="214"/>
                    <a:pt x="16258" y="-309"/>
                  </a:cubicBezTo>
                  <a:cubicBezTo>
                    <a:pt x="22214" y="-244"/>
                    <a:pt x="27417" y="3748"/>
                    <a:pt x="29020" y="9508"/>
                  </a:cubicBezTo>
                  <a:lnTo>
                    <a:pt x="48983" y="96557"/>
                  </a:lnTo>
                  <a:lnTo>
                    <a:pt x="94798" y="9835"/>
                  </a:lnTo>
                  <a:cubicBezTo>
                    <a:pt x="97515" y="3879"/>
                    <a:pt x="103340" y="-48"/>
                    <a:pt x="109852" y="-309"/>
                  </a:cubicBezTo>
                  <a:cubicBezTo>
                    <a:pt x="117051" y="-866"/>
                    <a:pt x="123335" y="4533"/>
                    <a:pt x="123891" y="11766"/>
                  </a:cubicBezTo>
                  <a:cubicBezTo>
                    <a:pt x="123924" y="12191"/>
                    <a:pt x="123924" y="12650"/>
                    <a:pt x="123924" y="13108"/>
                  </a:cubicBezTo>
                  <a:cubicBezTo>
                    <a:pt x="123891" y="15791"/>
                    <a:pt x="123335" y="18474"/>
                    <a:pt x="122287" y="20962"/>
                  </a:cubicBezTo>
                  <a:close/>
                </a:path>
              </a:pathLst>
            </a:custGeom>
            <a:solidFill>
              <a:srgbClr val="FFFFFF"/>
            </a:solidFill>
            <a:ln w="32716" cap="flat">
              <a:noFill/>
              <a:prstDash val="solid"/>
              <a:miter/>
            </a:ln>
          </p:spPr>
          <p:txBody>
            <a:bodyPr rtlCol="0" anchor="ctr"/>
            <a:lstStyle/>
            <a:p>
              <a:endParaRPr lang="sv-SE"/>
            </a:p>
          </p:txBody>
        </p:sp>
        <p:sp>
          <p:nvSpPr>
            <p:cNvPr id="93" name="Frihandsfigur: Form 92">
              <a:extLst>
                <a:ext uri="{FF2B5EF4-FFF2-40B4-BE49-F238E27FC236}">
                  <a16:creationId xmlns:a16="http://schemas.microsoft.com/office/drawing/2014/main" id="{ECC9D82B-8D2B-4854-B6BE-50F7FCFB1FBC}"/>
                </a:ext>
              </a:extLst>
            </p:cNvPr>
            <p:cNvSpPr/>
            <p:nvPr/>
          </p:nvSpPr>
          <p:spPr>
            <a:xfrm>
              <a:off x="4525607" y="2084891"/>
              <a:ext cx="62179" cy="222043"/>
            </a:xfrm>
            <a:custGeom>
              <a:avLst/>
              <a:gdLst>
                <a:gd name="connsiteX0" fmla="*/ 32170 w 62179"/>
                <a:gd name="connsiteY0" fmla="*/ 205004 h 222043"/>
                <a:gd name="connsiteX1" fmla="*/ 13844 w 62179"/>
                <a:gd name="connsiteY1" fmla="*/ 221694 h 222043"/>
                <a:gd name="connsiteX2" fmla="*/ -228 w 62179"/>
                <a:gd name="connsiteY2" fmla="*/ 207623 h 222043"/>
                <a:gd name="connsiteX3" fmla="*/ -228 w 62179"/>
                <a:gd name="connsiteY3" fmla="*/ 207295 h 222043"/>
                <a:gd name="connsiteX4" fmla="*/ 14498 w 62179"/>
                <a:gd name="connsiteY4" fmla="*/ 85557 h 222043"/>
                <a:gd name="connsiteX5" fmla="*/ 32497 w 62179"/>
                <a:gd name="connsiteY5" fmla="*/ 69522 h 222043"/>
                <a:gd name="connsiteX6" fmla="*/ 47223 w 62179"/>
                <a:gd name="connsiteY6" fmla="*/ 82906 h 222043"/>
                <a:gd name="connsiteX7" fmla="*/ 47223 w 62179"/>
                <a:gd name="connsiteY7" fmla="*/ 83266 h 222043"/>
                <a:gd name="connsiteX8" fmla="*/ 32170 w 62179"/>
                <a:gd name="connsiteY8" fmla="*/ 205004 h 222043"/>
                <a:gd name="connsiteX9" fmla="*/ 38388 w 62179"/>
                <a:gd name="connsiteY9" fmla="*/ 41378 h 222043"/>
                <a:gd name="connsiteX10" fmla="*/ 20225 w 62179"/>
                <a:gd name="connsiteY10" fmla="*/ 17979 h 222043"/>
                <a:gd name="connsiteX11" fmla="*/ 38388 w 62179"/>
                <a:gd name="connsiteY11" fmla="*/ -183 h 222043"/>
                <a:gd name="connsiteX12" fmla="*/ 61786 w 62179"/>
                <a:gd name="connsiteY12" fmla="*/ 17979 h 222043"/>
                <a:gd name="connsiteX13" fmla="*/ 43624 w 62179"/>
                <a:gd name="connsiteY13" fmla="*/ 41378 h 222043"/>
                <a:gd name="connsiteX14" fmla="*/ 38388 w 62179"/>
                <a:gd name="connsiteY14" fmla="*/ 41378 h 222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79" h="222043">
                  <a:moveTo>
                    <a:pt x="32170" y="205004"/>
                  </a:moveTo>
                  <a:cubicBezTo>
                    <a:pt x="30665" y="214135"/>
                    <a:pt x="23073" y="221072"/>
                    <a:pt x="13844" y="221694"/>
                  </a:cubicBezTo>
                  <a:cubicBezTo>
                    <a:pt x="6088" y="221694"/>
                    <a:pt x="-228" y="215412"/>
                    <a:pt x="-228" y="207623"/>
                  </a:cubicBezTo>
                  <a:cubicBezTo>
                    <a:pt x="-228" y="207524"/>
                    <a:pt x="-228" y="207393"/>
                    <a:pt x="-228" y="207295"/>
                  </a:cubicBezTo>
                  <a:cubicBezTo>
                    <a:pt x="-228" y="207295"/>
                    <a:pt x="-228" y="207295"/>
                    <a:pt x="14498" y="85557"/>
                  </a:cubicBezTo>
                  <a:cubicBezTo>
                    <a:pt x="15643" y="76460"/>
                    <a:pt x="23334" y="69620"/>
                    <a:pt x="32497" y="69522"/>
                  </a:cubicBezTo>
                  <a:cubicBezTo>
                    <a:pt x="40253" y="69161"/>
                    <a:pt x="46864" y="75151"/>
                    <a:pt x="47223" y="82906"/>
                  </a:cubicBezTo>
                  <a:cubicBezTo>
                    <a:pt x="47223" y="83037"/>
                    <a:pt x="47223" y="83135"/>
                    <a:pt x="47223" y="83266"/>
                  </a:cubicBezTo>
                  <a:cubicBezTo>
                    <a:pt x="47223" y="83266"/>
                    <a:pt x="47223" y="84903"/>
                    <a:pt x="32170" y="205004"/>
                  </a:cubicBezTo>
                  <a:close/>
                  <a:moveTo>
                    <a:pt x="38388" y="41378"/>
                  </a:moveTo>
                  <a:cubicBezTo>
                    <a:pt x="26902" y="39937"/>
                    <a:pt x="18785" y="29466"/>
                    <a:pt x="20225" y="17979"/>
                  </a:cubicBezTo>
                  <a:cubicBezTo>
                    <a:pt x="21404" y="8488"/>
                    <a:pt x="28897" y="995"/>
                    <a:pt x="38388" y="-183"/>
                  </a:cubicBezTo>
                  <a:cubicBezTo>
                    <a:pt x="49875" y="-1623"/>
                    <a:pt x="60346" y="6493"/>
                    <a:pt x="61786" y="17979"/>
                  </a:cubicBezTo>
                  <a:cubicBezTo>
                    <a:pt x="63226" y="29466"/>
                    <a:pt x="55078" y="39937"/>
                    <a:pt x="43624" y="41378"/>
                  </a:cubicBezTo>
                  <a:cubicBezTo>
                    <a:pt x="41889" y="41607"/>
                    <a:pt x="40123" y="41607"/>
                    <a:pt x="38388" y="41378"/>
                  </a:cubicBezTo>
                  <a:close/>
                </a:path>
              </a:pathLst>
            </a:custGeom>
            <a:solidFill>
              <a:srgbClr val="FFFFFF"/>
            </a:solidFill>
            <a:ln w="32716" cap="flat">
              <a:noFill/>
              <a:prstDash val="solid"/>
              <a:miter/>
            </a:ln>
          </p:spPr>
          <p:txBody>
            <a:bodyPr rtlCol="0" anchor="ctr"/>
            <a:lstStyle/>
            <a:p>
              <a:endParaRPr lang="sv-SE"/>
            </a:p>
          </p:txBody>
        </p:sp>
        <p:sp>
          <p:nvSpPr>
            <p:cNvPr id="94" name="Frihandsfigur: Form 93">
              <a:extLst>
                <a:ext uri="{FF2B5EF4-FFF2-40B4-BE49-F238E27FC236}">
                  <a16:creationId xmlns:a16="http://schemas.microsoft.com/office/drawing/2014/main" id="{CFC13BE4-E425-4E77-9611-96F09BE3ABC9}"/>
                </a:ext>
              </a:extLst>
            </p:cNvPr>
            <p:cNvSpPr/>
            <p:nvPr/>
          </p:nvSpPr>
          <p:spPr>
            <a:xfrm>
              <a:off x="4658799" y="2056242"/>
              <a:ext cx="141405" cy="250707"/>
            </a:xfrm>
            <a:custGeom>
              <a:avLst/>
              <a:gdLst>
                <a:gd name="connsiteX0" fmla="*/ 141145 w 141405"/>
                <a:gd name="connsiteY0" fmla="*/ 149222 h 250707"/>
                <a:gd name="connsiteX1" fmla="*/ 130673 w 141405"/>
                <a:gd name="connsiteY1" fmla="*/ 234308 h 250707"/>
                <a:gd name="connsiteX2" fmla="*/ 113001 w 141405"/>
                <a:gd name="connsiteY2" fmla="*/ 250343 h 250707"/>
                <a:gd name="connsiteX3" fmla="*/ 98275 w 141405"/>
                <a:gd name="connsiteY3" fmla="*/ 236926 h 250707"/>
                <a:gd name="connsiteX4" fmla="*/ 98275 w 141405"/>
                <a:gd name="connsiteY4" fmla="*/ 236271 h 250707"/>
                <a:gd name="connsiteX5" fmla="*/ 107765 w 141405"/>
                <a:gd name="connsiteY5" fmla="*/ 158713 h 250707"/>
                <a:gd name="connsiteX6" fmla="*/ 107765 w 141405"/>
                <a:gd name="connsiteY6" fmla="*/ 152495 h 250707"/>
                <a:gd name="connsiteX7" fmla="*/ 87737 w 141405"/>
                <a:gd name="connsiteY7" fmla="*/ 127623 h 250707"/>
                <a:gd name="connsiteX8" fmla="*/ 82894 w 141405"/>
                <a:gd name="connsiteY8" fmla="*/ 127623 h 250707"/>
                <a:gd name="connsiteX9" fmla="*/ 41005 w 141405"/>
                <a:gd name="connsiteY9" fmla="*/ 160348 h 250707"/>
                <a:gd name="connsiteX10" fmla="*/ 31842 w 141405"/>
                <a:gd name="connsiteY10" fmla="*/ 233326 h 250707"/>
                <a:gd name="connsiteX11" fmla="*/ 14171 w 141405"/>
                <a:gd name="connsiteY11" fmla="*/ 249361 h 250707"/>
                <a:gd name="connsiteX12" fmla="*/ -228 w 141405"/>
                <a:gd name="connsiteY12" fmla="*/ 236271 h 250707"/>
                <a:gd name="connsiteX13" fmla="*/ -228 w 141405"/>
                <a:gd name="connsiteY13" fmla="*/ 235616 h 250707"/>
                <a:gd name="connsiteX14" fmla="*/ 26934 w 141405"/>
                <a:gd name="connsiteY14" fmla="*/ 15702 h 250707"/>
                <a:gd name="connsiteX15" fmla="*/ 44606 w 141405"/>
                <a:gd name="connsiteY15" fmla="*/ -333 h 250707"/>
                <a:gd name="connsiteX16" fmla="*/ 59005 w 141405"/>
                <a:gd name="connsiteY16" fmla="*/ 12725 h 250707"/>
                <a:gd name="connsiteX17" fmla="*/ 59005 w 141405"/>
                <a:gd name="connsiteY17" fmla="*/ 13739 h 250707"/>
                <a:gd name="connsiteX18" fmla="*/ 46897 w 141405"/>
                <a:gd name="connsiteY18" fmla="*/ 114860 h 250707"/>
                <a:gd name="connsiteX19" fmla="*/ 96639 w 141405"/>
                <a:gd name="connsiteY19" fmla="*/ 97189 h 250707"/>
                <a:gd name="connsiteX20" fmla="*/ 140589 w 141405"/>
                <a:gd name="connsiteY20" fmla="*/ 131158 h 250707"/>
                <a:gd name="connsiteX21" fmla="*/ 140818 w 141405"/>
                <a:gd name="connsiteY21" fmla="*/ 138750 h 250707"/>
                <a:gd name="connsiteX22" fmla="*/ 141145 w 141405"/>
                <a:gd name="connsiteY22" fmla="*/ 149222 h 25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405" h="250707">
                  <a:moveTo>
                    <a:pt x="141145" y="149222"/>
                  </a:moveTo>
                  <a:lnTo>
                    <a:pt x="130673" y="234308"/>
                  </a:lnTo>
                  <a:cubicBezTo>
                    <a:pt x="129429" y="243209"/>
                    <a:pt x="122001" y="249951"/>
                    <a:pt x="113001" y="250343"/>
                  </a:cubicBezTo>
                  <a:cubicBezTo>
                    <a:pt x="105246" y="250703"/>
                    <a:pt x="98668" y="244714"/>
                    <a:pt x="98275" y="236926"/>
                  </a:cubicBezTo>
                  <a:cubicBezTo>
                    <a:pt x="98275" y="236729"/>
                    <a:pt x="98275" y="236500"/>
                    <a:pt x="98275" y="236271"/>
                  </a:cubicBezTo>
                  <a:cubicBezTo>
                    <a:pt x="98275" y="236271"/>
                    <a:pt x="98275" y="236271"/>
                    <a:pt x="107765" y="158713"/>
                  </a:cubicBezTo>
                  <a:cubicBezTo>
                    <a:pt x="107929" y="156650"/>
                    <a:pt x="107929" y="154556"/>
                    <a:pt x="107765" y="152495"/>
                  </a:cubicBezTo>
                  <a:cubicBezTo>
                    <a:pt x="109108" y="140092"/>
                    <a:pt x="100140" y="128964"/>
                    <a:pt x="87737" y="127623"/>
                  </a:cubicBezTo>
                  <a:cubicBezTo>
                    <a:pt x="86134" y="127459"/>
                    <a:pt x="84498" y="127459"/>
                    <a:pt x="82894" y="127623"/>
                  </a:cubicBezTo>
                  <a:cubicBezTo>
                    <a:pt x="62408" y="125496"/>
                    <a:pt x="43886" y="139960"/>
                    <a:pt x="41005" y="160348"/>
                  </a:cubicBezTo>
                  <a:lnTo>
                    <a:pt x="31842" y="233326"/>
                  </a:lnTo>
                  <a:cubicBezTo>
                    <a:pt x="30730" y="242293"/>
                    <a:pt x="23204" y="249100"/>
                    <a:pt x="14171" y="249361"/>
                  </a:cubicBezTo>
                  <a:cubicBezTo>
                    <a:pt x="6578" y="249721"/>
                    <a:pt x="165" y="243864"/>
                    <a:pt x="-228" y="236271"/>
                  </a:cubicBezTo>
                  <a:cubicBezTo>
                    <a:pt x="-228" y="236075"/>
                    <a:pt x="-228" y="235846"/>
                    <a:pt x="-228" y="235616"/>
                  </a:cubicBezTo>
                  <a:cubicBezTo>
                    <a:pt x="-228" y="235616"/>
                    <a:pt x="-228" y="235616"/>
                    <a:pt x="26934" y="15702"/>
                  </a:cubicBezTo>
                  <a:cubicBezTo>
                    <a:pt x="28177" y="6802"/>
                    <a:pt x="35606" y="59"/>
                    <a:pt x="44606" y="-333"/>
                  </a:cubicBezTo>
                  <a:cubicBezTo>
                    <a:pt x="52198" y="-693"/>
                    <a:pt x="58644" y="5165"/>
                    <a:pt x="59005" y="12725"/>
                  </a:cubicBezTo>
                  <a:cubicBezTo>
                    <a:pt x="59005" y="13084"/>
                    <a:pt x="59005" y="13412"/>
                    <a:pt x="59005" y="13739"/>
                  </a:cubicBezTo>
                  <a:cubicBezTo>
                    <a:pt x="59005" y="13739"/>
                    <a:pt x="59005" y="13739"/>
                    <a:pt x="46897" y="114860"/>
                  </a:cubicBezTo>
                  <a:cubicBezTo>
                    <a:pt x="60935" y="103374"/>
                    <a:pt x="78508" y="97123"/>
                    <a:pt x="96639" y="97189"/>
                  </a:cubicBezTo>
                  <a:cubicBezTo>
                    <a:pt x="118139" y="94439"/>
                    <a:pt x="137840" y="109625"/>
                    <a:pt x="140589" y="131158"/>
                  </a:cubicBezTo>
                  <a:cubicBezTo>
                    <a:pt x="140916" y="133677"/>
                    <a:pt x="140982" y="136197"/>
                    <a:pt x="140818" y="138750"/>
                  </a:cubicBezTo>
                  <a:cubicBezTo>
                    <a:pt x="141113" y="142218"/>
                    <a:pt x="141244" y="145721"/>
                    <a:pt x="141145" y="149222"/>
                  </a:cubicBezTo>
                  <a:close/>
                </a:path>
              </a:pathLst>
            </a:custGeom>
            <a:solidFill>
              <a:srgbClr val="FFFFFF"/>
            </a:solidFill>
            <a:ln w="32716" cap="flat">
              <a:noFill/>
              <a:prstDash val="solid"/>
              <a:miter/>
            </a:ln>
          </p:spPr>
          <p:txBody>
            <a:bodyPr rtlCol="0" anchor="ctr"/>
            <a:lstStyle/>
            <a:p>
              <a:endParaRPr lang="sv-SE"/>
            </a:p>
          </p:txBody>
        </p:sp>
        <p:sp>
          <p:nvSpPr>
            <p:cNvPr id="95" name="Frihandsfigur: Form 94">
              <a:extLst>
                <a:ext uri="{FF2B5EF4-FFF2-40B4-BE49-F238E27FC236}">
                  <a16:creationId xmlns:a16="http://schemas.microsoft.com/office/drawing/2014/main" id="{D9B353E1-CBCC-4A82-BAF8-64B0CE6E878B}"/>
                </a:ext>
              </a:extLst>
            </p:cNvPr>
            <p:cNvSpPr/>
            <p:nvPr/>
          </p:nvSpPr>
          <p:spPr>
            <a:xfrm>
              <a:off x="4819153" y="2085708"/>
              <a:ext cx="140718" cy="221524"/>
            </a:xfrm>
            <a:custGeom>
              <a:avLst/>
              <a:gdLst>
                <a:gd name="connsiteX0" fmla="*/ 139837 w 140718"/>
                <a:gd name="connsiteY0" fmla="*/ 115829 h 221524"/>
                <a:gd name="connsiteX1" fmla="*/ 129037 w 140718"/>
                <a:gd name="connsiteY1" fmla="*/ 204514 h 221524"/>
                <a:gd name="connsiteX2" fmla="*/ 111038 w 140718"/>
                <a:gd name="connsiteY2" fmla="*/ 220877 h 221524"/>
                <a:gd name="connsiteX3" fmla="*/ 96966 w 140718"/>
                <a:gd name="connsiteY3" fmla="*/ 207459 h 221524"/>
                <a:gd name="connsiteX4" fmla="*/ 96966 w 140718"/>
                <a:gd name="connsiteY4" fmla="*/ 206805 h 221524"/>
                <a:gd name="connsiteX5" fmla="*/ 96966 w 140718"/>
                <a:gd name="connsiteY5" fmla="*/ 204187 h 221524"/>
                <a:gd name="connsiteX6" fmla="*/ 45915 w 140718"/>
                <a:gd name="connsiteY6" fmla="*/ 220877 h 221524"/>
                <a:gd name="connsiteX7" fmla="*/ 67 w 140718"/>
                <a:gd name="connsiteY7" fmla="*/ 184846 h 221524"/>
                <a:gd name="connsiteX8" fmla="*/ -228 w 140718"/>
                <a:gd name="connsiteY8" fmla="*/ 180952 h 221524"/>
                <a:gd name="connsiteX9" fmla="*/ 78967 w 140718"/>
                <a:gd name="connsiteY9" fmla="*/ 122047 h 221524"/>
                <a:gd name="connsiteX10" fmla="*/ 106457 w 140718"/>
                <a:gd name="connsiteY10" fmla="*/ 124010 h 221524"/>
                <a:gd name="connsiteX11" fmla="*/ 106457 w 140718"/>
                <a:gd name="connsiteY11" fmla="*/ 116811 h 221524"/>
                <a:gd name="connsiteX12" fmla="*/ 73732 w 140718"/>
                <a:gd name="connsiteY12" fmla="*/ 95866 h 221524"/>
                <a:gd name="connsiteX13" fmla="*/ 39042 w 140718"/>
                <a:gd name="connsiteY13" fmla="*/ 104702 h 221524"/>
                <a:gd name="connsiteX14" fmla="*/ 32825 w 140718"/>
                <a:gd name="connsiteY14" fmla="*/ 106338 h 221524"/>
                <a:gd name="connsiteX15" fmla="*/ 20062 w 140718"/>
                <a:gd name="connsiteY15" fmla="*/ 94230 h 221524"/>
                <a:gd name="connsiteX16" fmla="*/ 20062 w 140718"/>
                <a:gd name="connsiteY16" fmla="*/ 93575 h 221524"/>
                <a:gd name="connsiteX17" fmla="*/ 30206 w 140718"/>
                <a:gd name="connsiteY17" fmla="*/ 78849 h 221524"/>
                <a:gd name="connsiteX18" fmla="*/ 84203 w 140718"/>
                <a:gd name="connsiteY18" fmla="*/ 69031 h 221524"/>
                <a:gd name="connsiteX19" fmla="*/ 138527 w 140718"/>
                <a:gd name="connsiteY19" fmla="*/ 108629 h 221524"/>
                <a:gd name="connsiteX20" fmla="*/ 139837 w 140718"/>
                <a:gd name="connsiteY20" fmla="*/ 115829 h 221524"/>
                <a:gd name="connsiteX21" fmla="*/ 81585 w 140718"/>
                <a:gd name="connsiteY21" fmla="*/ 144954 h 221524"/>
                <a:gd name="connsiteX22" fmla="*/ 33152 w 140718"/>
                <a:gd name="connsiteY22" fmla="*/ 173425 h 221524"/>
                <a:gd name="connsiteX23" fmla="*/ 57369 w 140718"/>
                <a:gd name="connsiteY23" fmla="*/ 192733 h 221524"/>
                <a:gd name="connsiteX24" fmla="*/ 99912 w 140718"/>
                <a:gd name="connsiteY24" fmla="*/ 180298 h 221524"/>
                <a:gd name="connsiteX25" fmla="*/ 103838 w 140718"/>
                <a:gd name="connsiteY25" fmla="*/ 147573 h 221524"/>
                <a:gd name="connsiteX26" fmla="*/ 81585 w 140718"/>
                <a:gd name="connsiteY26" fmla="*/ 144954 h 221524"/>
                <a:gd name="connsiteX27" fmla="*/ 57696 w 140718"/>
                <a:gd name="connsiteY27" fmla="*/ 41542 h 221524"/>
                <a:gd name="connsiteX28" fmla="*/ 37078 w 140718"/>
                <a:gd name="connsiteY28" fmla="*/ 20925 h 221524"/>
                <a:gd name="connsiteX29" fmla="*/ 57696 w 140718"/>
                <a:gd name="connsiteY29" fmla="*/ -347 h 221524"/>
                <a:gd name="connsiteX30" fmla="*/ 78967 w 140718"/>
                <a:gd name="connsiteY30" fmla="*/ 20271 h 221524"/>
                <a:gd name="connsiteX31" fmla="*/ 58351 w 140718"/>
                <a:gd name="connsiteY31" fmla="*/ 41542 h 221524"/>
                <a:gd name="connsiteX32" fmla="*/ 57696 w 140718"/>
                <a:gd name="connsiteY32" fmla="*/ 41542 h 221524"/>
                <a:gd name="connsiteX33" fmla="*/ 119547 w 140718"/>
                <a:gd name="connsiteY33" fmla="*/ 41542 h 221524"/>
                <a:gd name="connsiteX34" fmla="*/ 98930 w 140718"/>
                <a:gd name="connsiteY34" fmla="*/ 20925 h 221524"/>
                <a:gd name="connsiteX35" fmla="*/ 122328 w 140718"/>
                <a:gd name="connsiteY35" fmla="*/ 2762 h 221524"/>
                <a:gd name="connsiteX36" fmla="*/ 140491 w 140718"/>
                <a:gd name="connsiteY36" fmla="*/ 20925 h 221524"/>
                <a:gd name="connsiteX37" fmla="*/ 119939 w 140718"/>
                <a:gd name="connsiteY37" fmla="*/ 41608 h 221524"/>
                <a:gd name="connsiteX38" fmla="*/ 118238 w 140718"/>
                <a:gd name="connsiteY38" fmla="*/ 41542 h 221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0718" h="221524">
                  <a:moveTo>
                    <a:pt x="139837" y="115829"/>
                  </a:moveTo>
                  <a:lnTo>
                    <a:pt x="129037" y="204514"/>
                  </a:lnTo>
                  <a:cubicBezTo>
                    <a:pt x="127793" y="213611"/>
                    <a:pt x="120201" y="220484"/>
                    <a:pt x="111038" y="220877"/>
                  </a:cubicBezTo>
                  <a:cubicBezTo>
                    <a:pt x="103446" y="221074"/>
                    <a:pt x="97162" y="215052"/>
                    <a:pt x="96966" y="207459"/>
                  </a:cubicBezTo>
                  <a:cubicBezTo>
                    <a:pt x="96966" y="207231"/>
                    <a:pt x="96966" y="207034"/>
                    <a:pt x="96966" y="206805"/>
                  </a:cubicBezTo>
                  <a:lnTo>
                    <a:pt x="96966" y="204187"/>
                  </a:lnTo>
                  <a:cubicBezTo>
                    <a:pt x="81716" y="214169"/>
                    <a:pt x="64110" y="219928"/>
                    <a:pt x="45915" y="220877"/>
                  </a:cubicBezTo>
                  <a:cubicBezTo>
                    <a:pt x="23301" y="223593"/>
                    <a:pt x="2782" y="207459"/>
                    <a:pt x="67" y="184846"/>
                  </a:cubicBezTo>
                  <a:cubicBezTo>
                    <a:pt x="-97" y="183570"/>
                    <a:pt x="-195" y="182261"/>
                    <a:pt x="-228" y="180952"/>
                  </a:cubicBezTo>
                  <a:cubicBezTo>
                    <a:pt x="-228" y="140373"/>
                    <a:pt x="44606" y="122047"/>
                    <a:pt x="78967" y="122047"/>
                  </a:cubicBezTo>
                  <a:cubicBezTo>
                    <a:pt x="88163" y="122047"/>
                    <a:pt x="97359" y="122701"/>
                    <a:pt x="106457" y="124010"/>
                  </a:cubicBezTo>
                  <a:cubicBezTo>
                    <a:pt x="106620" y="121621"/>
                    <a:pt x="106620" y="119200"/>
                    <a:pt x="106457" y="116811"/>
                  </a:cubicBezTo>
                  <a:cubicBezTo>
                    <a:pt x="106457" y="98157"/>
                    <a:pt x="89767" y="95866"/>
                    <a:pt x="73732" y="95866"/>
                  </a:cubicBezTo>
                  <a:cubicBezTo>
                    <a:pt x="61622" y="95899"/>
                    <a:pt x="49711" y="98942"/>
                    <a:pt x="39042" y="104702"/>
                  </a:cubicBezTo>
                  <a:cubicBezTo>
                    <a:pt x="37144" y="105749"/>
                    <a:pt x="34984" y="106305"/>
                    <a:pt x="32825" y="106338"/>
                  </a:cubicBezTo>
                  <a:cubicBezTo>
                    <a:pt x="25952" y="106535"/>
                    <a:pt x="20258" y="101102"/>
                    <a:pt x="20062" y="94230"/>
                  </a:cubicBezTo>
                  <a:cubicBezTo>
                    <a:pt x="20062" y="94033"/>
                    <a:pt x="20062" y="93805"/>
                    <a:pt x="20062" y="93575"/>
                  </a:cubicBezTo>
                  <a:cubicBezTo>
                    <a:pt x="20225" y="87095"/>
                    <a:pt x="24218" y="81303"/>
                    <a:pt x="30206" y="78849"/>
                  </a:cubicBezTo>
                  <a:cubicBezTo>
                    <a:pt x="47355" y="71977"/>
                    <a:pt x="65713" y="68638"/>
                    <a:pt x="84203" y="69031"/>
                  </a:cubicBezTo>
                  <a:cubicBezTo>
                    <a:pt x="110710" y="69031"/>
                    <a:pt x="138527" y="76886"/>
                    <a:pt x="138527" y="108629"/>
                  </a:cubicBezTo>
                  <a:cubicBezTo>
                    <a:pt x="139116" y="110985"/>
                    <a:pt x="139542" y="113407"/>
                    <a:pt x="139837" y="115829"/>
                  </a:cubicBezTo>
                  <a:close/>
                  <a:moveTo>
                    <a:pt x="81585" y="144954"/>
                  </a:moveTo>
                  <a:cubicBezTo>
                    <a:pt x="64895" y="144954"/>
                    <a:pt x="33152" y="150844"/>
                    <a:pt x="33152" y="173425"/>
                  </a:cubicBezTo>
                  <a:cubicBezTo>
                    <a:pt x="33152" y="187170"/>
                    <a:pt x="45260" y="192733"/>
                    <a:pt x="57369" y="192733"/>
                  </a:cubicBezTo>
                  <a:cubicBezTo>
                    <a:pt x="72389" y="192439"/>
                    <a:pt x="87083" y="188152"/>
                    <a:pt x="99912" y="180298"/>
                  </a:cubicBezTo>
                  <a:lnTo>
                    <a:pt x="103838" y="147573"/>
                  </a:lnTo>
                  <a:cubicBezTo>
                    <a:pt x="96541" y="145838"/>
                    <a:pt x="89080" y="144987"/>
                    <a:pt x="81585" y="144954"/>
                  </a:cubicBezTo>
                  <a:close/>
                  <a:moveTo>
                    <a:pt x="57696" y="41542"/>
                  </a:moveTo>
                  <a:cubicBezTo>
                    <a:pt x="46307" y="41542"/>
                    <a:pt x="37078" y="32314"/>
                    <a:pt x="37078" y="20925"/>
                  </a:cubicBezTo>
                  <a:cubicBezTo>
                    <a:pt x="36883" y="9373"/>
                    <a:pt x="46144" y="-150"/>
                    <a:pt x="57696" y="-347"/>
                  </a:cubicBezTo>
                  <a:cubicBezTo>
                    <a:pt x="69248" y="-510"/>
                    <a:pt x="78771" y="8719"/>
                    <a:pt x="78967" y="20271"/>
                  </a:cubicBezTo>
                  <a:cubicBezTo>
                    <a:pt x="79131" y="31855"/>
                    <a:pt x="69903" y="41378"/>
                    <a:pt x="58351" y="41542"/>
                  </a:cubicBezTo>
                  <a:cubicBezTo>
                    <a:pt x="58121" y="41542"/>
                    <a:pt x="57925" y="41542"/>
                    <a:pt x="57696" y="41542"/>
                  </a:cubicBezTo>
                  <a:close/>
                  <a:moveTo>
                    <a:pt x="119547" y="41542"/>
                  </a:moveTo>
                  <a:cubicBezTo>
                    <a:pt x="108158" y="41542"/>
                    <a:pt x="98930" y="32314"/>
                    <a:pt x="98930" y="20925"/>
                  </a:cubicBezTo>
                  <a:cubicBezTo>
                    <a:pt x="100370" y="9439"/>
                    <a:pt x="110841" y="1322"/>
                    <a:pt x="122328" y="2762"/>
                  </a:cubicBezTo>
                  <a:cubicBezTo>
                    <a:pt x="131819" y="3941"/>
                    <a:pt x="139313" y="11435"/>
                    <a:pt x="140491" y="20925"/>
                  </a:cubicBezTo>
                  <a:cubicBezTo>
                    <a:pt x="140524" y="32314"/>
                    <a:pt x="131328" y="41575"/>
                    <a:pt x="119939" y="41608"/>
                  </a:cubicBezTo>
                  <a:cubicBezTo>
                    <a:pt x="119383" y="41608"/>
                    <a:pt x="118794" y="41575"/>
                    <a:pt x="118238" y="41542"/>
                  </a:cubicBezTo>
                  <a:close/>
                </a:path>
              </a:pathLst>
            </a:custGeom>
            <a:solidFill>
              <a:srgbClr val="FFFFFF"/>
            </a:solidFill>
            <a:ln w="32716" cap="flat">
              <a:noFill/>
              <a:prstDash val="solid"/>
              <a:miter/>
            </a:ln>
          </p:spPr>
          <p:txBody>
            <a:bodyPr rtlCol="0" anchor="ctr"/>
            <a:lstStyle/>
            <a:p>
              <a:endParaRPr lang="sv-SE"/>
            </a:p>
          </p:txBody>
        </p:sp>
        <p:sp>
          <p:nvSpPr>
            <p:cNvPr id="96" name="Frihandsfigur: Form 95">
              <a:extLst>
                <a:ext uri="{FF2B5EF4-FFF2-40B4-BE49-F238E27FC236}">
                  <a16:creationId xmlns:a16="http://schemas.microsoft.com/office/drawing/2014/main" id="{FE592824-4C42-438F-BE0B-E1FAE4261F8E}"/>
                </a:ext>
              </a:extLst>
            </p:cNvPr>
            <p:cNvSpPr/>
            <p:nvPr/>
          </p:nvSpPr>
          <p:spPr>
            <a:xfrm>
              <a:off x="4984744" y="2057224"/>
              <a:ext cx="59232" cy="249714"/>
            </a:xfrm>
            <a:custGeom>
              <a:avLst/>
              <a:gdLst>
                <a:gd name="connsiteX0" fmla="*/ 32170 w 59232"/>
                <a:gd name="connsiteY0" fmla="*/ 232999 h 249714"/>
                <a:gd name="connsiteX1" fmla="*/ 14171 w 59232"/>
                <a:gd name="connsiteY1" fmla="*/ 249361 h 249714"/>
                <a:gd name="connsiteX2" fmla="*/ -228 w 59232"/>
                <a:gd name="connsiteY2" fmla="*/ 235616 h 249714"/>
                <a:gd name="connsiteX3" fmla="*/ -228 w 59232"/>
                <a:gd name="connsiteY3" fmla="*/ 235290 h 249714"/>
                <a:gd name="connsiteX4" fmla="*/ 26607 w 59232"/>
                <a:gd name="connsiteY4" fmla="*/ 15702 h 249714"/>
                <a:gd name="connsiteX5" fmla="*/ 44606 w 59232"/>
                <a:gd name="connsiteY5" fmla="*/ -333 h 249714"/>
                <a:gd name="connsiteX6" fmla="*/ 59005 w 59232"/>
                <a:gd name="connsiteY6" fmla="*/ 12725 h 249714"/>
                <a:gd name="connsiteX7" fmla="*/ 59005 w 59232"/>
                <a:gd name="connsiteY7" fmla="*/ 13739 h 249714"/>
                <a:gd name="connsiteX8" fmla="*/ 32170 w 59232"/>
                <a:gd name="connsiteY8" fmla="*/ 232999 h 249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232" h="249714">
                  <a:moveTo>
                    <a:pt x="32170" y="232999"/>
                  </a:moveTo>
                  <a:cubicBezTo>
                    <a:pt x="30926" y="242096"/>
                    <a:pt x="23334" y="248969"/>
                    <a:pt x="14171" y="249361"/>
                  </a:cubicBezTo>
                  <a:cubicBezTo>
                    <a:pt x="6415" y="249558"/>
                    <a:pt x="-31" y="243405"/>
                    <a:pt x="-228" y="235616"/>
                  </a:cubicBezTo>
                  <a:cubicBezTo>
                    <a:pt x="-228" y="235518"/>
                    <a:pt x="-228" y="235388"/>
                    <a:pt x="-228" y="235290"/>
                  </a:cubicBezTo>
                  <a:cubicBezTo>
                    <a:pt x="-228" y="235290"/>
                    <a:pt x="-228" y="235290"/>
                    <a:pt x="26607" y="15702"/>
                  </a:cubicBezTo>
                  <a:cubicBezTo>
                    <a:pt x="28014" y="6736"/>
                    <a:pt x="35540" y="28"/>
                    <a:pt x="44606" y="-333"/>
                  </a:cubicBezTo>
                  <a:cubicBezTo>
                    <a:pt x="52198" y="-693"/>
                    <a:pt x="58645" y="5165"/>
                    <a:pt x="59005" y="12725"/>
                  </a:cubicBezTo>
                  <a:cubicBezTo>
                    <a:pt x="59005" y="13084"/>
                    <a:pt x="59005" y="13412"/>
                    <a:pt x="59005" y="13739"/>
                  </a:cubicBezTo>
                  <a:cubicBezTo>
                    <a:pt x="59005" y="13739"/>
                    <a:pt x="58677" y="15048"/>
                    <a:pt x="32170" y="232999"/>
                  </a:cubicBezTo>
                  <a:close/>
                </a:path>
              </a:pathLst>
            </a:custGeom>
            <a:solidFill>
              <a:srgbClr val="FFFFFF"/>
            </a:solidFill>
            <a:ln w="32716" cap="flat">
              <a:noFill/>
              <a:prstDash val="solid"/>
              <a:miter/>
            </a:ln>
          </p:spPr>
          <p:txBody>
            <a:bodyPr rtlCol="0" anchor="ctr"/>
            <a:lstStyle/>
            <a:p>
              <a:endParaRPr lang="sv-SE"/>
            </a:p>
          </p:txBody>
        </p:sp>
        <p:sp>
          <p:nvSpPr>
            <p:cNvPr id="97" name="Frihandsfigur: Form 96">
              <a:extLst>
                <a:ext uri="{FF2B5EF4-FFF2-40B4-BE49-F238E27FC236}">
                  <a16:creationId xmlns:a16="http://schemas.microsoft.com/office/drawing/2014/main" id="{66AFBCA4-325E-48CA-874B-A67BF506314B}"/>
                </a:ext>
              </a:extLst>
            </p:cNvPr>
            <p:cNvSpPr/>
            <p:nvPr/>
          </p:nvSpPr>
          <p:spPr>
            <a:xfrm>
              <a:off x="5043975" y="2151217"/>
              <a:ext cx="125042" cy="156044"/>
            </a:xfrm>
            <a:custGeom>
              <a:avLst/>
              <a:gdLst>
                <a:gd name="connsiteX0" fmla="*/ 108422 w 125042"/>
                <a:gd name="connsiteY0" fmla="*/ 37557 h 156044"/>
                <a:gd name="connsiteX1" fmla="*/ 101876 w 125042"/>
                <a:gd name="connsiteY1" fmla="*/ 35593 h 156044"/>
                <a:gd name="connsiteX2" fmla="*/ 71114 w 125042"/>
                <a:gd name="connsiteY2" fmla="*/ 28066 h 156044"/>
                <a:gd name="connsiteX3" fmla="*/ 48207 w 125042"/>
                <a:gd name="connsiteY3" fmla="*/ 44429 h 156044"/>
                <a:gd name="connsiteX4" fmla="*/ 66533 w 125042"/>
                <a:gd name="connsiteY4" fmla="*/ 60791 h 156044"/>
                <a:gd name="connsiteX5" fmla="*/ 114966 w 125042"/>
                <a:gd name="connsiteY5" fmla="*/ 105298 h 156044"/>
                <a:gd name="connsiteX6" fmla="*/ 53443 w 125042"/>
                <a:gd name="connsiteY6" fmla="*/ 155696 h 156044"/>
                <a:gd name="connsiteX7" fmla="*/ 6973 w 125042"/>
                <a:gd name="connsiteY7" fmla="*/ 143914 h 156044"/>
                <a:gd name="connsiteX8" fmla="*/ -227 w 125042"/>
                <a:gd name="connsiteY8" fmla="*/ 132460 h 156044"/>
                <a:gd name="connsiteX9" fmla="*/ 16790 w 125042"/>
                <a:gd name="connsiteY9" fmla="*/ 116752 h 156044"/>
                <a:gd name="connsiteX10" fmla="*/ 22026 w 125042"/>
                <a:gd name="connsiteY10" fmla="*/ 116752 h 156044"/>
                <a:gd name="connsiteX11" fmla="*/ 56388 w 125042"/>
                <a:gd name="connsiteY11" fmla="*/ 127551 h 156044"/>
                <a:gd name="connsiteX12" fmla="*/ 82896 w 125042"/>
                <a:gd name="connsiteY12" fmla="*/ 110207 h 156044"/>
                <a:gd name="connsiteX13" fmla="*/ 17445 w 125042"/>
                <a:gd name="connsiteY13" fmla="*/ 48357 h 156044"/>
                <a:gd name="connsiteX14" fmla="*/ 72685 w 125042"/>
                <a:gd name="connsiteY14" fmla="*/ -241 h 156044"/>
                <a:gd name="connsiteX15" fmla="*/ 74715 w 125042"/>
                <a:gd name="connsiteY15" fmla="*/ -77 h 156044"/>
                <a:gd name="connsiteX16" fmla="*/ 124784 w 125042"/>
                <a:gd name="connsiteY16" fmla="*/ 19885 h 156044"/>
                <a:gd name="connsiteX17" fmla="*/ 109109 w 125042"/>
                <a:gd name="connsiteY17" fmla="*/ 37524 h 156044"/>
                <a:gd name="connsiteX18" fmla="*/ 108422 w 125042"/>
                <a:gd name="connsiteY18" fmla="*/ 37557 h 156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5042" h="156044">
                  <a:moveTo>
                    <a:pt x="108422" y="37557"/>
                  </a:moveTo>
                  <a:cubicBezTo>
                    <a:pt x="106098" y="37557"/>
                    <a:pt x="103807" y="36870"/>
                    <a:pt x="101876" y="35593"/>
                  </a:cubicBezTo>
                  <a:cubicBezTo>
                    <a:pt x="92386" y="30619"/>
                    <a:pt x="81815" y="28034"/>
                    <a:pt x="71114" y="28066"/>
                  </a:cubicBezTo>
                  <a:cubicBezTo>
                    <a:pt x="60315" y="28066"/>
                    <a:pt x="48207" y="31666"/>
                    <a:pt x="48207" y="44429"/>
                  </a:cubicBezTo>
                  <a:cubicBezTo>
                    <a:pt x="48207" y="57192"/>
                    <a:pt x="58024" y="57846"/>
                    <a:pt x="66533" y="60791"/>
                  </a:cubicBezTo>
                  <a:cubicBezTo>
                    <a:pt x="87804" y="69300"/>
                    <a:pt x="114966" y="77482"/>
                    <a:pt x="114966" y="105298"/>
                  </a:cubicBezTo>
                  <a:cubicBezTo>
                    <a:pt x="114966" y="140969"/>
                    <a:pt x="85186" y="155696"/>
                    <a:pt x="53443" y="155696"/>
                  </a:cubicBezTo>
                  <a:cubicBezTo>
                    <a:pt x="37243" y="155466"/>
                    <a:pt x="21306" y="151441"/>
                    <a:pt x="6973" y="143914"/>
                  </a:cubicBezTo>
                  <a:cubicBezTo>
                    <a:pt x="2523" y="141853"/>
                    <a:pt x="-293" y="137370"/>
                    <a:pt x="-227" y="132460"/>
                  </a:cubicBezTo>
                  <a:cubicBezTo>
                    <a:pt x="755" y="123722"/>
                    <a:pt x="7988" y="117014"/>
                    <a:pt x="16790" y="116752"/>
                  </a:cubicBezTo>
                  <a:cubicBezTo>
                    <a:pt x="18525" y="116327"/>
                    <a:pt x="20292" y="116327"/>
                    <a:pt x="22026" y="116752"/>
                  </a:cubicBezTo>
                  <a:cubicBezTo>
                    <a:pt x="32499" y="122937"/>
                    <a:pt x="44247" y="126603"/>
                    <a:pt x="56388" y="127551"/>
                  </a:cubicBezTo>
                  <a:cubicBezTo>
                    <a:pt x="68169" y="127551"/>
                    <a:pt x="82896" y="125260"/>
                    <a:pt x="82896" y="110207"/>
                  </a:cubicBezTo>
                  <a:cubicBezTo>
                    <a:pt x="82896" y="81409"/>
                    <a:pt x="17445" y="93844"/>
                    <a:pt x="17445" y="48357"/>
                  </a:cubicBezTo>
                  <a:cubicBezTo>
                    <a:pt x="19278" y="19689"/>
                    <a:pt x="44018" y="-2074"/>
                    <a:pt x="72685" y="-241"/>
                  </a:cubicBezTo>
                  <a:cubicBezTo>
                    <a:pt x="73372" y="-208"/>
                    <a:pt x="74059" y="-143"/>
                    <a:pt x="74715" y="-77"/>
                  </a:cubicBezTo>
                  <a:cubicBezTo>
                    <a:pt x="86495" y="-77"/>
                    <a:pt x="124784" y="3522"/>
                    <a:pt x="124784" y="19885"/>
                  </a:cubicBezTo>
                  <a:cubicBezTo>
                    <a:pt x="125341" y="29081"/>
                    <a:pt x="118305" y="37000"/>
                    <a:pt x="109109" y="37524"/>
                  </a:cubicBezTo>
                  <a:cubicBezTo>
                    <a:pt x="108880" y="37557"/>
                    <a:pt x="108650" y="37557"/>
                    <a:pt x="108422" y="37557"/>
                  </a:cubicBezTo>
                  <a:close/>
                </a:path>
              </a:pathLst>
            </a:custGeom>
            <a:solidFill>
              <a:srgbClr val="FFFFFF"/>
            </a:solidFill>
            <a:ln w="32716" cap="flat">
              <a:noFill/>
              <a:prstDash val="solid"/>
              <a:miter/>
            </a:ln>
          </p:spPr>
          <p:txBody>
            <a:bodyPr rtlCol="0" anchor="ctr"/>
            <a:lstStyle/>
            <a:p>
              <a:endParaRPr lang="sv-SE"/>
            </a:p>
          </p:txBody>
        </p:sp>
        <p:sp>
          <p:nvSpPr>
            <p:cNvPr id="98" name="Frihandsfigur: Form 97">
              <a:extLst>
                <a:ext uri="{FF2B5EF4-FFF2-40B4-BE49-F238E27FC236}">
                  <a16:creationId xmlns:a16="http://schemas.microsoft.com/office/drawing/2014/main" id="{F831F711-4FB0-495D-B258-9D6066BBEAD4}"/>
                </a:ext>
              </a:extLst>
            </p:cNvPr>
            <p:cNvSpPr/>
            <p:nvPr/>
          </p:nvSpPr>
          <p:spPr>
            <a:xfrm>
              <a:off x="5180114" y="2155062"/>
              <a:ext cx="140391" cy="152168"/>
            </a:xfrm>
            <a:custGeom>
              <a:avLst/>
              <a:gdLst>
                <a:gd name="connsiteX0" fmla="*/ 140164 w 140391"/>
                <a:gd name="connsiteY0" fmla="*/ 46475 h 152168"/>
                <a:gd name="connsiteX1" fmla="*/ 129037 w 140391"/>
                <a:gd name="connsiteY1" fmla="*/ 135161 h 152168"/>
                <a:gd name="connsiteX2" fmla="*/ 111366 w 140391"/>
                <a:gd name="connsiteY2" fmla="*/ 151524 h 152168"/>
                <a:gd name="connsiteX3" fmla="*/ 96966 w 140391"/>
                <a:gd name="connsiteY3" fmla="*/ 138467 h 152168"/>
                <a:gd name="connsiteX4" fmla="*/ 96966 w 140391"/>
                <a:gd name="connsiteY4" fmla="*/ 137452 h 152168"/>
                <a:gd name="connsiteX5" fmla="*/ 96966 w 140391"/>
                <a:gd name="connsiteY5" fmla="*/ 134833 h 152168"/>
                <a:gd name="connsiteX6" fmla="*/ 46242 w 140391"/>
                <a:gd name="connsiteY6" fmla="*/ 151524 h 152168"/>
                <a:gd name="connsiteX7" fmla="*/ 34 w 140391"/>
                <a:gd name="connsiteY7" fmla="*/ 115198 h 152168"/>
                <a:gd name="connsiteX8" fmla="*/ -228 w 140391"/>
                <a:gd name="connsiteY8" fmla="*/ 111599 h 152168"/>
                <a:gd name="connsiteX9" fmla="*/ 79294 w 140391"/>
                <a:gd name="connsiteY9" fmla="*/ 52693 h 152168"/>
                <a:gd name="connsiteX10" fmla="*/ 106784 w 140391"/>
                <a:gd name="connsiteY10" fmla="*/ 54657 h 152168"/>
                <a:gd name="connsiteX11" fmla="*/ 106784 w 140391"/>
                <a:gd name="connsiteY11" fmla="*/ 47457 h 152168"/>
                <a:gd name="connsiteX12" fmla="*/ 74058 w 140391"/>
                <a:gd name="connsiteY12" fmla="*/ 26513 h 152168"/>
                <a:gd name="connsiteX13" fmla="*/ 39697 w 140391"/>
                <a:gd name="connsiteY13" fmla="*/ 35349 h 152168"/>
                <a:gd name="connsiteX14" fmla="*/ 33479 w 140391"/>
                <a:gd name="connsiteY14" fmla="*/ 36985 h 152168"/>
                <a:gd name="connsiteX15" fmla="*/ 20716 w 140391"/>
                <a:gd name="connsiteY15" fmla="*/ 24877 h 152168"/>
                <a:gd name="connsiteX16" fmla="*/ 20716 w 140391"/>
                <a:gd name="connsiteY16" fmla="*/ 24222 h 152168"/>
                <a:gd name="connsiteX17" fmla="*/ 30534 w 140391"/>
                <a:gd name="connsiteY17" fmla="*/ 9496 h 152168"/>
                <a:gd name="connsiteX18" fmla="*/ 84858 w 140391"/>
                <a:gd name="connsiteY18" fmla="*/ -322 h 152168"/>
                <a:gd name="connsiteX19" fmla="*/ 139182 w 140391"/>
                <a:gd name="connsiteY19" fmla="*/ 39276 h 152168"/>
                <a:gd name="connsiteX20" fmla="*/ 140164 w 140391"/>
                <a:gd name="connsiteY20" fmla="*/ 46475 h 152168"/>
                <a:gd name="connsiteX21" fmla="*/ 81913 w 140391"/>
                <a:gd name="connsiteY21" fmla="*/ 75601 h 152168"/>
                <a:gd name="connsiteX22" fmla="*/ 33479 w 140391"/>
                <a:gd name="connsiteY22" fmla="*/ 104071 h 152168"/>
                <a:gd name="connsiteX23" fmla="*/ 57369 w 140391"/>
                <a:gd name="connsiteY23" fmla="*/ 123379 h 152168"/>
                <a:gd name="connsiteX24" fmla="*/ 100239 w 140391"/>
                <a:gd name="connsiteY24" fmla="*/ 110944 h 152168"/>
                <a:gd name="connsiteX25" fmla="*/ 103838 w 140391"/>
                <a:gd name="connsiteY25" fmla="*/ 78219 h 152168"/>
                <a:gd name="connsiteX26" fmla="*/ 81913 w 140391"/>
                <a:gd name="connsiteY26" fmla="*/ 75601 h 152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40391" h="152168">
                  <a:moveTo>
                    <a:pt x="140164" y="46475"/>
                  </a:moveTo>
                  <a:lnTo>
                    <a:pt x="129037" y="135161"/>
                  </a:lnTo>
                  <a:cubicBezTo>
                    <a:pt x="128055" y="144258"/>
                    <a:pt x="120529" y="151262"/>
                    <a:pt x="111366" y="151524"/>
                  </a:cubicBezTo>
                  <a:cubicBezTo>
                    <a:pt x="103774" y="151883"/>
                    <a:pt x="97326" y="146026"/>
                    <a:pt x="96966" y="138467"/>
                  </a:cubicBezTo>
                  <a:cubicBezTo>
                    <a:pt x="96966" y="138106"/>
                    <a:pt x="96966" y="137778"/>
                    <a:pt x="96966" y="137452"/>
                  </a:cubicBezTo>
                  <a:lnTo>
                    <a:pt x="96966" y="134833"/>
                  </a:lnTo>
                  <a:cubicBezTo>
                    <a:pt x="81847" y="144815"/>
                    <a:pt x="64339" y="150575"/>
                    <a:pt x="46242" y="151524"/>
                  </a:cubicBezTo>
                  <a:cubicBezTo>
                    <a:pt x="23465" y="154240"/>
                    <a:pt x="2783" y="137975"/>
                    <a:pt x="34" y="115198"/>
                  </a:cubicBezTo>
                  <a:cubicBezTo>
                    <a:pt x="-97" y="113987"/>
                    <a:pt x="-195" y="112809"/>
                    <a:pt x="-228" y="111599"/>
                  </a:cubicBezTo>
                  <a:cubicBezTo>
                    <a:pt x="-228" y="71019"/>
                    <a:pt x="44606" y="52693"/>
                    <a:pt x="79294" y="52693"/>
                  </a:cubicBezTo>
                  <a:cubicBezTo>
                    <a:pt x="88490" y="52693"/>
                    <a:pt x="97686" y="53348"/>
                    <a:pt x="106784" y="54657"/>
                  </a:cubicBezTo>
                  <a:cubicBezTo>
                    <a:pt x="106947" y="52268"/>
                    <a:pt x="106947" y="49846"/>
                    <a:pt x="106784" y="47457"/>
                  </a:cubicBezTo>
                  <a:cubicBezTo>
                    <a:pt x="106784" y="28804"/>
                    <a:pt x="89767" y="26513"/>
                    <a:pt x="74058" y="26513"/>
                  </a:cubicBezTo>
                  <a:cubicBezTo>
                    <a:pt x="62048" y="26611"/>
                    <a:pt x="50267" y="29654"/>
                    <a:pt x="39697" y="35349"/>
                  </a:cubicBezTo>
                  <a:cubicBezTo>
                    <a:pt x="37767" y="36298"/>
                    <a:pt x="35639" y="36854"/>
                    <a:pt x="33479" y="36985"/>
                  </a:cubicBezTo>
                  <a:cubicBezTo>
                    <a:pt x="26607" y="37182"/>
                    <a:pt x="20913" y="31749"/>
                    <a:pt x="20716" y="24877"/>
                  </a:cubicBezTo>
                  <a:cubicBezTo>
                    <a:pt x="20716" y="24680"/>
                    <a:pt x="20716" y="24451"/>
                    <a:pt x="20716" y="24222"/>
                  </a:cubicBezTo>
                  <a:cubicBezTo>
                    <a:pt x="20913" y="17841"/>
                    <a:pt x="24709" y="12113"/>
                    <a:pt x="30534" y="9496"/>
                  </a:cubicBezTo>
                  <a:cubicBezTo>
                    <a:pt x="47812" y="2656"/>
                    <a:pt x="66269" y="-682"/>
                    <a:pt x="84858" y="-322"/>
                  </a:cubicBezTo>
                  <a:cubicBezTo>
                    <a:pt x="111366" y="-322"/>
                    <a:pt x="139182" y="7532"/>
                    <a:pt x="139182" y="39276"/>
                  </a:cubicBezTo>
                  <a:cubicBezTo>
                    <a:pt x="139673" y="41665"/>
                    <a:pt x="140000" y="44054"/>
                    <a:pt x="140164" y="46475"/>
                  </a:cubicBezTo>
                  <a:close/>
                  <a:moveTo>
                    <a:pt x="81913" y="75601"/>
                  </a:moveTo>
                  <a:cubicBezTo>
                    <a:pt x="64895" y="75601"/>
                    <a:pt x="33479" y="81491"/>
                    <a:pt x="33479" y="104071"/>
                  </a:cubicBezTo>
                  <a:cubicBezTo>
                    <a:pt x="33479" y="117816"/>
                    <a:pt x="45260" y="123379"/>
                    <a:pt x="57369" y="123379"/>
                  </a:cubicBezTo>
                  <a:cubicBezTo>
                    <a:pt x="72520" y="123118"/>
                    <a:pt x="87312" y="118831"/>
                    <a:pt x="100239" y="110944"/>
                  </a:cubicBezTo>
                  <a:lnTo>
                    <a:pt x="103838" y="78219"/>
                  </a:lnTo>
                  <a:cubicBezTo>
                    <a:pt x="96639" y="76517"/>
                    <a:pt x="89308" y="75633"/>
                    <a:pt x="81913" y="75601"/>
                  </a:cubicBezTo>
                  <a:close/>
                </a:path>
              </a:pathLst>
            </a:custGeom>
            <a:solidFill>
              <a:srgbClr val="FFFFFF"/>
            </a:solidFill>
            <a:ln w="32716" cap="flat">
              <a:noFill/>
              <a:prstDash val="solid"/>
              <a:miter/>
            </a:ln>
          </p:spPr>
          <p:txBody>
            <a:bodyPr rtlCol="0" anchor="ctr"/>
            <a:lstStyle/>
            <a:p>
              <a:endParaRPr lang="sv-SE"/>
            </a:p>
          </p:txBody>
        </p:sp>
      </p:grpSp>
      <p:grpSp>
        <p:nvGrpSpPr>
          <p:cNvPr id="18" name="Grupp 17">
            <a:extLst>
              <a:ext uri="{FF2B5EF4-FFF2-40B4-BE49-F238E27FC236}">
                <a16:creationId xmlns:a16="http://schemas.microsoft.com/office/drawing/2014/main" id="{EF3DF2F8-4C49-4A3E-A793-C8D4C2CE639B}"/>
              </a:ext>
            </a:extLst>
          </p:cNvPr>
          <p:cNvGrpSpPr/>
          <p:nvPr userDrawn="1"/>
        </p:nvGrpSpPr>
        <p:grpSpPr>
          <a:xfrm>
            <a:off x="8142013" y="5806629"/>
            <a:ext cx="1735478" cy="326438"/>
            <a:chOff x="9835686" y="6074987"/>
            <a:chExt cx="1735478" cy="326438"/>
          </a:xfrm>
        </p:grpSpPr>
        <p:sp>
          <p:nvSpPr>
            <p:cNvPr id="19" name="Frihandsfigur: Form 18">
              <a:extLst>
                <a:ext uri="{FF2B5EF4-FFF2-40B4-BE49-F238E27FC236}">
                  <a16:creationId xmlns:a16="http://schemas.microsoft.com/office/drawing/2014/main" id="{ECF77505-3FB8-458A-8CE8-50657D8836B3}"/>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12F1F9D7-6E6B-4051-8411-ECF0066E93B2}"/>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21" name="Frihandsfigur: Form 20">
              <a:extLst>
                <a:ext uri="{FF2B5EF4-FFF2-40B4-BE49-F238E27FC236}">
                  <a16:creationId xmlns:a16="http://schemas.microsoft.com/office/drawing/2014/main" id="{25524A4E-847B-43AA-AF28-E519F23B20FA}"/>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22" name="Frihandsfigur: Form 21">
              <a:extLst>
                <a:ext uri="{FF2B5EF4-FFF2-40B4-BE49-F238E27FC236}">
                  <a16:creationId xmlns:a16="http://schemas.microsoft.com/office/drawing/2014/main" id="{0CAB9203-B58C-4274-9F95-FB9EE62BBBB0}"/>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23" name="Frihandsfigur: Form 22">
              <a:extLst>
                <a:ext uri="{FF2B5EF4-FFF2-40B4-BE49-F238E27FC236}">
                  <a16:creationId xmlns:a16="http://schemas.microsoft.com/office/drawing/2014/main" id="{4F32A260-AAD7-4609-8921-85487B6272DF}"/>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24" name="Frihandsfigur: Form 23">
              <a:extLst>
                <a:ext uri="{FF2B5EF4-FFF2-40B4-BE49-F238E27FC236}">
                  <a16:creationId xmlns:a16="http://schemas.microsoft.com/office/drawing/2014/main" id="{9BCE81A2-0BA0-40C9-9406-74EB54371EDB}"/>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25" name="Frihandsfigur: Form 24">
              <a:extLst>
                <a:ext uri="{FF2B5EF4-FFF2-40B4-BE49-F238E27FC236}">
                  <a16:creationId xmlns:a16="http://schemas.microsoft.com/office/drawing/2014/main" id="{BDA61D44-A961-4B77-9093-3F2CBF785BD6}"/>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27" name="Frihandsfigur: Form 26">
              <a:extLst>
                <a:ext uri="{FF2B5EF4-FFF2-40B4-BE49-F238E27FC236}">
                  <a16:creationId xmlns:a16="http://schemas.microsoft.com/office/drawing/2014/main" id="{181DE42F-F83B-48D1-A87C-169819960D7B}"/>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28" name="Frihandsfigur: Form 27">
              <a:extLst>
                <a:ext uri="{FF2B5EF4-FFF2-40B4-BE49-F238E27FC236}">
                  <a16:creationId xmlns:a16="http://schemas.microsoft.com/office/drawing/2014/main" id="{711455A0-C8B4-45A9-B429-7C58D7E9E620}"/>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9" name="Frihandsfigur: Form 28">
              <a:extLst>
                <a:ext uri="{FF2B5EF4-FFF2-40B4-BE49-F238E27FC236}">
                  <a16:creationId xmlns:a16="http://schemas.microsoft.com/office/drawing/2014/main" id="{8C65D001-FED1-48ED-A405-3F4E318532EF}"/>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31" name="Rubrik 33">
            <a:extLst>
              <a:ext uri="{FF2B5EF4-FFF2-40B4-BE49-F238E27FC236}">
                <a16:creationId xmlns:a16="http://schemas.microsoft.com/office/drawing/2014/main" id="{41F79878-98FE-4670-9056-E527B6232EC5}"/>
              </a:ext>
            </a:extLst>
          </p:cNvPr>
          <p:cNvSpPr>
            <a:spLocks noGrp="1"/>
          </p:cNvSpPr>
          <p:nvPr>
            <p:ph type="title"/>
          </p:nvPr>
        </p:nvSpPr>
        <p:spPr>
          <a:xfrm>
            <a:off x="6451390" y="2291453"/>
            <a:ext cx="5116722" cy="1387915"/>
          </a:xfrm>
        </p:spPr>
        <p:txBody>
          <a:bodyPr anchor="b">
            <a:noAutofit/>
          </a:bodyPr>
          <a:lstStyle>
            <a:lvl1pPr algn="ctr">
              <a:defRPr sz="4000">
                <a:solidFill>
                  <a:schemeClr val="tx2"/>
                </a:solidFill>
              </a:defRPr>
            </a:lvl1pPr>
          </a:lstStyle>
          <a:p>
            <a:r>
              <a:rPr lang="sv-SE"/>
              <a:t>Klicka här för att ändra mall för rubrikformat</a:t>
            </a:r>
          </a:p>
        </p:txBody>
      </p:sp>
      <p:sp>
        <p:nvSpPr>
          <p:cNvPr id="32" name="Platshållare för text 11">
            <a:extLst>
              <a:ext uri="{FF2B5EF4-FFF2-40B4-BE49-F238E27FC236}">
                <a16:creationId xmlns:a16="http://schemas.microsoft.com/office/drawing/2014/main" id="{673D7749-A314-47A6-870C-78136113D1BC}"/>
              </a:ext>
            </a:extLst>
          </p:cNvPr>
          <p:cNvSpPr>
            <a:spLocks noGrp="1"/>
          </p:cNvSpPr>
          <p:nvPr>
            <p:ph type="body" sz="quarter" idx="11"/>
          </p:nvPr>
        </p:nvSpPr>
        <p:spPr>
          <a:xfrm>
            <a:off x="6451391" y="3899972"/>
            <a:ext cx="5116721" cy="1014412"/>
          </a:xfrm>
        </p:spPr>
        <p:txBody>
          <a:bodyPr>
            <a:normAutofit/>
          </a:bodyPr>
          <a:lstStyle>
            <a:lvl1pPr marL="0" indent="0" algn="ctr">
              <a:buNone/>
              <a:defRPr sz="1800" b="0"/>
            </a:lvl1pPr>
            <a:lvl2pPr marL="246062" indent="0">
              <a:buNone/>
              <a:defRPr/>
            </a:lvl2pPr>
          </a:lstStyle>
          <a:p>
            <a:pPr lvl="0"/>
            <a:r>
              <a:rPr lang="sv-SE"/>
              <a:t>Klicka här för att ändra format på bakgrundstexten</a:t>
            </a:r>
          </a:p>
        </p:txBody>
      </p:sp>
    </p:spTree>
    <p:extLst>
      <p:ext uri="{BB962C8B-B14F-4D97-AF65-F5344CB8AC3E}">
        <p14:creationId xmlns:p14="http://schemas.microsoft.com/office/powerpoint/2010/main" val="1957221930"/>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Omslag 7">
    <p:spTree>
      <p:nvGrpSpPr>
        <p:cNvPr id="1" name=""/>
        <p:cNvGrpSpPr/>
        <p:nvPr/>
      </p:nvGrpSpPr>
      <p:grpSpPr>
        <a:xfrm>
          <a:off x="0" y="0"/>
          <a:ext cx="0" cy="0"/>
          <a:chOff x="0" y="0"/>
          <a:chExt cx="0" cy="0"/>
        </a:xfrm>
      </p:grpSpPr>
      <p:grpSp>
        <p:nvGrpSpPr>
          <p:cNvPr id="49" name="Grupp 48">
            <a:extLst>
              <a:ext uri="{FF2B5EF4-FFF2-40B4-BE49-F238E27FC236}">
                <a16:creationId xmlns:a16="http://schemas.microsoft.com/office/drawing/2014/main" id="{A17B1FFD-4C47-445D-89EB-81878920FF40}"/>
              </a:ext>
            </a:extLst>
          </p:cNvPr>
          <p:cNvGrpSpPr/>
          <p:nvPr userDrawn="1"/>
        </p:nvGrpSpPr>
        <p:grpSpPr>
          <a:xfrm>
            <a:off x="5228261" y="5806629"/>
            <a:ext cx="1735478" cy="326438"/>
            <a:chOff x="9835686" y="6074987"/>
            <a:chExt cx="1735478" cy="326438"/>
          </a:xfrm>
        </p:grpSpPr>
        <p:sp>
          <p:nvSpPr>
            <p:cNvPr id="50" name="Frihandsfigur: Form 49">
              <a:extLst>
                <a:ext uri="{FF2B5EF4-FFF2-40B4-BE49-F238E27FC236}">
                  <a16:creationId xmlns:a16="http://schemas.microsoft.com/office/drawing/2014/main" id="{8ABD41B9-904B-4168-9DDC-82CE9BA6415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51" name="Frihandsfigur: Form 50">
              <a:extLst>
                <a:ext uri="{FF2B5EF4-FFF2-40B4-BE49-F238E27FC236}">
                  <a16:creationId xmlns:a16="http://schemas.microsoft.com/office/drawing/2014/main" id="{DC5F6E23-680D-4CDB-82C7-1FE475843758}"/>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52" name="Frihandsfigur: Form 51">
              <a:extLst>
                <a:ext uri="{FF2B5EF4-FFF2-40B4-BE49-F238E27FC236}">
                  <a16:creationId xmlns:a16="http://schemas.microsoft.com/office/drawing/2014/main" id="{3CA1DB4F-E26E-4CE1-991C-1912D405C9E8}"/>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53" name="Frihandsfigur: Form 52">
              <a:extLst>
                <a:ext uri="{FF2B5EF4-FFF2-40B4-BE49-F238E27FC236}">
                  <a16:creationId xmlns:a16="http://schemas.microsoft.com/office/drawing/2014/main" id="{F5DBD882-CB4B-42EF-8D95-A8A532964B91}"/>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54" name="Frihandsfigur: Form 53">
              <a:extLst>
                <a:ext uri="{FF2B5EF4-FFF2-40B4-BE49-F238E27FC236}">
                  <a16:creationId xmlns:a16="http://schemas.microsoft.com/office/drawing/2014/main" id="{23DF994B-D705-4B9D-A06E-F0F281BA7CC3}"/>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55" name="Frihandsfigur: Form 54">
              <a:extLst>
                <a:ext uri="{FF2B5EF4-FFF2-40B4-BE49-F238E27FC236}">
                  <a16:creationId xmlns:a16="http://schemas.microsoft.com/office/drawing/2014/main" id="{67B451CC-70FD-4F86-9F1D-2328ADECE8B6}"/>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56" name="Frihandsfigur: Form 55">
              <a:extLst>
                <a:ext uri="{FF2B5EF4-FFF2-40B4-BE49-F238E27FC236}">
                  <a16:creationId xmlns:a16="http://schemas.microsoft.com/office/drawing/2014/main" id="{B9E1D679-9156-4C54-AB7B-3E98D3B0871B}"/>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57" name="Frihandsfigur: Form 56">
              <a:extLst>
                <a:ext uri="{FF2B5EF4-FFF2-40B4-BE49-F238E27FC236}">
                  <a16:creationId xmlns:a16="http://schemas.microsoft.com/office/drawing/2014/main" id="{0DF0B4B9-54B9-40C8-A3A4-DB17BC0E1CB4}"/>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58" name="Frihandsfigur: Form 57">
              <a:extLst>
                <a:ext uri="{FF2B5EF4-FFF2-40B4-BE49-F238E27FC236}">
                  <a16:creationId xmlns:a16="http://schemas.microsoft.com/office/drawing/2014/main" id="{59A0B482-9D05-4042-A6BA-D2F57C29E3C6}"/>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59" name="Frihandsfigur: Form 58">
              <a:extLst>
                <a:ext uri="{FF2B5EF4-FFF2-40B4-BE49-F238E27FC236}">
                  <a16:creationId xmlns:a16="http://schemas.microsoft.com/office/drawing/2014/main" id="{CF2BF6E7-7585-41A9-B9A2-24EC83C0A937}"/>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pic>
        <p:nvPicPr>
          <p:cNvPr id="26" name="Bildobjekt 25" descr="En bild som visar växt, blomma, löv, yta&#10;&#10;Automatiskt genererad beskrivning">
            <a:extLst>
              <a:ext uri="{FF2B5EF4-FFF2-40B4-BE49-F238E27FC236}">
                <a16:creationId xmlns:a16="http://schemas.microsoft.com/office/drawing/2014/main" id="{28490181-B66A-4CF8-9AEE-D31781DF1FC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2840356">
            <a:off x="-200967" y="-1344068"/>
            <a:ext cx="3930594" cy="5818494"/>
          </a:xfrm>
          <a:custGeom>
            <a:avLst/>
            <a:gdLst>
              <a:gd name="connsiteX0" fmla="*/ 0 w 3930594"/>
              <a:gd name="connsiteY0" fmla="*/ 3131036 h 5818494"/>
              <a:gd name="connsiteX1" fmla="*/ 2885267 w 3930594"/>
              <a:gd name="connsiteY1" fmla="*/ 0 h 5818494"/>
              <a:gd name="connsiteX2" fmla="*/ 3930594 w 3930594"/>
              <a:gd name="connsiteY2" fmla="*/ 0 h 5818494"/>
              <a:gd name="connsiteX3" fmla="*/ 3930594 w 3930594"/>
              <a:gd name="connsiteY3" fmla="*/ 4717888 h 5818494"/>
              <a:gd name="connsiteX4" fmla="*/ 2916379 w 3930594"/>
              <a:gd name="connsiteY4" fmla="*/ 5818494 h 5818494"/>
              <a:gd name="connsiteX5" fmla="*/ 2850268 w 3930594"/>
              <a:gd name="connsiteY5" fmla="*/ 5757573 h 5818494"/>
              <a:gd name="connsiteX6" fmla="*/ 3756985 w 3930594"/>
              <a:gd name="connsiteY6" fmla="*/ 4773621 h 5818494"/>
              <a:gd name="connsiteX7" fmla="*/ 2901386 w 3930594"/>
              <a:gd name="connsiteY7" fmla="*/ 3985182 h 5818494"/>
              <a:gd name="connsiteX8" fmla="*/ 1994669 w 3930594"/>
              <a:gd name="connsiteY8" fmla="*/ 4969134 h 581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0594" h="5818494">
                <a:moveTo>
                  <a:pt x="0" y="3131036"/>
                </a:moveTo>
                <a:lnTo>
                  <a:pt x="2885267" y="0"/>
                </a:lnTo>
                <a:lnTo>
                  <a:pt x="3930594" y="0"/>
                </a:lnTo>
                <a:lnTo>
                  <a:pt x="3930594" y="4717888"/>
                </a:lnTo>
                <a:lnTo>
                  <a:pt x="2916379" y="5818494"/>
                </a:lnTo>
                <a:lnTo>
                  <a:pt x="2850268" y="5757573"/>
                </a:lnTo>
                <a:lnTo>
                  <a:pt x="3756985" y="4773621"/>
                </a:lnTo>
                <a:lnTo>
                  <a:pt x="2901386" y="3985182"/>
                </a:lnTo>
                <a:lnTo>
                  <a:pt x="1994669" y="4969134"/>
                </a:lnTo>
                <a:close/>
              </a:path>
            </a:pathLst>
          </a:custGeom>
        </p:spPr>
      </p:pic>
      <p:pic>
        <p:nvPicPr>
          <p:cNvPr id="30" name="Bildobjekt 29" descr="En bild som visar växt, blomma, löv, yta&#10;&#10;Automatiskt genererad beskrivning">
            <a:extLst>
              <a:ext uri="{FF2B5EF4-FFF2-40B4-BE49-F238E27FC236}">
                <a16:creationId xmlns:a16="http://schemas.microsoft.com/office/drawing/2014/main" id="{66D4B74D-4C69-49E3-8ED4-7643DEA0269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2364484">
            <a:off x="8405243" y="2112531"/>
            <a:ext cx="4012084" cy="6296330"/>
          </a:xfrm>
          <a:custGeom>
            <a:avLst/>
            <a:gdLst>
              <a:gd name="connsiteX0" fmla="*/ 0 w 4266892"/>
              <a:gd name="connsiteY0" fmla="*/ 201691 h 6696211"/>
              <a:gd name="connsiteX1" fmla="*/ 245472 w 4266892"/>
              <a:gd name="connsiteY1" fmla="*/ 0 h 6696211"/>
              <a:gd name="connsiteX2" fmla="*/ 1456806 w 4266892"/>
              <a:gd name="connsiteY2" fmla="*/ 0 h 6696211"/>
              <a:gd name="connsiteX3" fmla="*/ 4266892 w 4266892"/>
              <a:gd name="connsiteY3" fmla="*/ 3420074 h 6696211"/>
              <a:gd name="connsiteX4" fmla="*/ 279602 w 4266892"/>
              <a:gd name="connsiteY4" fmla="*/ 6696211 h 6696211"/>
              <a:gd name="connsiteX5" fmla="*/ 0 w 4266892"/>
              <a:gd name="connsiteY5" fmla="*/ 6355916 h 669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892" h="6696211">
                <a:moveTo>
                  <a:pt x="0" y="201691"/>
                </a:moveTo>
                <a:lnTo>
                  <a:pt x="245472" y="0"/>
                </a:lnTo>
                <a:lnTo>
                  <a:pt x="1456806" y="0"/>
                </a:lnTo>
                <a:lnTo>
                  <a:pt x="4266892" y="3420074"/>
                </a:lnTo>
                <a:lnTo>
                  <a:pt x="279602" y="6696211"/>
                </a:lnTo>
                <a:lnTo>
                  <a:pt x="0" y="6355916"/>
                </a:lnTo>
                <a:close/>
              </a:path>
            </a:pathLst>
          </a:custGeom>
        </p:spPr>
      </p:pic>
      <p:sp>
        <p:nvSpPr>
          <p:cNvPr id="34" name="Rubrik 33">
            <a:extLst>
              <a:ext uri="{FF2B5EF4-FFF2-40B4-BE49-F238E27FC236}">
                <a16:creationId xmlns:a16="http://schemas.microsoft.com/office/drawing/2014/main" id="{428452C1-5ECD-4011-BAC1-E4F6C0A9BEFA}"/>
              </a:ext>
            </a:extLst>
          </p:cNvPr>
          <p:cNvSpPr>
            <a:spLocks noGrp="1"/>
          </p:cNvSpPr>
          <p:nvPr>
            <p:ph type="title"/>
          </p:nvPr>
        </p:nvSpPr>
        <p:spPr>
          <a:xfrm>
            <a:off x="2743200" y="1944694"/>
            <a:ext cx="6705602" cy="1387915"/>
          </a:xfrm>
        </p:spPr>
        <p:txBody>
          <a:bodyPr anchor="b">
            <a:normAutofit/>
          </a:bodyPr>
          <a:lstStyle>
            <a:lvl1pPr algn="ctr">
              <a:defRPr sz="4400">
                <a:solidFill>
                  <a:schemeClr val="tx2"/>
                </a:solidFill>
              </a:defRPr>
            </a:lvl1pPr>
          </a:lstStyle>
          <a:p>
            <a:r>
              <a:rPr lang="sv-SE"/>
              <a:t>Klicka här för att ändra mall för rubrikformat</a:t>
            </a:r>
          </a:p>
        </p:txBody>
      </p:sp>
      <p:sp>
        <p:nvSpPr>
          <p:cNvPr id="35" name="Platshållare för text 11">
            <a:extLst>
              <a:ext uri="{FF2B5EF4-FFF2-40B4-BE49-F238E27FC236}">
                <a16:creationId xmlns:a16="http://schemas.microsoft.com/office/drawing/2014/main" id="{8214634E-D352-4BFE-A1EF-28A325A532D1}"/>
              </a:ext>
            </a:extLst>
          </p:cNvPr>
          <p:cNvSpPr>
            <a:spLocks noGrp="1"/>
          </p:cNvSpPr>
          <p:nvPr>
            <p:ph type="body" sz="quarter" idx="10"/>
          </p:nvPr>
        </p:nvSpPr>
        <p:spPr>
          <a:xfrm>
            <a:off x="2743201" y="3553213"/>
            <a:ext cx="6705602" cy="1014412"/>
          </a:xfrm>
        </p:spPr>
        <p:txBody>
          <a:bodyPr>
            <a:normAutofit/>
          </a:bodyPr>
          <a:lstStyle>
            <a:lvl1pPr marL="0" indent="0" algn="ctr">
              <a:buNone/>
              <a:defRPr sz="2000" b="0"/>
            </a:lvl1pPr>
            <a:lvl2pPr marL="246062" indent="0">
              <a:buNone/>
              <a:defRPr/>
            </a:lvl2pPr>
          </a:lstStyle>
          <a:p>
            <a:pPr lvl="0"/>
            <a:r>
              <a:rPr lang="sv-SE"/>
              <a:t>Klicka här för att ändra format på bakgrundstexten</a:t>
            </a:r>
          </a:p>
        </p:txBody>
      </p:sp>
    </p:spTree>
    <p:extLst>
      <p:ext uri="{BB962C8B-B14F-4D97-AF65-F5344CB8AC3E}">
        <p14:creationId xmlns:p14="http://schemas.microsoft.com/office/powerpoint/2010/main" val="3622515732"/>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Kapitel/Avsnitt">
    <p:bg>
      <p:bgPr>
        <a:solidFill>
          <a:schemeClr val="tx2"/>
        </a:solidFill>
        <a:effectLst/>
      </p:bgPr>
    </p:bg>
    <p:spTree>
      <p:nvGrpSpPr>
        <p:cNvPr id="1" name=""/>
        <p:cNvGrpSpPr/>
        <p:nvPr/>
      </p:nvGrpSpPr>
      <p:grpSpPr>
        <a:xfrm>
          <a:off x="0" y="0"/>
          <a:ext cx="0" cy="0"/>
          <a:chOff x="0" y="0"/>
          <a:chExt cx="0" cy="0"/>
        </a:xfrm>
      </p:grpSpPr>
      <p:sp>
        <p:nvSpPr>
          <p:cNvPr id="6" name="Rubrik 33">
            <a:extLst>
              <a:ext uri="{FF2B5EF4-FFF2-40B4-BE49-F238E27FC236}">
                <a16:creationId xmlns:a16="http://schemas.microsoft.com/office/drawing/2014/main" id="{0586E45B-C946-40EB-BCF3-52B22A6A4874}"/>
              </a:ext>
            </a:extLst>
          </p:cNvPr>
          <p:cNvSpPr>
            <a:spLocks noGrp="1"/>
          </p:cNvSpPr>
          <p:nvPr>
            <p:ph type="title"/>
          </p:nvPr>
        </p:nvSpPr>
        <p:spPr>
          <a:xfrm>
            <a:off x="2743200" y="1944694"/>
            <a:ext cx="6705602" cy="1387915"/>
          </a:xfrm>
        </p:spPr>
        <p:txBody>
          <a:bodyPr anchor="b">
            <a:normAutofit/>
          </a:bodyPr>
          <a:lstStyle>
            <a:lvl1pPr algn="ctr">
              <a:defRPr sz="4400">
                <a:solidFill>
                  <a:schemeClr val="bg1"/>
                </a:solidFill>
              </a:defRPr>
            </a:lvl1pPr>
          </a:lstStyle>
          <a:p>
            <a:r>
              <a:rPr lang="sv-SE"/>
              <a:t>Klicka här för att ändra mall för rubrikformat</a:t>
            </a:r>
          </a:p>
        </p:txBody>
      </p:sp>
      <p:sp>
        <p:nvSpPr>
          <p:cNvPr id="7" name="Platshållare för text 11">
            <a:extLst>
              <a:ext uri="{FF2B5EF4-FFF2-40B4-BE49-F238E27FC236}">
                <a16:creationId xmlns:a16="http://schemas.microsoft.com/office/drawing/2014/main" id="{6B1B7308-15CE-4CC0-B48F-31AE93943FC0}"/>
              </a:ext>
            </a:extLst>
          </p:cNvPr>
          <p:cNvSpPr>
            <a:spLocks noGrp="1"/>
          </p:cNvSpPr>
          <p:nvPr>
            <p:ph type="body" sz="quarter" idx="10"/>
          </p:nvPr>
        </p:nvSpPr>
        <p:spPr>
          <a:xfrm>
            <a:off x="2743201" y="3553213"/>
            <a:ext cx="6705602" cy="1014412"/>
          </a:xfrm>
        </p:spPr>
        <p:txBody>
          <a:bodyPr>
            <a:normAutofit/>
          </a:bodyPr>
          <a:lstStyle>
            <a:lvl1pPr marL="0" indent="0" algn="ctr">
              <a:buNone/>
              <a:defRPr sz="2000" b="0">
                <a:solidFill>
                  <a:schemeClr val="bg1"/>
                </a:solidFill>
              </a:defRPr>
            </a:lvl1pPr>
            <a:lvl2pPr marL="246062" indent="0">
              <a:buNone/>
              <a:defRPr/>
            </a:lvl2pPr>
          </a:lstStyle>
          <a:p>
            <a:pPr lvl="0"/>
            <a:r>
              <a:rPr lang="sv-SE"/>
              <a:t>Klicka här för att ändra format på bakgrundstexten</a:t>
            </a:r>
          </a:p>
        </p:txBody>
      </p:sp>
      <p:grpSp>
        <p:nvGrpSpPr>
          <p:cNvPr id="11" name="Grupp 10">
            <a:extLst>
              <a:ext uri="{FF2B5EF4-FFF2-40B4-BE49-F238E27FC236}">
                <a16:creationId xmlns:a16="http://schemas.microsoft.com/office/drawing/2014/main" id="{877AC21F-2F39-4EF6-A8C9-C56625D3740F}"/>
              </a:ext>
            </a:extLst>
          </p:cNvPr>
          <p:cNvGrpSpPr/>
          <p:nvPr userDrawn="1"/>
        </p:nvGrpSpPr>
        <p:grpSpPr>
          <a:xfrm>
            <a:off x="5228261" y="5806629"/>
            <a:ext cx="1735478" cy="326438"/>
            <a:chOff x="9835686" y="6074987"/>
            <a:chExt cx="1735478" cy="326438"/>
          </a:xfrm>
        </p:grpSpPr>
        <p:sp>
          <p:nvSpPr>
            <p:cNvPr id="12" name="Frihandsfigur: Form 11">
              <a:extLst>
                <a:ext uri="{FF2B5EF4-FFF2-40B4-BE49-F238E27FC236}">
                  <a16:creationId xmlns:a16="http://schemas.microsoft.com/office/drawing/2014/main" id="{BE14921D-E172-41AE-BD94-1DC8A45CEF5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chemeClr val="bg1"/>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494C50ED-ADD2-4CD8-8CCB-65C257B3645B}"/>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chemeClr val="bg1"/>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47614A15-91E7-406A-8BD9-3D2F675D16E2}"/>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chemeClr val="bg1"/>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9DC837DE-9E9A-414A-AD02-B2849A652CFD}"/>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chemeClr val="bg1"/>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26767D1A-17AF-4EB9-8552-ED540E5C9B74}"/>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chemeClr val="bg1"/>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E469D9F4-09CC-47EF-82C4-BA0677FE23C0}"/>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chemeClr val="bg1"/>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9EA6835E-264A-4E32-BC85-02677AAB8DBE}"/>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chemeClr val="bg1"/>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CC5624C7-9FB2-4CAC-A5DD-F7D7F902BFDD}"/>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chemeClr val="bg1"/>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03D4840A-A615-4FF7-9581-27EC743CBA3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1" name="Frihandsfigur: Form 20">
              <a:extLst>
                <a:ext uri="{FF2B5EF4-FFF2-40B4-BE49-F238E27FC236}">
                  <a16:creationId xmlns:a16="http://schemas.microsoft.com/office/drawing/2014/main" id="{0D89E812-8625-421C-A3B9-22450B67F568}"/>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94222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741EAFA1-E418-4DDF-9B58-6183C5FC1BF8}"/>
              </a:ext>
            </a:extLst>
          </p:cNvPr>
          <p:cNvSpPr>
            <a:spLocks noGrp="1"/>
          </p:cNvSpPr>
          <p:nvPr>
            <p:ph type="dt" sz="half" idx="10"/>
          </p:nvPr>
        </p:nvSpPr>
        <p:spPr>
          <a:xfrm>
            <a:off x="5508121" y="7645918"/>
            <a:ext cx="2743200" cy="187474"/>
          </a:xfrm>
          <a:prstGeom prst="rect">
            <a:avLst/>
          </a:prstGeom>
        </p:spPr>
        <p:txBody>
          <a:bodyPr vert="horz" lIns="0" tIns="45720" rIns="0" bIns="45720" rtlCol="0" anchor="ctr"/>
          <a:lstStyle>
            <a:defPPr>
              <a:defRPr lang="sv-S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sv-SE"/>
          </a:p>
        </p:txBody>
      </p:sp>
      <p:sp>
        <p:nvSpPr>
          <p:cNvPr id="5" name="Platshållare för sidfot 4">
            <a:extLst>
              <a:ext uri="{FF2B5EF4-FFF2-40B4-BE49-F238E27FC236}">
                <a16:creationId xmlns:a16="http://schemas.microsoft.com/office/drawing/2014/main" id="{82671DEC-79D5-414A-AF37-59860093439D}"/>
              </a:ext>
            </a:extLst>
          </p:cNvPr>
          <p:cNvSpPr>
            <a:spLocks noGrp="1"/>
          </p:cNvSpPr>
          <p:nvPr>
            <p:ph type="ftr" sz="quarter" idx="11"/>
          </p:nvPr>
        </p:nvSpPr>
        <p:spPr>
          <a:xfrm>
            <a:off x="4136521" y="7166416"/>
            <a:ext cx="4114800" cy="187474"/>
          </a:xfrm>
          <a:prstGeom prst="rect">
            <a:avLst/>
          </a:prstGeom>
        </p:spPr>
        <p:txBody>
          <a:bodyPr vert="horz" lIns="0" tIns="45720" rIns="0" bIns="45720" rtlCol="0" anchor="ctr"/>
          <a:lstStyle>
            <a:defPPr>
              <a:defRPr lang="sv-S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sv-SE"/>
          </a:p>
        </p:txBody>
      </p:sp>
      <p:sp>
        <p:nvSpPr>
          <p:cNvPr id="6" name="Platshållare för bildnummer 5">
            <a:extLst>
              <a:ext uri="{FF2B5EF4-FFF2-40B4-BE49-F238E27FC236}">
                <a16:creationId xmlns:a16="http://schemas.microsoft.com/office/drawing/2014/main" id="{902E2EE9-3E7F-4F13-B36C-D031C9F83903}"/>
              </a:ext>
            </a:extLst>
          </p:cNvPr>
          <p:cNvSpPr>
            <a:spLocks noGrp="1"/>
          </p:cNvSpPr>
          <p:nvPr>
            <p:ph type="sldNum" sz="quarter" idx="12"/>
          </p:nvPr>
        </p:nvSpPr>
        <p:spPr/>
        <p:txBody>
          <a:bodyPr/>
          <a:lstStyle/>
          <a:p>
            <a:fld id="{72E0D4E4-9CBB-4B7E-9F27-5D32C6360418}" type="slidenum">
              <a:rPr lang="sv-SE" smtClean="0"/>
              <a:t>‹#›</a:t>
            </a:fld>
            <a:endParaRPr lang="sv-SE"/>
          </a:p>
        </p:txBody>
      </p:sp>
      <p:sp>
        <p:nvSpPr>
          <p:cNvPr id="15" name="Rubrik 14">
            <a:extLst>
              <a:ext uri="{FF2B5EF4-FFF2-40B4-BE49-F238E27FC236}">
                <a16:creationId xmlns:a16="http://schemas.microsoft.com/office/drawing/2014/main" id="{C48C5FE8-E608-4A0B-AFE0-377EA891C715}"/>
              </a:ext>
            </a:extLst>
          </p:cNvPr>
          <p:cNvSpPr>
            <a:spLocks noGrp="1"/>
          </p:cNvSpPr>
          <p:nvPr>
            <p:ph type="title"/>
          </p:nvPr>
        </p:nvSpPr>
        <p:spPr>
          <a:xfrm>
            <a:off x="623889" y="624750"/>
            <a:ext cx="6775718" cy="871567"/>
          </a:xfrm>
        </p:spPr>
        <p:txBody>
          <a:bodyPr/>
          <a:lstStyle>
            <a:lvl1pPr>
              <a:defRPr>
                <a:solidFill>
                  <a:schemeClr val="tx2"/>
                </a:solidFill>
              </a:defRPr>
            </a:lvl1pPr>
          </a:lstStyle>
          <a:p>
            <a:r>
              <a:rPr lang="sv-SE"/>
              <a:t>Klicka här för att ändra mall för rubrikformat</a:t>
            </a:r>
          </a:p>
        </p:txBody>
      </p:sp>
      <p:sp>
        <p:nvSpPr>
          <p:cNvPr id="23" name="Platshållare för text 6">
            <a:extLst>
              <a:ext uri="{FF2B5EF4-FFF2-40B4-BE49-F238E27FC236}">
                <a16:creationId xmlns:a16="http://schemas.microsoft.com/office/drawing/2014/main" id="{8CDF427A-3C40-43D1-AD07-374C42BF5464}"/>
              </a:ext>
            </a:extLst>
          </p:cNvPr>
          <p:cNvSpPr>
            <a:spLocks noGrp="1"/>
          </p:cNvSpPr>
          <p:nvPr>
            <p:ph type="body" sz="quarter" idx="14" hasCustomPrompt="1"/>
          </p:nvPr>
        </p:nvSpPr>
        <p:spPr>
          <a:xfrm>
            <a:off x="7530087" y="1673225"/>
            <a:ext cx="4003100" cy="3916363"/>
          </a:xfrm>
          <a:custGeom>
            <a:avLst/>
            <a:gdLst>
              <a:gd name="connsiteX0" fmla="*/ 1933354 w 4003100"/>
              <a:gd name="connsiteY0" fmla="*/ 0 h 3916363"/>
              <a:gd name="connsiteX1" fmla="*/ 2006404 w 4003100"/>
              <a:gd name="connsiteY1" fmla="*/ 0 h 3916363"/>
              <a:gd name="connsiteX2" fmla="*/ 3402468 w 4003100"/>
              <a:gd name="connsiteY2" fmla="*/ 551943 h 3916363"/>
              <a:gd name="connsiteX3" fmla="*/ 4003100 w 4003100"/>
              <a:gd name="connsiteY3" fmla="*/ 1956152 h 3916363"/>
              <a:gd name="connsiteX4" fmla="*/ 3402468 w 4003100"/>
              <a:gd name="connsiteY4" fmla="*/ 3364420 h 3916363"/>
              <a:gd name="connsiteX5" fmla="*/ 2006404 w 4003100"/>
              <a:gd name="connsiteY5" fmla="*/ 3916363 h 3916363"/>
              <a:gd name="connsiteX6" fmla="*/ 9708 w 4003100"/>
              <a:gd name="connsiteY6" fmla="*/ 3912305 h 3916363"/>
              <a:gd name="connsiteX7" fmla="*/ 1591 w 4003100"/>
              <a:gd name="connsiteY7" fmla="*/ 3896071 h 3916363"/>
              <a:gd name="connsiteX8" fmla="*/ 1933354 w 4003100"/>
              <a:gd name="connsiteY8" fmla="*/ 0 h 3916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3100" h="3916363">
                <a:moveTo>
                  <a:pt x="1933354" y="0"/>
                </a:moveTo>
                <a:cubicBezTo>
                  <a:pt x="1977996" y="0"/>
                  <a:pt x="2006404" y="0"/>
                  <a:pt x="2006404" y="0"/>
                </a:cubicBezTo>
                <a:cubicBezTo>
                  <a:pt x="2655736" y="20292"/>
                  <a:pt x="3053452" y="219154"/>
                  <a:pt x="3402468" y="551943"/>
                </a:cubicBezTo>
                <a:cubicBezTo>
                  <a:pt x="3771776" y="896908"/>
                  <a:pt x="4003100" y="1392034"/>
                  <a:pt x="4003100" y="1956152"/>
                </a:cubicBezTo>
                <a:cubicBezTo>
                  <a:pt x="4003100" y="2520271"/>
                  <a:pt x="3771776" y="3015397"/>
                  <a:pt x="3402468" y="3364420"/>
                </a:cubicBezTo>
                <a:cubicBezTo>
                  <a:pt x="3053452" y="3693151"/>
                  <a:pt x="2655736" y="3892013"/>
                  <a:pt x="2006404" y="3916363"/>
                </a:cubicBezTo>
                <a:cubicBezTo>
                  <a:pt x="2002346" y="3916363"/>
                  <a:pt x="9708" y="3912305"/>
                  <a:pt x="9708" y="3912305"/>
                </a:cubicBezTo>
                <a:cubicBezTo>
                  <a:pt x="1591" y="3912305"/>
                  <a:pt x="-2467" y="3904188"/>
                  <a:pt x="1591" y="3896071"/>
                </a:cubicBezTo>
                <a:cubicBezTo>
                  <a:pt x="5649" y="3892013"/>
                  <a:pt x="1933354" y="0"/>
                  <a:pt x="1933354" y="0"/>
                </a:cubicBezTo>
                <a:close/>
              </a:path>
            </a:pathLst>
          </a:custGeom>
          <a:solidFill>
            <a:schemeClr val="tx2"/>
          </a:solidFill>
        </p:spPr>
        <p:txBody>
          <a:bodyPr wrap="square" lIns="1512000" tIns="0" rIns="432000" bIns="0" anchor="ctr" anchorCtr="0">
            <a:noAutofit/>
          </a:bodyPr>
          <a:lstStyle>
            <a:lvl1pPr marL="0" indent="0" algn="l">
              <a:buFontTx/>
              <a:buNone/>
              <a:defRPr sz="2600" b="1">
                <a:solidFill>
                  <a:schemeClr val="bg2"/>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Klicka här för att lägga till text</a:t>
            </a:r>
          </a:p>
        </p:txBody>
      </p:sp>
      <p:sp>
        <p:nvSpPr>
          <p:cNvPr id="9" name="Platshållare för text 2">
            <a:extLst>
              <a:ext uri="{FF2B5EF4-FFF2-40B4-BE49-F238E27FC236}">
                <a16:creationId xmlns:a16="http://schemas.microsoft.com/office/drawing/2014/main" id="{2FB393F3-9EA5-4C11-B4B1-9D0C2D1839B7}"/>
              </a:ext>
            </a:extLst>
          </p:cNvPr>
          <p:cNvSpPr>
            <a:spLocks noGrp="1"/>
          </p:cNvSpPr>
          <p:nvPr>
            <p:ph idx="1"/>
          </p:nvPr>
        </p:nvSpPr>
        <p:spPr>
          <a:xfrm>
            <a:off x="634701" y="1673224"/>
            <a:ext cx="6775718" cy="4095749"/>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Tree>
    <p:extLst>
      <p:ext uri="{BB962C8B-B14F-4D97-AF65-F5344CB8AC3E}">
        <p14:creationId xmlns:p14="http://schemas.microsoft.com/office/powerpoint/2010/main" val="374116703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vslutning">
    <p:bg>
      <p:bgPr>
        <a:solidFill>
          <a:schemeClr val="bg2"/>
        </a:solidFill>
        <a:effectLst/>
      </p:bgPr>
    </p:bg>
    <p:spTree>
      <p:nvGrpSpPr>
        <p:cNvPr id="1" name=""/>
        <p:cNvGrpSpPr/>
        <p:nvPr/>
      </p:nvGrpSpPr>
      <p:grpSpPr>
        <a:xfrm>
          <a:off x="0" y="0"/>
          <a:ext cx="0" cy="0"/>
          <a:chOff x="0" y="0"/>
          <a:chExt cx="0" cy="0"/>
        </a:xfrm>
      </p:grpSpPr>
      <p:sp>
        <p:nvSpPr>
          <p:cNvPr id="6" name="Rubrik 33">
            <a:extLst>
              <a:ext uri="{FF2B5EF4-FFF2-40B4-BE49-F238E27FC236}">
                <a16:creationId xmlns:a16="http://schemas.microsoft.com/office/drawing/2014/main" id="{0586E45B-C946-40EB-BCF3-52B22A6A4874}"/>
              </a:ext>
            </a:extLst>
          </p:cNvPr>
          <p:cNvSpPr>
            <a:spLocks noGrp="1"/>
          </p:cNvSpPr>
          <p:nvPr>
            <p:ph type="title"/>
          </p:nvPr>
        </p:nvSpPr>
        <p:spPr>
          <a:xfrm>
            <a:off x="1531174" y="623888"/>
            <a:ext cx="9129654" cy="4582813"/>
          </a:xfrm>
        </p:spPr>
        <p:txBody>
          <a:bodyPr anchor="ctr">
            <a:normAutofit/>
          </a:bodyPr>
          <a:lstStyle>
            <a:lvl1pPr algn="ctr">
              <a:defRPr sz="4400">
                <a:solidFill>
                  <a:schemeClr val="tx2"/>
                </a:solidFill>
              </a:defRPr>
            </a:lvl1pPr>
          </a:lstStyle>
          <a:p>
            <a:r>
              <a:rPr lang="sv-SE"/>
              <a:t>Klicka här för att ändra mall för rubrikformat</a:t>
            </a:r>
          </a:p>
        </p:txBody>
      </p:sp>
      <p:grpSp>
        <p:nvGrpSpPr>
          <p:cNvPr id="8" name="Grupp 7">
            <a:extLst>
              <a:ext uri="{FF2B5EF4-FFF2-40B4-BE49-F238E27FC236}">
                <a16:creationId xmlns:a16="http://schemas.microsoft.com/office/drawing/2014/main" id="{913F60A5-58F0-4BED-A179-299184FC276B}"/>
              </a:ext>
            </a:extLst>
          </p:cNvPr>
          <p:cNvGrpSpPr/>
          <p:nvPr userDrawn="1"/>
        </p:nvGrpSpPr>
        <p:grpSpPr>
          <a:xfrm>
            <a:off x="5228261" y="5806629"/>
            <a:ext cx="1735478" cy="326438"/>
            <a:chOff x="9835686" y="6074987"/>
            <a:chExt cx="1735478" cy="326438"/>
          </a:xfrm>
        </p:grpSpPr>
        <p:sp>
          <p:nvSpPr>
            <p:cNvPr id="11" name="Frihandsfigur: Form 10">
              <a:extLst>
                <a:ext uri="{FF2B5EF4-FFF2-40B4-BE49-F238E27FC236}">
                  <a16:creationId xmlns:a16="http://schemas.microsoft.com/office/drawing/2014/main" id="{1F4E32D5-F119-485F-8558-4E86D5156A95}"/>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12" name="Frihandsfigur: Form 11">
              <a:extLst>
                <a:ext uri="{FF2B5EF4-FFF2-40B4-BE49-F238E27FC236}">
                  <a16:creationId xmlns:a16="http://schemas.microsoft.com/office/drawing/2014/main" id="{B2095216-4224-49BE-9557-B56CB3F5230F}"/>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E604924A-1947-483B-8AC6-2F170FE907F0}"/>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D77FE13D-1262-4A33-8A9F-B469D649FB32}"/>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A7A3F3FC-1CD9-4DAD-A8C0-9B8205D94E76}"/>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93306529-7910-4036-A697-CF3EA4601670}"/>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48774385-640A-40E0-A2F8-187D034A279F}"/>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922EB587-67DB-4C3A-8E35-4FD832EB5A71}"/>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AD707084-6C12-4D25-BFB9-4A3C2A2D47A7}"/>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59FCE280-B436-43D4-85C1-0E9808F88862}"/>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34928298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En spalt med textruta">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700" y="1417636"/>
            <a:ext cx="10933413" cy="3198814"/>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CD7A26F7-73FA-4F1B-8558-BB90DBA900BD}"/>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4" name="Platshållare för text 21">
            <a:extLst>
              <a:ext uri="{FF2B5EF4-FFF2-40B4-BE49-F238E27FC236}">
                <a16:creationId xmlns:a16="http://schemas.microsoft.com/office/drawing/2014/main" id="{E966FEE3-65D1-4C96-A009-3F331D960FE6}"/>
              </a:ext>
            </a:extLst>
          </p:cNvPr>
          <p:cNvSpPr>
            <a:spLocks noGrp="1"/>
          </p:cNvSpPr>
          <p:nvPr>
            <p:ph type="body" sz="quarter" idx="16"/>
          </p:nvPr>
        </p:nvSpPr>
        <p:spPr>
          <a:xfrm>
            <a:off x="625474" y="4696835"/>
            <a:ext cx="10942639"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Tree>
    <p:extLst>
      <p:ext uri="{BB962C8B-B14F-4D97-AF65-F5344CB8AC3E}">
        <p14:creationId xmlns:p14="http://schemas.microsoft.com/office/powerpoint/2010/main" val="1287763853"/>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_Full Bleed">
    <p:bg>
      <p:bgPr>
        <a:solidFill>
          <a:schemeClr val="tx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62711C-A08A-7148-81E0-823A10722A97}"/>
              </a:ext>
            </a:extLst>
          </p:cNvPr>
          <p:cNvSpPr>
            <a:spLocks noGrp="1"/>
          </p:cNvSpPr>
          <p:nvPr>
            <p:ph type="pic" sz="quarter" idx="10"/>
          </p:nvPr>
        </p:nvSpPr>
        <p:spPr>
          <a:xfrm>
            <a:off x="0" y="0"/>
            <a:ext cx="12192000" cy="6858000"/>
          </a:xfrm>
          <a:solidFill>
            <a:schemeClr val="tx1"/>
          </a:solidFill>
        </p:spPr>
        <p:txBody>
          <a:bodyPr/>
          <a:lstStyle/>
          <a:p>
            <a:endParaRPr lang="en-US"/>
          </a:p>
        </p:txBody>
      </p:sp>
      <p:sp>
        <p:nvSpPr>
          <p:cNvPr id="11" name="Text Placeholder 2">
            <a:extLst>
              <a:ext uri="{FF2B5EF4-FFF2-40B4-BE49-F238E27FC236}">
                <a16:creationId xmlns:a16="http://schemas.microsoft.com/office/drawing/2014/main" id="{9A3BF128-30F5-494C-8F08-425956E27F0A}"/>
              </a:ext>
            </a:extLst>
          </p:cNvPr>
          <p:cNvSpPr>
            <a:spLocks noGrp="1"/>
          </p:cNvSpPr>
          <p:nvPr>
            <p:ph type="body" sz="quarter" idx="29"/>
          </p:nvPr>
        </p:nvSpPr>
        <p:spPr>
          <a:xfrm>
            <a:off x="0" y="0"/>
            <a:ext cx="12192000" cy="6858000"/>
          </a:xfrm>
          <a:solidFill>
            <a:schemeClr val="tx1">
              <a:alpha val="50000"/>
            </a:schemeClr>
          </a:solidFill>
        </p:spPr>
        <p:txBody>
          <a:bodyPr/>
          <a:lstStyle>
            <a:lvl1pPr>
              <a:defRPr sz="100">
                <a:noFill/>
              </a:defRPr>
            </a:lvl1pPr>
            <a:lvl2pPr>
              <a:defRPr>
                <a:noFill/>
              </a:defRPr>
            </a:lvl2pPr>
            <a:lvl3pPr>
              <a:defRPr>
                <a:noFill/>
              </a:defRPr>
            </a:lvl3pPr>
            <a:lvl4pPr>
              <a:defRPr>
                <a:noFill/>
              </a:defRPr>
            </a:lvl4pPr>
            <a:lvl5pPr>
              <a:defRPr>
                <a:noFill/>
              </a:defRPr>
            </a:lvl5pPr>
          </a:lstStyle>
          <a:p>
            <a:pPr lvl="0"/>
            <a:endParaRPr lang="en-US"/>
          </a:p>
        </p:txBody>
      </p:sp>
      <p:sp>
        <p:nvSpPr>
          <p:cNvPr id="4" name="Text Placeholder 6">
            <a:extLst>
              <a:ext uri="{FF2B5EF4-FFF2-40B4-BE49-F238E27FC236}">
                <a16:creationId xmlns:a16="http://schemas.microsoft.com/office/drawing/2014/main" id="{8FC0FE03-5012-9E4C-B1C7-A9F8CC81B749}"/>
              </a:ext>
            </a:extLst>
          </p:cNvPr>
          <p:cNvSpPr>
            <a:spLocks noGrp="1"/>
          </p:cNvSpPr>
          <p:nvPr>
            <p:ph type="body" sz="quarter" idx="24" hasCustomPrompt="1"/>
          </p:nvPr>
        </p:nvSpPr>
        <p:spPr>
          <a:xfrm>
            <a:off x="0" y="0"/>
            <a:ext cx="12192000" cy="6858000"/>
          </a:xfrm>
          <a:blipFill>
            <a:blip r:embed="rId2"/>
            <a:stretch>
              <a:fillRect/>
            </a:stretch>
          </a:blipFill>
        </p:spPr>
        <p:txBody>
          <a:bodyPr wrap="none" anchor="b">
            <a:noAutofit/>
          </a:bodyPr>
          <a:lstStyle>
            <a:lvl1pPr marL="0" indent="0" algn="l">
              <a:buNone/>
              <a:defRPr sz="100">
                <a:ln w="12700">
                  <a:noFill/>
                </a:ln>
                <a:noFill/>
                <a:latin typeface="+mj-lt"/>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01</a:t>
            </a:r>
          </a:p>
        </p:txBody>
      </p:sp>
      <p:sp>
        <p:nvSpPr>
          <p:cNvPr id="5" name="Title 1">
            <a:extLst>
              <a:ext uri="{FF2B5EF4-FFF2-40B4-BE49-F238E27FC236}">
                <a16:creationId xmlns:a16="http://schemas.microsoft.com/office/drawing/2014/main" id="{B0F902A3-1A10-9D4D-953E-7A66A3DC2D79}"/>
              </a:ext>
            </a:extLst>
          </p:cNvPr>
          <p:cNvSpPr>
            <a:spLocks noGrp="1"/>
          </p:cNvSpPr>
          <p:nvPr>
            <p:ph type="title" hasCustomPrompt="1"/>
          </p:nvPr>
        </p:nvSpPr>
        <p:spPr>
          <a:xfrm>
            <a:off x="457200" y="2772082"/>
            <a:ext cx="11277600" cy="1134909"/>
          </a:xfrm>
        </p:spPr>
        <p:txBody>
          <a:bodyPr anchor="ctr"/>
          <a:lstStyle>
            <a:lvl1pPr algn="ctr">
              <a:defRPr sz="4800" b="1" i="1">
                <a:solidFill>
                  <a:schemeClr val="bg1"/>
                </a:solidFill>
                <a:latin typeface="Montserrat Black" pitchFamily="2" charset="77"/>
              </a:defRPr>
            </a:lvl1pPr>
          </a:lstStyle>
          <a:p>
            <a:r>
              <a:rPr lang="en-US"/>
              <a:t>Click to edit </a:t>
            </a:r>
            <a:br>
              <a:rPr lang="en-US"/>
            </a:br>
            <a:r>
              <a:rPr lang="en-US"/>
              <a:t>Master title style</a:t>
            </a:r>
          </a:p>
        </p:txBody>
      </p:sp>
      <p:sp>
        <p:nvSpPr>
          <p:cNvPr id="9" name="Footer Placeholder 8">
            <a:extLst>
              <a:ext uri="{FF2B5EF4-FFF2-40B4-BE49-F238E27FC236}">
                <a16:creationId xmlns:a16="http://schemas.microsoft.com/office/drawing/2014/main" id="{2D0DBBD8-CBC9-B94B-AEC8-EE1418C79EA2}"/>
              </a:ext>
            </a:extLst>
          </p:cNvPr>
          <p:cNvSpPr>
            <a:spLocks noGrp="1"/>
          </p:cNvSpPr>
          <p:nvPr>
            <p:ph type="ftr" sz="quarter" idx="27"/>
          </p:nvPr>
        </p:nvSpPr>
        <p:spPr/>
        <p:txBody>
          <a:bodyPr/>
          <a:lstStyle>
            <a:lvl1pPr>
              <a:defRPr>
                <a:solidFill>
                  <a:schemeClr val="bg1"/>
                </a:solidFill>
              </a:defRPr>
            </a:lvl1pPr>
          </a:lstStyle>
          <a:p>
            <a:r>
              <a:rPr lang="en-US"/>
              <a:t>Resolution ▪︎ 2022</a:t>
            </a:r>
          </a:p>
        </p:txBody>
      </p:sp>
      <p:sp>
        <p:nvSpPr>
          <p:cNvPr id="10" name="Slide Number Placeholder 9">
            <a:extLst>
              <a:ext uri="{FF2B5EF4-FFF2-40B4-BE49-F238E27FC236}">
                <a16:creationId xmlns:a16="http://schemas.microsoft.com/office/drawing/2014/main" id="{48FF9EA8-DDC9-E247-97B8-DEEF7B70C54C}"/>
              </a:ext>
            </a:extLst>
          </p:cNvPr>
          <p:cNvSpPr>
            <a:spLocks noGrp="1"/>
          </p:cNvSpPr>
          <p:nvPr>
            <p:ph type="sldNum" sz="quarter" idx="28"/>
          </p:nvPr>
        </p:nvSpPr>
        <p:spPr/>
        <p:txBody>
          <a:bodyPr/>
          <a:lstStyle>
            <a:lvl1pPr>
              <a:defRPr>
                <a:solidFill>
                  <a:schemeClr val="bg1"/>
                </a:solidFill>
              </a:defRPr>
            </a:lvl1pPr>
          </a:lstStyle>
          <a:p>
            <a:fld id="{76A5F48D-90B6-3747-B52F-36E197281E48}" type="slidenum">
              <a:rPr lang="en-US" smtClean="0"/>
              <a:pPr/>
              <a:t>‹#›</a:t>
            </a:fld>
            <a:endParaRPr lang="en-US"/>
          </a:p>
        </p:txBody>
      </p:sp>
      <p:sp>
        <p:nvSpPr>
          <p:cNvPr id="12" name="Text Placeholder 6">
            <a:extLst>
              <a:ext uri="{FF2B5EF4-FFF2-40B4-BE49-F238E27FC236}">
                <a16:creationId xmlns:a16="http://schemas.microsoft.com/office/drawing/2014/main" id="{A388B8FB-2199-1348-B192-6837527DDF08}"/>
              </a:ext>
            </a:extLst>
          </p:cNvPr>
          <p:cNvSpPr>
            <a:spLocks noGrp="1"/>
          </p:cNvSpPr>
          <p:nvPr>
            <p:ph type="body" sz="quarter" idx="16" hasCustomPrompt="1"/>
          </p:nvPr>
        </p:nvSpPr>
        <p:spPr>
          <a:xfrm>
            <a:off x="11509924" y="228600"/>
            <a:ext cx="457201" cy="458712"/>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sz="100">
                <a:no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Subtitle goes here</a:t>
            </a:r>
          </a:p>
        </p:txBody>
      </p:sp>
      <p:sp>
        <p:nvSpPr>
          <p:cNvPr id="25" name="Text Placeholder 5">
            <a:extLst>
              <a:ext uri="{FF2B5EF4-FFF2-40B4-BE49-F238E27FC236}">
                <a16:creationId xmlns:a16="http://schemas.microsoft.com/office/drawing/2014/main" id="{59C0A9F8-FB74-F14B-A111-A89B7F37C7AC}"/>
              </a:ext>
            </a:extLst>
          </p:cNvPr>
          <p:cNvSpPr>
            <a:spLocks noGrp="1"/>
          </p:cNvSpPr>
          <p:nvPr>
            <p:ph type="body" sz="quarter" idx="30"/>
          </p:nvPr>
        </p:nvSpPr>
        <p:spPr>
          <a:xfrm>
            <a:off x="6408574" y="4120153"/>
            <a:ext cx="411480" cy="182880"/>
          </a:xfrm>
          <a:solidFill>
            <a:schemeClr val="accent1"/>
          </a:solidFill>
        </p:spPr>
        <p:txBody>
          <a:bodyPr/>
          <a:lstStyle>
            <a:lvl1pPr marL="0" indent="0">
              <a:buNone/>
              <a:defRPr lang="en-US" sz="100" b="0" i="0" smtClean="0">
                <a:noFill/>
                <a:effectLs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endParaRPr lang="en-US"/>
          </a:p>
        </p:txBody>
      </p:sp>
      <p:sp>
        <p:nvSpPr>
          <p:cNvPr id="26" name="Text Placeholder 5">
            <a:extLst>
              <a:ext uri="{FF2B5EF4-FFF2-40B4-BE49-F238E27FC236}">
                <a16:creationId xmlns:a16="http://schemas.microsoft.com/office/drawing/2014/main" id="{CB5C3D1E-F507-154D-B538-5235F06430BA}"/>
              </a:ext>
            </a:extLst>
          </p:cNvPr>
          <p:cNvSpPr>
            <a:spLocks noGrp="1"/>
          </p:cNvSpPr>
          <p:nvPr>
            <p:ph type="body" sz="quarter" idx="31"/>
          </p:nvPr>
        </p:nvSpPr>
        <p:spPr>
          <a:xfrm>
            <a:off x="6227632" y="4120153"/>
            <a:ext cx="135222" cy="182880"/>
          </a:xfrm>
          <a:solidFill>
            <a:schemeClr val="accent1"/>
          </a:solidFill>
        </p:spPr>
        <p:txBody>
          <a:bodyPr/>
          <a:lstStyle>
            <a:lvl1pPr marL="0" indent="0">
              <a:buNone/>
              <a:defRPr lang="en-US" sz="100" b="0" i="0" smtClean="0">
                <a:noFill/>
                <a:effectLs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endParaRPr lang="en-US"/>
          </a:p>
        </p:txBody>
      </p:sp>
      <p:sp>
        <p:nvSpPr>
          <p:cNvPr id="27" name="Text Placeholder 5">
            <a:extLst>
              <a:ext uri="{FF2B5EF4-FFF2-40B4-BE49-F238E27FC236}">
                <a16:creationId xmlns:a16="http://schemas.microsoft.com/office/drawing/2014/main" id="{51C6569E-D0DC-BF49-8644-08D8215F81E4}"/>
              </a:ext>
            </a:extLst>
          </p:cNvPr>
          <p:cNvSpPr>
            <a:spLocks noGrp="1"/>
          </p:cNvSpPr>
          <p:nvPr>
            <p:ph type="body" sz="quarter" idx="32"/>
          </p:nvPr>
        </p:nvSpPr>
        <p:spPr>
          <a:xfrm>
            <a:off x="6048018" y="4120153"/>
            <a:ext cx="135222" cy="182880"/>
          </a:xfrm>
          <a:solidFill>
            <a:schemeClr val="accent1"/>
          </a:solidFill>
        </p:spPr>
        <p:txBody>
          <a:bodyPr/>
          <a:lstStyle>
            <a:lvl1pPr marL="0" indent="0">
              <a:buNone/>
              <a:defRPr lang="en-US" sz="100" b="0" i="0" smtClean="0">
                <a:noFill/>
                <a:effectLs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endParaRPr lang="en-US"/>
          </a:p>
        </p:txBody>
      </p:sp>
      <p:sp>
        <p:nvSpPr>
          <p:cNvPr id="28" name="Text Placeholder 5">
            <a:extLst>
              <a:ext uri="{FF2B5EF4-FFF2-40B4-BE49-F238E27FC236}">
                <a16:creationId xmlns:a16="http://schemas.microsoft.com/office/drawing/2014/main" id="{F77818D1-7BDC-414A-B6C8-3AB77284D6B2}"/>
              </a:ext>
            </a:extLst>
          </p:cNvPr>
          <p:cNvSpPr>
            <a:spLocks noGrp="1"/>
          </p:cNvSpPr>
          <p:nvPr>
            <p:ph type="body" sz="quarter" idx="33"/>
          </p:nvPr>
        </p:nvSpPr>
        <p:spPr>
          <a:xfrm>
            <a:off x="5588216" y="4120153"/>
            <a:ext cx="411480" cy="182880"/>
          </a:xfrm>
          <a:solidFill>
            <a:schemeClr val="accent1"/>
          </a:solidFill>
        </p:spPr>
        <p:txBody>
          <a:bodyPr/>
          <a:lstStyle>
            <a:lvl1pPr marL="0" indent="0">
              <a:buNone/>
              <a:defRPr lang="en-US" sz="100" b="0" i="0" smtClean="0">
                <a:noFill/>
                <a:effectLs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endParaRPr lang="en-US"/>
          </a:p>
        </p:txBody>
      </p:sp>
      <p:sp>
        <p:nvSpPr>
          <p:cNvPr id="29" name="Text Placeholder 5">
            <a:extLst>
              <a:ext uri="{FF2B5EF4-FFF2-40B4-BE49-F238E27FC236}">
                <a16:creationId xmlns:a16="http://schemas.microsoft.com/office/drawing/2014/main" id="{A2A91C5C-26D2-6247-8EF7-4016533ACBFD}"/>
              </a:ext>
            </a:extLst>
          </p:cNvPr>
          <p:cNvSpPr>
            <a:spLocks noGrp="1"/>
          </p:cNvSpPr>
          <p:nvPr>
            <p:ph type="body" sz="quarter" idx="34"/>
          </p:nvPr>
        </p:nvSpPr>
        <p:spPr>
          <a:xfrm>
            <a:off x="5489581" y="4120153"/>
            <a:ext cx="46384" cy="182880"/>
          </a:xfrm>
          <a:solidFill>
            <a:schemeClr val="accent1"/>
          </a:solidFill>
        </p:spPr>
        <p:txBody>
          <a:bodyPr/>
          <a:lstStyle>
            <a:lvl1pPr marL="0" indent="0">
              <a:buNone/>
              <a:defRPr lang="en-US" sz="100" b="0" i="0" smtClean="0">
                <a:noFill/>
                <a:effectLs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endParaRPr lang="en-US"/>
          </a:p>
        </p:txBody>
      </p:sp>
      <p:sp>
        <p:nvSpPr>
          <p:cNvPr id="30" name="Text Placeholder 5">
            <a:extLst>
              <a:ext uri="{FF2B5EF4-FFF2-40B4-BE49-F238E27FC236}">
                <a16:creationId xmlns:a16="http://schemas.microsoft.com/office/drawing/2014/main" id="{979E481C-4E36-1645-A6EB-98B975904DB2}"/>
              </a:ext>
            </a:extLst>
          </p:cNvPr>
          <p:cNvSpPr>
            <a:spLocks noGrp="1"/>
          </p:cNvSpPr>
          <p:nvPr>
            <p:ph type="body" sz="quarter" idx="35"/>
          </p:nvPr>
        </p:nvSpPr>
        <p:spPr>
          <a:xfrm>
            <a:off x="5365483" y="4120153"/>
            <a:ext cx="88839" cy="182880"/>
          </a:xfrm>
          <a:solidFill>
            <a:schemeClr val="accent1"/>
          </a:solidFill>
        </p:spPr>
        <p:txBody>
          <a:bodyPr/>
          <a:lstStyle>
            <a:lvl1pPr marL="0" indent="0">
              <a:buNone/>
              <a:defRPr lang="en-US" sz="100" b="0" i="0" smtClean="0">
                <a:noFill/>
                <a:effectLst/>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endParaRPr lang="en-US"/>
          </a:p>
        </p:txBody>
      </p:sp>
    </p:spTree>
    <p:extLst>
      <p:ext uri="{BB962C8B-B14F-4D97-AF65-F5344CB8AC3E}">
        <p14:creationId xmlns:p14="http://schemas.microsoft.com/office/powerpoint/2010/main" val="193965798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_Dark">
    <p:bg>
      <p:bgPr>
        <a:solidFill>
          <a:schemeClr val="tx1"/>
        </a:solidFill>
        <a:effectLst/>
      </p:bgPr>
    </p:bg>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42E03C52-47F0-2647-9D3C-A82D5CC3BBD3}"/>
              </a:ext>
            </a:extLst>
          </p:cNvPr>
          <p:cNvSpPr>
            <a:spLocks noGrp="1"/>
          </p:cNvSpPr>
          <p:nvPr>
            <p:ph type="body" sz="quarter" idx="10" hasCustomPrompt="1"/>
          </p:nvPr>
        </p:nvSpPr>
        <p:spPr>
          <a:xfrm>
            <a:off x="306000" y="313519"/>
            <a:ext cx="11576437" cy="177800"/>
          </a:xfrm>
          <a:prstGeom prst="rect">
            <a:avLst/>
          </a:prstGeom>
        </p:spPr>
        <p:txBody>
          <a:bodyPr vert="horz" lIns="0" tIns="0" rIns="0" bIns="0" rtlCol="0" anchor="t" anchorCtr="0">
            <a:noAutofit/>
          </a:bodyPr>
          <a:lstStyle>
            <a:lvl1pPr>
              <a:defRPr lang="en-US" sz="1050" cap="all" spc="400" dirty="0">
                <a:solidFill>
                  <a:schemeClr val="bg1"/>
                </a:solidFill>
                <a:latin typeface="Montserrat" pitchFamily="2" charset="77"/>
                <a:ea typeface="Roboto" panose="02000000000000000000" pitchFamily="2" charset="0"/>
                <a:cs typeface="Roboto" panose="02000000000000000000" pitchFamily="2" charset="0"/>
              </a:defRPr>
            </a:lvl1pPr>
          </a:lstStyle>
          <a:p>
            <a:pPr lvl="0"/>
            <a:r>
              <a:rPr lang="en-US"/>
              <a:t>SUBHEAD</a:t>
            </a:r>
          </a:p>
        </p:txBody>
      </p:sp>
      <p:sp>
        <p:nvSpPr>
          <p:cNvPr id="2" name="Title 1">
            <a:extLst>
              <a:ext uri="{FF2B5EF4-FFF2-40B4-BE49-F238E27FC236}">
                <a16:creationId xmlns:a16="http://schemas.microsoft.com/office/drawing/2014/main" id="{C7263614-C6E4-C948-8589-4E871BFEA2AA}"/>
              </a:ext>
            </a:extLst>
          </p:cNvPr>
          <p:cNvSpPr>
            <a:spLocks noGrp="1"/>
          </p:cNvSpPr>
          <p:nvPr>
            <p:ph type="title"/>
          </p:nvPr>
        </p:nvSpPr>
        <p:spPr/>
        <p:txBody>
          <a:bodyPr/>
          <a:lstStyle>
            <a:lvl1pPr>
              <a:defRPr>
                <a:solidFill>
                  <a:schemeClr val="bg1"/>
                </a:solidFill>
                <a:latin typeface="Montserrat" pitchFamily="2" charset="77"/>
              </a:defRPr>
            </a:lvl1pPr>
          </a:lstStyle>
          <a:p>
            <a:r>
              <a:rPr lang="en-US"/>
              <a:t>Click to edit Master title style</a:t>
            </a:r>
          </a:p>
        </p:txBody>
      </p:sp>
      <p:sp>
        <p:nvSpPr>
          <p:cNvPr id="3" name="Footer Placeholder 2">
            <a:extLst>
              <a:ext uri="{FF2B5EF4-FFF2-40B4-BE49-F238E27FC236}">
                <a16:creationId xmlns:a16="http://schemas.microsoft.com/office/drawing/2014/main" id="{2C6E3CD7-F906-C54E-A56F-D781FDFD4A72}"/>
              </a:ext>
            </a:extLst>
          </p:cNvPr>
          <p:cNvSpPr>
            <a:spLocks noGrp="1"/>
          </p:cNvSpPr>
          <p:nvPr>
            <p:ph type="ftr" sz="quarter" idx="13"/>
          </p:nvPr>
        </p:nvSpPr>
        <p:spPr/>
        <p:txBody>
          <a:bodyPr/>
          <a:lstStyle>
            <a:lvl1pPr>
              <a:defRPr b="0" i="0">
                <a:solidFill>
                  <a:schemeClr val="bg1"/>
                </a:solidFill>
                <a:latin typeface="Montserrat Light" pitchFamily="2" charset="77"/>
                <a:ea typeface="Roboto Light" panose="02000000000000000000" pitchFamily="2" charset="0"/>
                <a:cs typeface="Roboto Light" panose="02000000000000000000" pitchFamily="2" charset="0"/>
              </a:defRPr>
            </a:lvl1pPr>
          </a:lstStyle>
          <a:p>
            <a:r>
              <a:rPr lang="en-US"/>
              <a:t>TransAct  •  2024</a:t>
            </a:r>
          </a:p>
        </p:txBody>
      </p:sp>
      <p:sp>
        <p:nvSpPr>
          <p:cNvPr id="4" name="Slide Number Placeholder 3">
            <a:extLst>
              <a:ext uri="{FF2B5EF4-FFF2-40B4-BE49-F238E27FC236}">
                <a16:creationId xmlns:a16="http://schemas.microsoft.com/office/drawing/2014/main" id="{F0D8B472-1EDC-8C46-BE80-3F480F5FA63E}"/>
              </a:ext>
            </a:extLst>
          </p:cNvPr>
          <p:cNvSpPr>
            <a:spLocks noGrp="1"/>
          </p:cNvSpPr>
          <p:nvPr>
            <p:ph type="sldNum" sz="quarter" idx="14"/>
          </p:nvPr>
        </p:nvSpPr>
        <p:spPr>
          <a:xfrm>
            <a:off x="11917680" y="6570252"/>
            <a:ext cx="274320" cy="287748"/>
          </a:xfrm>
          <a:custGeom>
            <a:avLst/>
            <a:gdLst>
              <a:gd name="connsiteX0" fmla="*/ 0 w 274320"/>
              <a:gd name="connsiteY0" fmla="*/ 0 h 287748"/>
              <a:gd name="connsiteX1" fmla="*/ 274320 w 274320"/>
              <a:gd name="connsiteY1" fmla="*/ 0 h 287748"/>
              <a:gd name="connsiteX2" fmla="*/ 274320 w 274320"/>
              <a:gd name="connsiteY2" fmla="*/ 287748 h 287748"/>
              <a:gd name="connsiteX3" fmla="*/ 0 w 274320"/>
              <a:gd name="connsiteY3" fmla="*/ 287748 h 287748"/>
              <a:gd name="connsiteX4" fmla="*/ 0 w 274320"/>
              <a:gd name="connsiteY4" fmla="*/ 0 h 287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 h="287748">
                <a:moveTo>
                  <a:pt x="0" y="0"/>
                </a:moveTo>
                <a:lnTo>
                  <a:pt x="274320" y="0"/>
                </a:lnTo>
                <a:lnTo>
                  <a:pt x="274320" y="287748"/>
                </a:lnTo>
                <a:lnTo>
                  <a:pt x="0" y="287748"/>
                </a:lnTo>
                <a:lnTo>
                  <a:pt x="0" y="0"/>
                </a:lnTo>
                <a:close/>
              </a:path>
            </a:pathLst>
          </a:custGeom>
        </p:spPr>
        <p:txBody>
          <a:bodyPr/>
          <a:lstStyle>
            <a:lvl1pPr>
              <a:defRPr b="0" i="0">
                <a:solidFill>
                  <a:schemeClr val="bg1"/>
                </a:solidFill>
                <a:latin typeface="Montserrat Light" pitchFamily="2" charset="77"/>
                <a:ea typeface="Roboto Light" panose="02000000000000000000" pitchFamily="2" charset="0"/>
                <a:cs typeface="Roboto Light" panose="02000000000000000000" pitchFamily="2" charset="0"/>
              </a:defRPr>
            </a:lvl1pPr>
          </a:lstStyle>
          <a:p>
            <a:fld id="{E1352442-4F4A-1940-9508-F06E49FB87E7}" type="slidenum">
              <a:rPr lang="en-US" smtClean="0"/>
              <a:pPr/>
              <a:t>‹#›</a:t>
            </a:fld>
            <a:endParaRPr lang="en-US"/>
          </a:p>
        </p:txBody>
      </p:sp>
      <p:sp>
        <p:nvSpPr>
          <p:cNvPr id="5" name="Rectangle 4">
            <a:extLst>
              <a:ext uri="{FF2B5EF4-FFF2-40B4-BE49-F238E27FC236}">
                <a16:creationId xmlns:a16="http://schemas.microsoft.com/office/drawing/2014/main" id="{B56D5746-D243-9685-E4FC-C7E4EA2C0CF6}"/>
              </a:ext>
            </a:extLst>
          </p:cNvPr>
          <p:cNvSpPr/>
          <p:nvPr userDrawn="1"/>
        </p:nvSpPr>
        <p:spPr>
          <a:xfrm>
            <a:off x="10677600" y="0"/>
            <a:ext cx="1514400" cy="3286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pitchFamily="2" charset="77"/>
            </a:endParaRPr>
          </a:p>
        </p:txBody>
      </p:sp>
      <p:sp>
        <p:nvSpPr>
          <p:cNvPr id="6" name="Text Placeholder 3">
            <a:extLst>
              <a:ext uri="{FF2B5EF4-FFF2-40B4-BE49-F238E27FC236}">
                <a16:creationId xmlns:a16="http://schemas.microsoft.com/office/drawing/2014/main" id="{904C20C6-7918-0329-7264-42D8DB14B306}"/>
              </a:ext>
            </a:extLst>
          </p:cNvPr>
          <p:cNvSpPr>
            <a:spLocks noGrp="1"/>
          </p:cNvSpPr>
          <p:nvPr>
            <p:ph type="body" sz="quarter" idx="281"/>
          </p:nvPr>
        </p:nvSpPr>
        <p:spPr>
          <a:xfrm>
            <a:off x="10758488" y="128588"/>
            <a:ext cx="1306512" cy="200025"/>
          </a:xfrm>
          <a:blipFill>
            <a:blip r:embed="rId2">
              <a:extLst>
                <a:ext uri="{96DAC541-7B7A-43D3-8B79-37D633B846F1}">
                  <asvg:svgBlip xmlns:asvg="http://schemas.microsoft.com/office/drawing/2016/SVG/main" r:embed="rId3"/>
                </a:ext>
              </a:extLst>
            </a:blip>
            <a:stretch>
              <a:fillRect/>
            </a:stretch>
          </a:blipFill>
        </p:spPr>
        <p:txBody>
          <a:bodyPr/>
          <a:lstStyle>
            <a:lvl1pPr>
              <a:defRPr>
                <a:noFill/>
                <a:latin typeface="Montserrat" pitchFamily="2" charset="77"/>
              </a:defRPr>
            </a:lvl1pPr>
            <a:lvl2pPr>
              <a:defRPr>
                <a:noFill/>
                <a:latin typeface="Montserrat" pitchFamily="2" charset="77"/>
              </a:defRPr>
            </a:lvl2pPr>
            <a:lvl3pPr>
              <a:defRPr>
                <a:noFill/>
                <a:latin typeface="Montserrat" pitchFamily="2" charset="77"/>
              </a:defRPr>
            </a:lvl3pPr>
            <a:lvl4pPr>
              <a:defRPr>
                <a:noFill/>
                <a:latin typeface="Montserrat" pitchFamily="2" charset="77"/>
              </a:defRPr>
            </a:lvl4pPr>
            <a:lvl5pPr>
              <a:defRPr>
                <a:no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313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En spalt">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699" y="1417636"/>
            <a:ext cx="10935499"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4"/>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Tree>
    <p:extLst>
      <p:ext uri="{BB962C8B-B14F-4D97-AF65-F5344CB8AC3E}">
        <p14:creationId xmlns:p14="http://schemas.microsoft.com/office/powerpoint/2010/main" val="10437188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 spalt">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699" y="1417636"/>
            <a:ext cx="10935499"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4"/>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Tree>
    <p:extLst>
      <p:ext uri="{BB962C8B-B14F-4D97-AF65-F5344CB8AC3E}">
        <p14:creationId xmlns:p14="http://schemas.microsoft.com/office/powerpoint/2010/main" val="2317772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 spalt med textruta">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700" y="1417636"/>
            <a:ext cx="10933413" cy="3198814"/>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CD7A26F7-73FA-4F1B-8558-BB90DBA900BD}"/>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4" name="Platshållare för text 21">
            <a:extLst>
              <a:ext uri="{FF2B5EF4-FFF2-40B4-BE49-F238E27FC236}">
                <a16:creationId xmlns:a16="http://schemas.microsoft.com/office/drawing/2014/main" id="{E966FEE3-65D1-4C96-A009-3F331D960FE6}"/>
              </a:ext>
            </a:extLst>
          </p:cNvPr>
          <p:cNvSpPr>
            <a:spLocks noGrp="1"/>
          </p:cNvSpPr>
          <p:nvPr>
            <p:ph type="body" sz="quarter" idx="16"/>
          </p:nvPr>
        </p:nvSpPr>
        <p:spPr>
          <a:xfrm>
            <a:off x="625474" y="4696835"/>
            <a:ext cx="10942639"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Tree>
    <p:extLst>
      <p:ext uri="{BB962C8B-B14F-4D97-AF65-F5344CB8AC3E}">
        <p14:creationId xmlns:p14="http://schemas.microsoft.com/office/powerpoint/2010/main" val="1560703267"/>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 spalt m. skö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701" y="1417636"/>
            <a:ext cx="6759875"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Rubrik 6"/>
          <p:cNvSpPr>
            <a:spLocks noGrp="1"/>
          </p:cNvSpPr>
          <p:nvPr>
            <p:ph type="title"/>
          </p:nvPr>
        </p:nvSpPr>
        <p:spPr/>
        <p:txBody>
          <a:bodyPr/>
          <a:lstStyle/>
          <a:p>
            <a:r>
              <a:rPr lang="sv-SE"/>
              <a:t>Klicka här för att ändra format</a:t>
            </a:r>
          </a:p>
        </p:txBody>
      </p:sp>
      <p:sp>
        <p:nvSpPr>
          <p:cNvPr id="8" name="Platshållare för text 12"/>
          <p:cNvSpPr>
            <a:spLocks noGrp="1"/>
          </p:cNvSpPr>
          <p:nvPr>
            <p:ph type="body" sz="quarter" idx="18" hasCustomPrompt="1"/>
          </p:nvPr>
        </p:nvSpPr>
        <p:spPr>
          <a:xfrm>
            <a:off x="7782878" y="1755701"/>
            <a:ext cx="3750311" cy="3670451"/>
          </a:xfrm>
          <a:custGeom>
            <a:avLst/>
            <a:gdLst>
              <a:gd name="connsiteX0" fmla="*/ 1996394 w 3999812"/>
              <a:gd name="connsiteY0" fmla="*/ 0 h 3914640"/>
              <a:gd name="connsiteX1" fmla="*/ 2067694 w 3999812"/>
              <a:gd name="connsiteY1" fmla="*/ 0 h 3914640"/>
              <a:gd name="connsiteX2" fmla="*/ 3998988 w 3999812"/>
              <a:gd name="connsiteY2" fmla="*/ 3894657 h 3914640"/>
              <a:gd name="connsiteX3" fmla="*/ 3989688 w 3999812"/>
              <a:gd name="connsiteY3" fmla="*/ 3913262 h 3914640"/>
              <a:gd name="connsiteX4" fmla="*/ 1996394 w 3999812"/>
              <a:gd name="connsiteY4" fmla="*/ 3913262 h 3914640"/>
              <a:gd name="connsiteX5" fmla="*/ 601398 w 3999812"/>
              <a:gd name="connsiteY5" fmla="*/ 3364413 h 3914640"/>
              <a:gd name="connsiteX6" fmla="*/ 0 w 3999812"/>
              <a:gd name="connsiteY6" fmla="*/ 1956631 h 3914640"/>
              <a:gd name="connsiteX7" fmla="*/ 601398 w 3999812"/>
              <a:gd name="connsiteY7" fmla="*/ 551950 h 3914640"/>
              <a:gd name="connsiteX8" fmla="*/ 1996394 w 3999812"/>
              <a:gd name="connsiteY8" fmla="*/ 0 h 391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99812" h="3914640">
                <a:moveTo>
                  <a:pt x="1996394" y="0"/>
                </a:moveTo>
                <a:cubicBezTo>
                  <a:pt x="1996394" y="0"/>
                  <a:pt x="2021194" y="0"/>
                  <a:pt x="2067694" y="0"/>
                </a:cubicBezTo>
                <a:cubicBezTo>
                  <a:pt x="2067694" y="0"/>
                  <a:pt x="3995888" y="3891556"/>
                  <a:pt x="3998988" y="3894657"/>
                </a:cubicBezTo>
                <a:cubicBezTo>
                  <a:pt x="4002088" y="3903960"/>
                  <a:pt x="3995888" y="3913262"/>
                  <a:pt x="3989688" y="3913262"/>
                </a:cubicBezTo>
                <a:cubicBezTo>
                  <a:pt x="3989688" y="3913262"/>
                  <a:pt x="1999494" y="3916363"/>
                  <a:pt x="1996394" y="3913262"/>
                </a:cubicBezTo>
                <a:cubicBezTo>
                  <a:pt x="1345396" y="3894657"/>
                  <a:pt x="951697" y="3693103"/>
                  <a:pt x="601398" y="3364413"/>
                </a:cubicBezTo>
                <a:cubicBezTo>
                  <a:pt x="229399" y="3014018"/>
                  <a:pt x="0" y="2520984"/>
                  <a:pt x="0" y="1956631"/>
                </a:cubicBezTo>
                <a:cubicBezTo>
                  <a:pt x="0" y="1392278"/>
                  <a:pt x="229399" y="899244"/>
                  <a:pt x="601398" y="551950"/>
                </a:cubicBezTo>
                <a:cubicBezTo>
                  <a:pt x="951697" y="223261"/>
                  <a:pt x="1345396" y="21706"/>
                  <a:pt x="1996394" y="0"/>
                </a:cubicBezTo>
                <a:close/>
              </a:path>
            </a:pathLst>
          </a:custGeom>
          <a:solidFill>
            <a:schemeClr val="tx2"/>
          </a:solidFill>
        </p:spPr>
        <p:txBody>
          <a:bodyPr wrap="square" lIns="396000" tIns="0" rIns="1332000" bIns="0" anchor="ctr" anchorCtr="0">
            <a:noAutofit/>
          </a:bodyPr>
          <a:lstStyle>
            <a:lvl1pPr marL="0" indent="0" algn="l">
              <a:buFontTx/>
              <a:buNone/>
              <a:defRPr sz="2600" b="1">
                <a:solidFill>
                  <a:schemeClr val="bg1"/>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Textruta</a:t>
            </a:r>
          </a:p>
        </p:txBody>
      </p:sp>
      <p:sp>
        <p:nvSpPr>
          <p:cNvPr id="9" name="Platshållare för bildnummer 8"/>
          <p:cNvSpPr>
            <a:spLocks noGrp="1"/>
          </p:cNvSpPr>
          <p:nvPr>
            <p:ph type="sldNum" sz="quarter" idx="19"/>
          </p:nvPr>
        </p:nvSpPr>
        <p:spPr/>
        <p:txBody>
          <a:bodyPr/>
          <a:lstStyle/>
          <a:p>
            <a:fld id="{37D9A64F-750D-4E7D-A276-9A7D3F74441C}" type="slidenum">
              <a:rPr lang="sv-SE" smtClean="0"/>
              <a:pPr/>
              <a:t>‹#›</a:t>
            </a:fld>
            <a:endParaRPr lang="sv-SE"/>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356AD836-69C5-46E0-8902-338048AB794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790795795"/>
      </p:ext>
    </p:extLst>
  </p:cSld>
  <p:clrMapOvr>
    <a:masterClrMapping/>
  </p:clrMapOvr>
  <p:extLst>
    <p:ext uri="{DCECCB84-F9BA-43D5-87BE-67443E8EF086}">
      <p15:sldGuideLst xmlns:p15="http://schemas.microsoft.com/office/powerpoint/2012/main">
        <p15:guide id="1" pos="466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vå spalt m. bild">
    <p:spTree>
      <p:nvGrpSpPr>
        <p:cNvPr id="1" name=""/>
        <p:cNvGrpSpPr/>
        <p:nvPr/>
      </p:nvGrpSpPr>
      <p:grpSpPr>
        <a:xfrm>
          <a:off x="0" y="0"/>
          <a:ext cx="0" cy="0"/>
          <a:chOff x="0" y="0"/>
          <a:chExt cx="0" cy="0"/>
        </a:xfrm>
      </p:grpSpPr>
      <p:sp>
        <p:nvSpPr>
          <p:cNvPr id="10" name="Platshållare för bild 7"/>
          <p:cNvSpPr>
            <a:spLocks noGrp="1"/>
          </p:cNvSpPr>
          <p:nvPr>
            <p:ph type="pic" sz="quarter" idx="15"/>
          </p:nvPr>
        </p:nvSpPr>
        <p:spPr>
          <a:xfrm>
            <a:off x="5386089" y="1412876"/>
            <a:ext cx="6184108" cy="4356100"/>
          </a:xfrm>
          <a:prstGeom prst="rect">
            <a:avLst/>
          </a:prstGeom>
        </p:spPr>
        <p:txBody>
          <a:bodyPr/>
          <a:lstStyle/>
          <a:p>
            <a:endParaRPr lang="sv-SE"/>
          </a:p>
        </p:txBody>
      </p:sp>
      <p:sp>
        <p:nvSpPr>
          <p:cNvPr id="3" name="Platshållare för innehåll 2"/>
          <p:cNvSpPr>
            <a:spLocks noGrp="1"/>
          </p:cNvSpPr>
          <p:nvPr>
            <p:ph idx="1"/>
          </p:nvPr>
        </p:nvSpPr>
        <p:spPr>
          <a:xfrm>
            <a:off x="634701" y="1417635"/>
            <a:ext cx="4514545" cy="4357689"/>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41D6F8E9-1ADC-4889-A1B3-33C491475D8A}"/>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121289175"/>
      </p:ext>
    </p:extLst>
  </p:cSld>
  <p:clrMapOvr>
    <a:masterClrMapping/>
  </p:clrMapOvr>
  <p:extLst>
    <p:ext uri="{DCECCB84-F9BA-43D5-87BE-67443E8EF086}">
      <p15:sldGuideLst xmlns:p15="http://schemas.microsoft.com/office/powerpoint/2012/main">
        <p15:guide id="1" pos="3386">
          <p15:clr>
            <a:srgbClr val="FBAE40"/>
          </p15:clr>
        </p15:guide>
        <p15:guide id="2" pos="325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190037"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8" name="Platshållare för text 4">
            <a:extLst>
              <a:ext uri="{FF2B5EF4-FFF2-40B4-BE49-F238E27FC236}">
                <a16:creationId xmlns:a16="http://schemas.microsoft.com/office/drawing/2014/main" id="{868ECF1D-88C1-47F2-A66A-ED1AC2EB0FB0}"/>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555240921"/>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4" orient="horz" pos="2205">
          <p15:clr>
            <a:srgbClr val="FBAE40"/>
          </p15:clr>
        </p15:guide>
        <p15:guide id="5" orient="horz" pos="23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vå spalt + textruto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7"/>
            <a:ext cx="5383115" cy="32035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190037" y="1412877"/>
            <a:ext cx="5383115" cy="32035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21"/>
          <p:cNvSpPr>
            <a:spLocks noGrp="1"/>
          </p:cNvSpPr>
          <p:nvPr>
            <p:ph type="body" sz="quarter" idx="16"/>
          </p:nvPr>
        </p:nvSpPr>
        <p:spPr>
          <a:xfrm>
            <a:off x="625476" y="4696835"/>
            <a:ext cx="5384801"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4" name="Platshållare för text 21"/>
          <p:cNvSpPr>
            <a:spLocks noGrp="1"/>
          </p:cNvSpPr>
          <p:nvPr>
            <p:ph type="body" sz="quarter" idx="17"/>
          </p:nvPr>
        </p:nvSpPr>
        <p:spPr>
          <a:xfrm>
            <a:off x="6183313" y="4696835"/>
            <a:ext cx="5384801"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2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7501D57F-6166-49B1-8C9D-289FB5A1650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221527432"/>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908">
          <p15:clr>
            <a:srgbClr val="FBAE40"/>
          </p15:clr>
        </p15:guide>
        <p15:guide id="4" orient="horz" pos="295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vådelar, en spal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4" y="1412877"/>
            <a:ext cx="10944723" cy="2087563"/>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25476" y="3675063"/>
            <a:ext cx="10947677" cy="209391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3B049746-1A3D-48BE-8A45-B03BEEBF9FE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885205663"/>
      </p:ext>
    </p:extLst>
  </p:cSld>
  <p:clrMapOvr>
    <a:masterClrMapping/>
  </p:clrMapOvr>
  <p:extLst>
    <p:ext uri="{DCECCB84-F9BA-43D5-87BE-67443E8EF086}">
      <p15:sldGuideLst xmlns:p15="http://schemas.microsoft.com/office/powerpoint/2012/main">
        <p15:guide id="1" orient="horz" pos="2205">
          <p15:clr>
            <a:srgbClr val="FBAE40"/>
          </p15:clr>
        </p15:guide>
        <p15:guide id="2" orient="horz" pos="231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re spalt ">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908F913D-8C30-4FD6-940C-8C9605094CF2}"/>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946075788"/>
      </p:ext>
    </p:extLst>
  </p:cSld>
  <p:clrMapOvr>
    <a:masterClrMapping/>
  </p:clrMapOvr>
  <p:extLst>
    <p:ext uri="{DCECCB84-F9BA-43D5-87BE-67443E8EF086}">
      <p15:sldGuideLst xmlns:p15="http://schemas.microsoft.com/office/powerpoint/2012/main">
        <p15:guide id="0" pos="2729">
          <p15:clr>
            <a:srgbClr val="FBAE40"/>
          </p15:clr>
        </p15:guide>
        <p15:guide id="1" pos="5069">
          <p15:clr>
            <a:srgbClr val="FBAE40"/>
          </p15:clr>
        </p15:guide>
        <p15:guide id="2" pos="2607">
          <p15:clr>
            <a:srgbClr val="FBAE40"/>
          </p15:clr>
        </p15:guide>
        <p15:guide id="3" pos="49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re spalt m. textrutor">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4" name="Platshållare för text 21"/>
          <p:cNvSpPr>
            <a:spLocks noGrp="1"/>
          </p:cNvSpPr>
          <p:nvPr>
            <p:ph type="body" sz="quarter" idx="16"/>
          </p:nvPr>
        </p:nvSpPr>
        <p:spPr>
          <a:xfrm>
            <a:off x="625475" y="4746625"/>
            <a:ext cx="3508376"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5" name="Platshållare för text 21"/>
          <p:cNvSpPr>
            <a:spLocks noGrp="1"/>
          </p:cNvSpPr>
          <p:nvPr>
            <p:ph type="body" sz="quarter" idx="20"/>
          </p:nvPr>
        </p:nvSpPr>
        <p:spPr>
          <a:xfrm>
            <a:off x="4329783"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6" name="Platshållare för text 21"/>
          <p:cNvSpPr>
            <a:spLocks noGrp="1"/>
          </p:cNvSpPr>
          <p:nvPr>
            <p:ph type="body" sz="quarter" idx="21"/>
          </p:nvPr>
        </p:nvSpPr>
        <p:spPr>
          <a:xfrm>
            <a:off x="8054890"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7" name="Platshållare för text 4">
            <a:extLst>
              <a:ext uri="{FF2B5EF4-FFF2-40B4-BE49-F238E27FC236}">
                <a16:creationId xmlns:a16="http://schemas.microsoft.com/office/drawing/2014/main" id="{00F97641-C55A-47F0-9404-55A6C673F08D}"/>
              </a:ext>
            </a:extLst>
          </p:cNvPr>
          <p:cNvSpPr>
            <a:spLocks noGrp="1"/>
          </p:cNvSpPr>
          <p:nvPr>
            <p:ph type="body" sz="quarter" idx="22"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797189111"/>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guide id="5" orient="horz" pos="2160">
          <p15:clr>
            <a:srgbClr val="FBAE40"/>
          </p15:clr>
        </p15:guide>
        <p15:guide id="6" orient="horz" pos="2931">
          <p15:clr>
            <a:srgbClr val="FBAE40"/>
          </p15:clr>
        </p15:guide>
        <p15:guide id="7" orient="horz" pos="298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re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5" name="Content Placeholder 2"/>
          <p:cNvSpPr>
            <a:spLocks noGrp="1"/>
          </p:cNvSpPr>
          <p:nvPr>
            <p:ph idx="15"/>
          </p:nvPr>
        </p:nvSpPr>
        <p:spPr>
          <a:xfrm>
            <a:off x="6189566"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4A60146F-ED2D-421A-9D17-CEC5BF0FA70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609990998"/>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205">
          <p15:clr>
            <a:srgbClr val="FBAE40"/>
          </p15:clr>
        </p15:guide>
        <p15:guide id="4" orient="horz" pos="231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yra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0" name="Content Placeholder 2"/>
          <p:cNvSpPr>
            <a:spLocks noGrp="1"/>
          </p:cNvSpPr>
          <p:nvPr>
            <p:ph idx="18"/>
          </p:nvPr>
        </p:nvSpPr>
        <p:spPr>
          <a:xfrm>
            <a:off x="625475"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64BE5081-A136-4060-A061-A4BDA8A6C68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62137664"/>
      </p:ext>
    </p:extLst>
  </p:cSld>
  <p:clrMapOvr>
    <a:masterClrMapping/>
  </p:clrMapOvr>
  <p:extLst>
    <p:ext uri="{DCECCB84-F9BA-43D5-87BE-67443E8EF086}">
      <p15:sldGuideLst xmlns:p15="http://schemas.microsoft.com/office/powerpoint/2012/main">
        <p15:guide id="0" orient="horz" pos="2205">
          <p15:clr>
            <a:srgbClr val="FBAE40"/>
          </p15:clr>
        </p15:guide>
        <p15:guide id="1" pos="3897">
          <p15:clr>
            <a:srgbClr val="FBAE40"/>
          </p15:clr>
        </p15:guide>
        <p15:guide id="2" pos="3787">
          <p15:clr>
            <a:srgbClr val="FBAE40"/>
          </p15:clr>
        </p15:guide>
        <p15:guide id="3" orient="horz" pos="231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6" name="Platshållare för bildnummer 5"/>
          <p:cNvSpPr>
            <a:spLocks noGrp="1"/>
          </p:cNvSpPr>
          <p:nvPr>
            <p:ph type="sldNum" sz="quarter" idx="10"/>
          </p:nvPr>
        </p:nvSpPr>
        <p:spPr/>
        <p:txBody>
          <a:bodyPr/>
          <a:lstStyle/>
          <a:p>
            <a:fld id="{37D9A64F-750D-4E7D-A276-9A7D3F74441C}" type="slidenum">
              <a:rPr lang="sv-SE" smtClean="0"/>
              <a:pPr/>
              <a:t>‹#›</a:t>
            </a:fld>
            <a:endParaRPr lang="sv-SE"/>
          </a:p>
        </p:txBody>
      </p:sp>
      <p:sp>
        <p:nvSpPr>
          <p:cNvPr id="7" name="Rubrik 6"/>
          <p:cNvSpPr>
            <a:spLocks noGrp="1"/>
          </p:cNvSpPr>
          <p:nvPr>
            <p:ph type="title"/>
          </p:nvPr>
        </p:nvSpPr>
        <p:spPr/>
        <p:txBody>
          <a:bodyPr/>
          <a:lstStyle/>
          <a:p>
            <a:r>
              <a:rPr lang="sv-SE"/>
              <a:t>Klicka här för att ändra format</a:t>
            </a:r>
          </a:p>
        </p:txBody>
      </p:sp>
      <p:sp>
        <p:nvSpPr>
          <p:cNvPr id="8"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5F071C4B-6932-451E-98B5-78C6D0640000}"/>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2444802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5" name="Platshållare för bildnummer 4"/>
          <p:cNvSpPr>
            <a:spLocks noGrp="1"/>
          </p:cNvSpPr>
          <p:nvPr>
            <p:ph type="sldNum" sz="quarter" idx="10"/>
          </p:nvPr>
        </p:nvSpPr>
        <p:spPr/>
        <p:txBody>
          <a:bodyPr/>
          <a:lstStyle/>
          <a:p>
            <a:fld id="{37D9A64F-750D-4E7D-A276-9A7D3F74441C}" type="slidenum">
              <a:rPr lang="sv-SE" smtClean="0"/>
              <a:pPr/>
              <a:t>‹#›</a:t>
            </a:fld>
            <a:endParaRPr lang="sv-SE"/>
          </a:p>
        </p:txBody>
      </p:sp>
      <p:sp>
        <p:nvSpPr>
          <p:cNvPr id="6"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7" name="Platshållare för text 4">
            <a:extLst>
              <a:ext uri="{FF2B5EF4-FFF2-40B4-BE49-F238E27FC236}">
                <a16:creationId xmlns:a16="http://schemas.microsoft.com/office/drawing/2014/main" id="{D103AE15-0120-4550-9C66-FA194EC78E0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8057221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 spalt ">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25477" y="1773240"/>
            <a:ext cx="10941049" cy="4002087"/>
          </a:xfrm>
          <a:prstGeom prst="rect">
            <a:avLst/>
          </a:prstGeo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6" name="Platshållare för text 7"/>
          <p:cNvSpPr>
            <a:spLocks noGrp="1"/>
          </p:cNvSpPr>
          <p:nvPr>
            <p:ph type="body" sz="quarter" idx="13" hasCustomPrompt="1"/>
          </p:nvPr>
        </p:nvSpPr>
        <p:spPr>
          <a:xfrm>
            <a:off x="610636" y="1412877"/>
            <a:ext cx="10955888"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9F9E8AC2-7E03-4FF4-89AD-23D4579C8EDB}"/>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4473856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 spalt + textruta">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21"/>
          <p:cNvSpPr>
            <a:spLocks noGrp="1"/>
          </p:cNvSpPr>
          <p:nvPr>
            <p:ph type="body" sz="quarter" idx="16"/>
          </p:nvPr>
        </p:nvSpPr>
        <p:spPr>
          <a:xfrm>
            <a:off x="625474" y="4696835"/>
            <a:ext cx="7889287" cy="1072140"/>
          </a:xfrm>
          <a:prstGeom prst="rect">
            <a:avLst/>
          </a:prstGeom>
        </p:spPr>
        <p:txBody>
          <a:bodyPr>
            <a:noAutofit/>
          </a:bodyPr>
          <a:lstStyle>
            <a:lvl1pPr>
              <a:lnSpc>
                <a:spcPct val="100000"/>
              </a:lnSpc>
              <a:spcBef>
                <a:spcPts val="500"/>
              </a:spcBef>
              <a:defRPr sz="1400"/>
            </a:lvl1pPr>
          </a:lstStyle>
          <a:p>
            <a:pPr lvl="0"/>
            <a:r>
              <a:rPr lang="sv-SE"/>
              <a:t>Klicka här för att ändra format på bakgrundstexten</a:t>
            </a:r>
          </a:p>
        </p:txBody>
      </p:sp>
      <p:sp>
        <p:nvSpPr>
          <p:cNvPr id="10" name="Platshållare för innehåll 2"/>
          <p:cNvSpPr>
            <a:spLocks noGrp="1"/>
          </p:cNvSpPr>
          <p:nvPr>
            <p:ph idx="1"/>
          </p:nvPr>
        </p:nvSpPr>
        <p:spPr>
          <a:xfrm>
            <a:off x="625477" y="1773239"/>
            <a:ext cx="10941049" cy="2843212"/>
          </a:xfrm>
          <a:prstGeom prst="rect">
            <a:avLst/>
          </a:prstGeo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1" name="Platshållare för text 7"/>
          <p:cNvSpPr>
            <a:spLocks noGrp="1"/>
          </p:cNvSpPr>
          <p:nvPr>
            <p:ph type="body" sz="quarter" idx="13" hasCustomPrompt="1"/>
          </p:nvPr>
        </p:nvSpPr>
        <p:spPr>
          <a:xfrm>
            <a:off x="610636" y="1412877"/>
            <a:ext cx="10955888"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E450BEEE-E5C0-4ABB-8159-CDF002D84F99}"/>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58442862"/>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 spalt m. sköld">
    <p:spTree>
      <p:nvGrpSpPr>
        <p:cNvPr id="1" name=""/>
        <p:cNvGrpSpPr/>
        <p:nvPr/>
      </p:nvGrpSpPr>
      <p:grpSpPr>
        <a:xfrm>
          <a:off x="0" y="0"/>
          <a:ext cx="0" cy="0"/>
          <a:chOff x="0" y="0"/>
          <a:chExt cx="0" cy="0"/>
        </a:xfrm>
      </p:grpSpPr>
      <p:sp>
        <p:nvSpPr>
          <p:cNvPr id="8" name="Platshållare för text 12"/>
          <p:cNvSpPr>
            <a:spLocks noGrp="1"/>
          </p:cNvSpPr>
          <p:nvPr>
            <p:ph type="body" sz="quarter" idx="18" hasCustomPrompt="1"/>
          </p:nvPr>
        </p:nvSpPr>
        <p:spPr>
          <a:xfrm>
            <a:off x="7782878" y="1783981"/>
            <a:ext cx="3750311" cy="3670451"/>
          </a:xfrm>
          <a:custGeom>
            <a:avLst/>
            <a:gdLst>
              <a:gd name="connsiteX0" fmla="*/ 1996394 w 3999812"/>
              <a:gd name="connsiteY0" fmla="*/ 0 h 3914640"/>
              <a:gd name="connsiteX1" fmla="*/ 2067694 w 3999812"/>
              <a:gd name="connsiteY1" fmla="*/ 0 h 3914640"/>
              <a:gd name="connsiteX2" fmla="*/ 3998988 w 3999812"/>
              <a:gd name="connsiteY2" fmla="*/ 3894657 h 3914640"/>
              <a:gd name="connsiteX3" fmla="*/ 3989688 w 3999812"/>
              <a:gd name="connsiteY3" fmla="*/ 3913262 h 3914640"/>
              <a:gd name="connsiteX4" fmla="*/ 1996394 w 3999812"/>
              <a:gd name="connsiteY4" fmla="*/ 3913262 h 3914640"/>
              <a:gd name="connsiteX5" fmla="*/ 601398 w 3999812"/>
              <a:gd name="connsiteY5" fmla="*/ 3364413 h 3914640"/>
              <a:gd name="connsiteX6" fmla="*/ 0 w 3999812"/>
              <a:gd name="connsiteY6" fmla="*/ 1956631 h 3914640"/>
              <a:gd name="connsiteX7" fmla="*/ 601398 w 3999812"/>
              <a:gd name="connsiteY7" fmla="*/ 551950 h 3914640"/>
              <a:gd name="connsiteX8" fmla="*/ 1996394 w 3999812"/>
              <a:gd name="connsiteY8" fmla="*/ 0 h 391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99812" h="3914640">
                <a:moveTo>
                  <a:pt x="1996394" y="0"/>
                </a:moveTo>
                <a:cubicBezTo>
                  <a:pt x="1996394" y="0"/>
                  <a:pt x="2021194" y="0"/>
                  <a:pt x="2067694" y="0"/>
                </a:cubicBezTo>
                <a:cubicBezTo>
                  <a:pt x="2067694" y="0"/>
                  <a:pt x="3995888" y="3891556"/>
                  <a:pt x="3998988" y="3894657"/>
                </a:cubicBezTo>
                <a:cubicBezTo>
                  <a:pt x="4002088" y="3903960"/>
                  <a:pt x="3995888" y="3913262"/>
                  <a:pt x="3989688" y="3913262"/>
                </a:cubicBezTo>
                <a:cubicBezTo>
                  <a:pt x="3989688" y="3913262"/>
                  <a:pt x="1999494" y="3916363"/>
                  <a:pt x="1996394" y="3913262"/>
                </a:cubicBezTo>
                <a:cubicBezTo>
                  <a:pt x="1345396" y="3894657"/>
                  <a:pt x="951697" y="3693103"/>
                  <a:pt x="601398" y="3364413"/>
                </a:cubicBezTo>
                <a:cubicBezTo>
                  <a:pt x="229399" y="3014018"/>
                  <a:pt x="0" y="2520984"/>
                  <a:pt x="0" y="1956631"/>
                </a:cubicBezTo>
                <a:cubicBezTo>
                  <a:pt x="0" y="1392278"/>
                  <a:pt x="229399" y="899244"/>
                  <a:pt x="601398" y="551950"/>
                </a:cubicBezTo>
                <a:cubicBezTo>
                  <a:pt x="951697" y="223261"/>
                  <a:pt x="1345396" y="21706"/>
                  <a:pt x="1996394" y="0"/>
                </a:cubicBezTo>
                <a:close/>
              </a:path>
            </a:pathLst>
          </a:custGeom>
          <a:solidFill>
            <a:schemeClr val="bg2"/>
          </a:solidFill>
        </p:spPr>
        <p:txBody>
          <a:bodyPr wrap="square" lIns="396000" tIns="0" rIns="1332000" bIns="0" anchor="ctr" anchorCtr="0">
            <a:noAutofit/>
          </a:bodyPr>
          <a:lstStyle>
            <a:lvl1pPr marL="0" indent="0" algn="l">
              <a:buFontTx/>
              <a:buNone/>
              <a:defRPr sz="2600" b="1" baseline="0">
                <a:solidFill>
                  <a:schemeClr val="tx2"/>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Klicka här för att lägga till text</a:t>
            </a:r>
          </a:p>
        </p:txBody>
      </p:sp>
      <p:sp>
        <p:nvSpPr>
          <p:cNvPr id="9" name="Platshållare för bildnummer 8"/>
          <p:cNvSpPr>
            <a:spLocks noGrp="1"/>
          </p:cNvSpPr>
          <p:nvPr>
            <p:ph type="sldNum" sz="quarter" idx="19"/>
          </p:nvPr>
        </p:nvSpPr>
        <p:spPr/>
        <p:txBody>
          <a:bodyPr/>
          <a:lstStyle/>
          <a:p>
            <a:fld id="{37D9A64F-750D-4E7D-A276-9A7D3F74441C}" type="slidenum">
              <a:rPr lang="sv-SE" smtClean="0"/>
              <a:pPr/>
              <a:t>‹#›</a:t>
            </a:fld>
            <a:endParaRPr lang="sv-SE"/>
          </a:p>
        </p:txBody>
      </p:sp>
      <p:sp>
        <p:nvSpPr>
          <p:cNvPr id="2" name="Rubrik 1"/>
          <p:cNvSpPr>
            <a:spLocks noGrp="1"/>
          </p:cNvSpPr>
          <p:nvPr>
            <p:ph type="title"/>
          </p:nvPr>
        </p:nvSpPr>
        <p:spPr/>
        <p:txBody>
          <a:bodyPr/>
          <a:lstStyle/>
          <a:p>
            <a:r>
              <a:rPr lang="sv-SE"/>
              <a:t>Klicka här för att ändra format</a:t>
            </a:r>
          </a:p>
        </p:txBody>
      </p:sp>
      <p:sp>
        <p:nvSpPr>
          <p:cNvPr id="11" name="Platshållare för text 7"/>
          <p:cNvSpPr>
            <a:spLocks noGrp="1"/>
          </p:cNvSpPr>
          <p:nvPr>
            <p:ph type="body" sz="quarter" idx="13" hasCustomPrompt="1"/>
          </p:nvPr>
        </p:nvSpPr>
        <p:spPr>
          <a:xfrm>
            <a:off x="610636" y="1412877"/>
            <a:ext cx="6801403"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3" name="Platshållare för innehåll 2"/>
          <p:cNvSpPr>
            <a:spLocks noGrp="1"/>
          </p:cNvSpPr>
          <p:nvPr>
            <p:ph idx="1"/>
          </p:nvPr>
        </p:nvSpPr>
        <p:spPr>
          <a:xfrm>
            <a:off x="625476" y="1773240"/>
            <a:ext cx="6786563" cy="4002087"/>
          </a:xfrm>
          <a:prstGeom prst="rect">
            <a:avLst/>
          </a:prstGeo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5"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EB1869EF-27E0-4F29-A420-9CDD1D030260}"/>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035655511"/>
      </p:ext>
    </p:extLst>
  </p:cSld>
  <p:clrMapOvr>
    <a:masterClrMapping/>
  </p:clrMapOvr>
  <p:extLst>
    <p:ext uri="{DCECCB84-F9BA-43D5-87BE-67443E8EF086}">
      <p15:sldGuideLst xmlns:p15="http://schemas.microsoft.com/office/powerpoint/2012/main">
        <p15:guide id="1" pos="466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vå spalt m. bild ">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Platshållare för text 7"/>
          <p:cNvSpPr>
            <a:spLocks noGrp="1"/>
          </p:cNvSpPr>
          <p:nvPr>
            <p:ph type="body" sz="quarter" idx="13" hasCustomPrompt="1"/>
          </p:nvPr>
        </p:nvSpPr>
        <p:spPr>
          <a:xfrm>
            <a:off x="610637" y="1412877"/>
            <a:ext cx="10959561"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5"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bild 7"/>
          <p:cNvSpPr>
            <a:spLocks noGrp="1"/>
          </p:cNvSpPr>
          <p:nvPr>
            <p:ph type="pic" sz="quarter" idx="15"/>
          </p:nvPr>
        </p:nvSpPr>
        <p:spPr>
          <a:xfrm>
            <a:off x="5386089" y="1773240"/>
            <a:ext cx="6184108" cy="3995736"/>
          </a:xfrm>
          <a:prstGeom prst="rect">
            <a:avLst/>
          </a:prstGeom>
        </p:spPr>
        <p:txBody>
          <a:bodyPr/>
          <a:lstStyle/>
          <a:p>
            <a:endParaRPr lang="sv-SE"/>
          </a:p>
        </p:txBody>
      </p:sp>
      <p:sp>
        <p:nvSpPr>
          <p:cNvPr id="10" name="Platshållare för innehåll 2"/>
          <p:cNvSpPr>
            <a:spLocks noGrp="1"/>
          </p:cNvSpPr>
          <p:nvPr>
            <p:ph idx="1"/>
          </p:nvPr>
        </p:nvSpPr>
        <p:spPr>
          <a:xfrm>
            <a:off x="634701" y="1778130"/>
            <a:ext cx="4514545" cy="3997194"/>
          </a:xfrm>
          <a:prstGeom prst="rect">
            <a:avLst/>
          </a:prstGeo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2" name="Platshållare för text 4">
            <a:extLst>
              <a:ext uri="{FF2B5EF4-FFF2-40B4-BE49-F238E27FC236}">
                <a16:creationId xmlns:a16="http://schemas.microsoft.com/office/drawing/2014/main" id="{ADDAA6B5-DC66-408C-BDA7-1BEBE31EACEB}"/>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207465623"/>
      </p:ext>
    </p:extLst>
  </p:cSld>
  <p:clrMapOvr>
    <a:masterClrMapping/>
  </p:clrMapOvr>
  <p:extLst>
    <p:ext uri="{DCECCB84-F9BA-43D5-87BE-67443E8EF086}">
      <p15:sldGuideLst xmlns:p15="http://schemas.microsoft.com/office/powerpoint/2012/main">
        <p15:guide id="1" pos="3250">
          <p15:clr>
            <a:srgbClr val="FBAE40"/>
          </p15:clr>
        </p15:guide>
        <p15:guide id="2" pos="338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vå spalt m. två bilde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8EA3439-8001-42F3-AC7F-54F033EAA4D1}"/>
              </a:ext>
            </a:extLst>
          </p:cNvPr>
          <p:cNvSpPr>
            <a:spLocks noGrp="1"/>
          </p:cNvSpPr>
          <p:nvPr>
            <p:ph type="title"/>
          </p:nvPr>
        </p:nvSpPr>
        <p:spPr/>
        <p:txBody>
          <a:bodyPr/>
          <a:lstStyle/>
          <a:p>
            <a:r>
              <a:rPr lang="sv-SE"/>
              <a:t>Klicka här för att ändra mall för rubrikformat</a:t>
            </a:r>
          </a:p>
        </p:txBody>
      </p:sp>
      <p:sp>
        <p:nvSpPr>
          <p:cNvPr id="3" name="Platshållare för bildnummer 2">
            <a:extLst>
              <a:ext uri="{FF2B5EF4-FFF2-40B4-BE49-F238E27FC236}">
                <a16:creationId xmlns:a16="http://schemas.microsoft.com/office/drawing/2014/main" id="{DA23FA57-B685-4E61-8712-18FDB235019F}"/>
              </a:ext>
            </a:extLst>
          </p:cNvPr>
          <p:cNvSpPr>
            <a:spLocks noGrp="1"/>
          </p:cNvSpPr>
          <p:nvPr>
            <p:ph type="sldNum" sz="quarter" idx="10"/>
          </p:nvPr>
        </p:nvSpPr>
        <p:spPr/>
        <p:txBody>
          <a:bodyPr/>
          <a:lstStyle/>
          <a:p>
            <a:fld id="{37D9A64F-750D-4E7D-A276-9A7D3F74441C}" type="slidenum">
              <a:rPr lang="sv-SE" smtClean="0"/>
              <a:pPr/>
              <a:t>‹#›</a:t>
            </a:fld>
            <a:endParaRPr lang="sv-SE"/>
          </a:p>
        </p:txBody>
      </p:sp>
      <p:sp>
        <p:nvSpPr>
          <p:cNvPr id="4" name="Platshållare för innehåll 2">
            <a:extLst>
              <a:ext uri="{FF2B5EF4-FFF2-40B4-BE49-F238E27FC236}">
                <a16:creationId xmlns:a16="http://schemas.microsoft.com/office/drawing/2014/main" id="{6D308070-11E2-490C-BB16-72F5C5B400C9}"/>
              </a:ext>
            </a:extLst>
          </p:cNvPr>
          <p:cNvSpPr>
            <a:spLocks noGrp="1"/>
          </p:cNvSpPr>
          <p:nvPr>
            <p:ph idx="1"/>
          </p:nvPr>
        </p:nvSpPr>
        <p:spPr>
          <a:xfrm>
            <a:off x="621802" y="1417635"/>
            <a:ext cx="7254282" cy="4357689"/>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bild 7">
            <a:extLst>
              <a:ext uri="{FF2B5EF4-FFF2-40B4-BE49-F238E27FC236}">
                <a16:creationId xmlns:a16="http://schemas.microsoft.com/office/drawing/2014/main" id="{2D9C5171-EB94-4EEE-9AE5-4579C617BD45}"/>
              </a:ext>
            </a:extLst>
          </p:cNvPr>
          <p:cNvSpPr>
            <a:spLocks noGrp="1"/>
          </p:cNvSpPr>
          <p:nvPr>
            <p:ph type="pic" sz="quarter" idx="17"/>
          </p:nvPr>
        </p:nvSpPr>
        <p:spPr>
          <a:xfrm>
            <a:off x="8057060" y="1412877"/>
            <a:ext cx="3513138" cy="2130200"/>
          </a:xfrm>
          <a:prstGeom prst="rect">
            <a:avLst/>
          </a:prstGeom>
          <a:noFill/>
        </p:spPr>
        <p:txBody>
          <a:bodyPr/>
          <a:lstStyle/>
          <a:p>
            <a:endParaRPr lang="sv-SE"/>
          </a:p>
        </p:txBody>
      </p:sp>
      <p:sp>
        <p:nvSpPr>
          <p:cNvPr id="6" name="Platshållare för bild 7">
            <a:extLst>
              <a:ext uri="{FF2B5EF4-FFF2-40B4-BE49-F238E27FC236}">
                <a16:creationId xmlns:a16="http://schemas.microsoft.com/office/drawing/2014/main" id="{4690438E-2F60-425C-8FD7-9C7F40A4BBAD}"/>
              </a:ext>
            </a:extLst>
          </p:cNvPr>
          <p:cNvSpPr>
            <a:spLocks noGrp="1"/>
          </p:cNvSpPr>
          <p:nvPr>
            <p:ph type="pic" sz="quarter" idx="18"/>
          </p:nvPr>
        </p:nvSpPr>
        <p:spPr>
          <a:xfrm>
            <a:off x="8057060" y="3640362"/>
            <a:ext cx="3513138" cy="2134963"/>
          </a:xfrm>
          <a:prstGeom prst="rect">
            <a:avLst/>
          </a:prstGeom>
          <a:noFill/>
        </p:spPr>
        <p:txBody>
          <a:bodyPr/>
          <a:lstStyle/>
          <a:p>
            <a:endParaRPr lang="sv-SE"/>
          </a:p>
        </p:txBody>
      </p:sp>
    </p:spTree>
    <p:extLst>
      <p:ext uri="{BB962C8B-B14F-4D97-AF65-F5344CB8AC3E}">
        <p14:creationId xmlns:p14="http://schemas.microsoft.com/office/powerpoint/2010/main" val="31515289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773239"/>
            <a:ext cx="5378548" cy="4002086"/>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773239"/>
            <a:ext cx="5378548" cy="4002086"/>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7"/>
          <p:cNvSpPr>
            <a:spLocks noGrp="1"/>
          </p:cNvSpPr>
          <p:nvPr>
            <p:ph type="body" sz="quarter" idx="13" hasCustomPrompt="1"/>
          </p:nvPr>
        </p:nvSpPr>
        <p:spPr>
          <a:xfrm>
            <a:off x="610637"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2" name="Platshållare för text 7"/>
          <p:cNvSpPr>
            <a:spLocks noGrp="1"/>
          </p:cNvSpPr>
          <p:nvPr>
            <p:ph type="body" sz="quarter" idx="19" hasCustomPrompt="1"/>
          </p:nvPr>
        </p:nvSpPr>
        <p:spPr>
          <a:xfrm>
            <a:off x="6171460"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C7F21CCE-CD4D-4137-B6FE-2D32F760D53B}"/>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494643898"/>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vå spalt m. textruto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773241"/>
            <a:ext cx="5378548" cy="2843211"/>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773241"/>
            <a:ext cx="5378548" cy="2843211"/>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7"/>
          <p:cNvSpPr>
            <a:spLocks noGrp="1"/>
          </p:cNvSpPr>
          <p:nvPr>
            <p:ph type="body" sz="quarter" idx="13" hasCustomPrompt="1"/>
          </p:nvPr>
        </p:nvSpPr>
        <p:spPr>
          <a:xfrm>
            <a:off x="610637"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2" name="Platshållare för text 7"/>
          <p:cNvSpPr>
            <a:spLocks noGrp="1"/>
          </p:cNvSpPr>
          <p:nvPr>
            <p:ph type="body" sz="quarter" idx="19" hasCustomPrompt="1"/>
          </p:nvPr>
        </p:nvSpPr>
        <p:spPr>
          <a:xfrm>
            <a:off x="6171460"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8" name="Platshållare för text 21"/>
          <p:cNvSpPr>
            <a:spLocks noGrp="1"/>
          </p:cNvSpPr>
          <p:nvPr>
            <p:ph type="body" sz="quarter" idx="16"/>
          </p:nvPr>
        </p:nvSpPr>
        <p:spPr>
          <a:xfrm>
            <a:off x="625476" y="4696835"/>
            <a:ext cx="5384801" cy="1072140"/>
          </a:xfrm>
          <a:prstGeom prst="rect">
            <a:avLst/>
          </a:prstGeom>
        </p:spPr>
        <p:txBody>
          <a:bodyPr>
            <a:noAutofit/>
          </a:bodyPr>
          <a:lstStyle>
            <a:lvl1pPr>
              <a:lnSpc>
                <a:spcPct val="100000"/>
              </a:lnSpc>
              <a:spcBef>
                <a:spcPts val="500"/>
              </a:spcBef>
              <a:defRPr sz="1400"/>
            </a:lvl1pPr>
          </a:lstStyle>
          <a:p>
            <a:pPr lvl="0"/>
            <a:r>
              <a:rPr lang="sv-SE"/>
              <a:t>Klicka här för att ändra format på bakgrundstexten</a:t>
            </a:r>
          </a:p>
        </p:txBody>
      </p:sp>
      <p:sp>
        <p:nvSpPr>
          <p:cNvPr id="13" name="Platshållare för text 21"/>
          <p:cNvSpPr>
            <a:spLocks noGrp="1"/>
          </p:cNvSpPr>
          <p:nvPr>
            <p:ph type="body" sz="quarter" idx="20"/>
          </p:nvPr>
        </p:nvSpPr>
        <p:spPr>
          <a:xfrm>
            <a:off x="6189566" y="4696835"/>
            <a:ext cx="5384801" cy="1072140"/>
          </a:xfrm>
          <a:prstGeom prst="rect">
            <a:avLst/>
          </a:prstGeom>
        </p:spPr>
        <p:txBody>
          <a:bodyPr>
            <a:noAutofit/>
          </a:bodyPr>
          <a:lstStyle>
            <a:lvl1pPr>
              <a:lnSpc>
                <a:spcPct val="100000"/>
              </a:lnSpc>
              <a:spcBef>
                <a:spcPts val="500"/>
              </a:spcBef>
              <a:defRPr sz="1400"/>
            </a:lvl1pPr>
          </a:lstStyle>
          <a:p>
            <a:pPr lvl="0"/>
            <a:r>
              <a:rPr lang="sv-SE"/>
              <a:t>Klicka här för att ändra format på bakgrundstexten</a:t>
            </a:r>
          </a:p>
        </p:txBody>
      </p:sp>
      <p:sp>
        <p:nvSpPr>
          <p:cNvPr id="15"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6" name="Platshållare för text 4">
            <a:extLst>
              <a:ext uri="{FF2B5EF4-FFF2-40B4-BE49-F238E27FC236}">
                <a16:creationId xmlns:a16="http://schemas.microsoft.com/office/drawing/2014/main" id="{7C36CC27-F441-4797-ACF0-5B361278ADAA}"/>
              </a:ext>
            </a:extLst>
          </p:cNvPr>
          <p:cNvSpPr>
            <a:spLocks noGrp="1"/>
          </p:cNvSpPr>
          <p:nvPr>
            <p:ph type="body" sz="quarter" idx="21"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051044568"/>
      </p:ext>
    </p:extLst>
  </p:cSld>
  <p:clrMapOvr>
    <a:masterClrMapping/>
  </p:clrMapOvr>
  <p:extLst>
    <p:ext uri="{DCECCB84-F9BA-43D5-87BE-67443E8EF086}">
      <p15:sldGuideLst xmlns:p15="http://schemas.microsoft.com/office/powerpoint/2012/main">
        <p15:guide id="0" orient="horz" pos="2908">
          <p15:clr>
            <a:srgbClr val="FBAE40"/>
          </p15:clr>
        </p15:guide>
        <p15:guide id="1" pos="3897">
          <p15:clr>
            <a:srgbClr val="FBAE40"/>
          </p15:clr>
        </p15:guide>
        <p15:guide id="2" pos="3787">
          <p15:clr>
            <a:srgbClr val="FBAE40"/>
          </p15:clr>
        </p15:guide>
        <p15:guide id="3" orient="horz" pos="295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vå delar, en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9" name="Content Placeholder 2"/>
          <p:cNvSpPr>
            <a:spLocks noGrp="1"/>
          </p:cNvSpPr>
          <p:nvPr>
            <p:ph idx="17"/>
          </p:nvPr>
        </p:nvSpPr>
        <p:spPr>
          <a:xfrm>
            <a:off x="625474" y="1852613"/>
            <a:ext cx="10944723" cy="165100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5" name="Content Placeholder 2"/>
          <p:cNvSpPr>
            <a:spLocks noGrp="1"/>
          </p:cNvSpPr>
          <p:nvPr>
            <p:ph idx="21"/>
          </p:nvPr>
        </p:nvSpPr>
        <p:spPr>
          <a:xfrm>
            <a:off x="625474" y="4118264"/>
            <a:ext cx="10944723" cy="165706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6" name="Platshållare för text 7"/>
          <p:cNvSpPr>
            <a:spLocks noGrp="1"/>
          </p:cNvSpPr>
          <p:nvPr>
            <p:ph type="body" sz="quarter" idx="22" hasCustomPrompt="1"/>
          </p:nvPr>
        </p:nvSpPr>
        <p:spPr>
          <a:xfrm>
            <a:off x="610637" y="3678238"/>
            <a:ext cx="10974919" cy="360363"/>
          </a:xfrm>
          <a:prstGeom prst="rect">
            <a:avLst/>
          </a:prstGeom>
          <a:solidFill>
            <a:schemeClr val="bg1"/>
          </a:solidFill>
          <a:ln>
            <a:noFill/>
          </a:ln>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format på underrubrik</a:t>
            </a:r>
          </a:p>
        </p:txBody>
      </p:sp>
      <p:sp>
        <p:nvSpPr>
          <p:cNvPr id="13" name="Platshållare för text 7"/>
          <p:cNvSpPr>
            <a:spLocks noGrp="1"/>
          </p:cNvSpPr>
          <p:nvPr>
            <p:ph type="body" sz="quarter" idx="13" hasCustomPrompt="1"/>
          </p:nvPr>
        </p:nvSpPr>
        <p:spPr>
          <a:xfrm>
            <a:off x="610636" y="1412877"/>
            <a:ext cx="10955888"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AE7D564C-EDB9-48CC-ADD1-BE88F8D191A9}"/>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596584286"/>
      </p:ext>
    </p:extLst>
  </p:cSld>
  <p:clrMapOvr>
    <a:masterClrMapping/>
  </p:clrMapOvr>
  <p:extLst>
    <p:ext uri="{DCECCB84-F9BA-43D5-87BE-67443E8EF086}">
      <p15:sldGuideLst xmlns:p15="http://schemas.microsoft.com/office/powerpoint/2012/main">
        <p15:guide id="1" orient="horz" pos="2212">
          <p15:clr>
            <a:srgbClr val="FBAE40"/>
          </p15:clr>
        </p15:guide>
        <p15:guide id="2" orient="horz" pos="231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vå spalt">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773237"/>
            <a:ext cx="3508375" cy="4002088"/>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773237"/>
            <a:ext cx="3508375" cy="4002088"/>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773237"/>
            <a:ext cx="3508375" cy="4002088"/>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7" name="Platshållare för text 7"/>
          <p:cNvSpPr>
            <a:spLocks noGrp="1"/>
          </p:cNvSpPr>
          <p:nvPr>
            <p:ph type="body" sz="quarter" idx="13" hasCustomPrompt="1"/>
          </p:nvPr>
        </p:nvSpPr>
        <p:spPr>
          <a:xfrm>
            <a:off x="610636" y="1412877"/>
            <a:ext cx="3527979" cy="360363"/>
          </a:xfrm>
          <a:prstGeom prst="rect">
            <a:avLst/>
          </a:prstGeom>
          <a:solidFill>
            <a:schemeClr val="bg1"/>
          </a:solidFill>
          <a:ln>
            <a:noFill/>
          </a:ln>
          <a:effectLst/>
        </p:spPr>
        <p:txBody>
          <a:bodyPr>
            <a:normAutofit/>
          </a:bodyPr>
          <a:lstStyle>
            <a:lvl1pPr marL="0" indent="0">
              <a:buFontTx/>
              <a:buNone/>
              <a:defRPr sz="1800" b="1" baseline="0">
                <a:solidFill>
                  <a:schemeClr val="tx2"/>
                </a:solidFill>
              </a:defRPr>
            </a:lvl1pPr>
          </a:lstStyle>
          <a:p>
            <a:pPr lvl="0"/>
            <a:r>
              <a:rPr lang="sv-SE"/>
              <a:t>Klicka här för att ändra underrubrik</a:t>
            </a:r>
          </a:p>
        </p:txBody>
      </p:sp>
      <p:sp>
        <p:nvSpPr>
          <p:cNvPr id="18" name="Platshållare för text 7"/>
          <p:cNvSpPr>
            <a:spLocks noGrp="1"/>
          </p:cNvSpPr>
          <p:nvPr>
            <p:ph type="body" sz="quarter" idx="22" hasCustomPrompt="1"/>
          </p:nvPr>
        </p:nvSpPr>
        <p:spPr>
          <a:xfrm>
            <a:off x="4317113" y="1412877"/>
            <a:ext cx="3527979" cy="360363"/>
          </a:xfrm>
          <a:prstGeom prst="rect">
            <a:avLst/>
          </a:prstGeom>
          <a:solidFill>
            <a:schemeClr val="bg1"/>
          </a:solidFill>
          <a:ln>
            <a:noFill/>
          </a:ln>
          <a:effectLst/>
        </p:spPr>
        <p:txBody>
          <a:bodyPr>
            <a:normAutofit/>
          </a:bodyPr>
          <a:lstStyle>
            <a:lvl1pPr marL="0" indent="0">
              <a:buFontTx/>
              <a:buNone/>
              <a:defRPr sz="1800" b="1" baseline="0">
                <a:solidFill>
                  <a:schemeClr val="tx2"/>
                </a:solidFill>
              </a:defRPr>
            </a:lvl1pPr>
          </a:lstStyle>
          <a:p>
            <a:pPr lvl="0"/>
            <a:r>
              <a:rPr lang="sv-SE"/>
              <a:t>Klicka här för att ändra underrubrik</a:t>
            </a:r>
          </a:p>
        </p:txBody>
      </p:sp>
      <p:sp>
        <p:nvSpPr>
          <p:cNvPr id="19" name="Platshållare för text 7"/>
          <p:cNvSpPr>
            <a:spLocks noGrp="1"/>
          </p:cNvSpPr>
          <p:nvPr>
            <p:ph type="body" sz="quarter" idx="23" hasCustomPrompt="1"/>
          </p:nvPr>
        </p:nvSpPr>
        <p:spPr>
          <a:xfrm>
            <a:off x="8029327" y="1412877"/>
            <a:ext cx="3527979" cy="360363"/>
          </a:xfrm>
          <a:prstGeom prst="rect">
            <a:avLst/>
          </a:prstGeom>
          <a:solidFill>
            <a:schemeClr val="bg1"/>
          </a:solidFill>
          <a:ln>
            <a:noFill/>
          </a:ln>
          <a:effectLst/>
        </p:spPr>
        <p:txBody>
          <a:bodyPr>
            <a:normAutofit/>
          </a:bodyPr>
          <a:lstStyle>
            <a:lvl1pPr marL="0" indent="0">
              <a:buFontTx/>
              <a:buNone/>
              <a:defRPr sz="1800" b="1" baseline="0">
                <a:solidFill>
                  <a:schemeClr val="tx2"/>
                </a:solidFill>
              </a:defRPr>
            </a:lvl1pPr>
          </a:lstStyle>
          <a:p>
            <a:pPr lvl="0"/>
            <a:r>
              <a:rPr lang="sv-SE"/>
              <a:t>Klicka här för att ändra underrubrik</a:t>
            </a:r>
          </a:p>
        </p:txBody>
      </p:sp>
      <p:sp>
        <p:nvSpPr>
          <p:cNvPr id="2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4" name="Platshållare för text 4">
            <a:extLst>
              <a:ext uri="{FF2B5EF4-FFF2-40B4-BE49-F238E27FC236}">
                <a16:creationId xmlns:a16="http://schemas.microsoft.com/office/drawing/2014/main" id="{854C4CF7-D3A2-44DF-B60F-988C738C25F7}"/>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194640618"/>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guide id="5"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vå spalt m. textruro ">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773239"/>
            <a:ext cx="3508375" cy="3055481"/>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773239"/>
            <a:ext cx="3508375" cy="3055481"/>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773239"/>
            <a:ext cx="3508375" cy="3055481"/>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4" name="Platshållare för text 21"/>
          <p:cNvSpPr>
            <a:spLocks noGrp="1"/>
          </p:cNvSpPr>
          <p:nvPr>
            <p:ph type="body" sz="quarter" idx="16"/>
          </p:nvPr>
        </p:nvSpPr>
        <p:spPr>
          <a:xfrm>
            <a:off x="625475" y="4916034"/>
            <a:ext cx="3508376" cy="852943"/>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5" name="Platshållare för text 21"/>
          <p:cNvSpPr>
            <a:spLocks noGrp="1"/>
          </p:cNvSpPr>
          <p:nvPr>
            <p:ph type="body" sz="quarter" idx="20"/>
          </p:nvPr>
        </p:nvSpPr>
        <p:spPr>
          <a:xfrm>
            <a:off x="4329783" y="4916034"/>
            <a:ext cx="3515308" cy="852943"/>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6" name="Platshållare för text 21"/>
          <p:cNvSpPr>
            <a:spLocks noGrp="1"/>
          </p:cNvSpPr>
          <p:nvPr>
            <p:ph type="body" sz="quarter" idx="21"/>
          </p:nvPr>
        </p:nvSpPr>
        <p:spPr>
          <a:xfrm>
            <a:off x="8054890" y="4916034"/>
            <a:ext cx="3515308" cy="852943"/>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7" name="Platshållare för text 7"/>
          <p:cNvSpPr>
            <a:spLocks noGrp="1"/>
          </p:cNvSpPr>
          <p:nvPr>
            <p:ph type="body" sz="quarter" idx="13" hasCustomPrompt="1"/>
          </p:nvPr>
        </p:nvSpPr>
        <p:spPr>
          <a:xfrm>
            <a:off x="610636" y="1412877"/>
            <a:ext cx="3527979" cy="360363"/>
          </a:xfrm>
          <a:prstGeom prst="rect">
            <a:avLst/>
          </a:prstGeom>
          <a:solidFill>
            <a:schemeClr val="bg1"/>
          </a:solidFill>
          <a:ln>
            <a:noFill/>
          </a:ln>
          <a:effectLst/>
        </p:spPr>
        <p:txBody>
          <a:bodyPr>
            <a:normAutofit/>
          </a:bodyPr>
          <a:lstStyle>
            <a:lvl1pPr marL="0" indent="0">
              <a:buFontTx/>
              <a:buNone/>
              <a:defRPr sz="1800" b="1" baseline="0">
                <a:solidFill>
                  <a:schemeClr val="tx2"/>
                </a:solidFill>
              </a:defRPr>
            </a:lvl1pPr>
          </a:lstStyle>
          <a:p>
            <a:pPr lvl="0"/>
            <a:r>
              <a:rPr lang="sv-SE"/>
              <a:t>Klicka här för att ändra underrubrik</a:t>
            </a:r>
          </a:p>
        </p:txBody>
      </p:sp>
      <p:sp>
        <p:nvSpPr>
          <p:cNvPr id="18" name="Platshållare för text 7"/>
          <p:cNvSpPr>
            <a:spLocks noGrp="1"/>
          </p:cNvSpPr>
          <p:nvPr>
            <p:ph type="body" sz="quarter" idx="22" hasCustomPrompt="1"/>
          </p:nvPr>
        </p:nvSpPr>
        <p:spPr>
          <a:xfrm>
            <a:off x="4317113" y="1412877"/>
            <a:ext cx="3527979" cy="360363"/>
          </a:xfrm>
          <a:prstGeom prst="rect">
            <a:avLst/>
          </a:prstGeom>
          <a:solidFill>
            <a:schemeClr val="bg1"/>
          </a:solidFill>
          <a:ln>
            <a:noFill/>
          </a:ln>
          <a:effectLst/>
        </p:spPr>
        <p:txBody>
          <a:bodyPr>
            <a:normAutofit/>
          </a:bodyPr>
          <a:lstStyle>
            <a:lvl1pPr marL="0" indent="0">
              <a:buFontTx/>
              <a:buNone/>
              <a:defRPr sz="1800" b="1" baseline="0">
                <a:solidFill>
                  <a:schemeClr val="tx2"/>
                </a:solidFill>
              </a:defRPr>
            </a:lvl1pPr>
          </a:lstStyle>
          <a:p>
            <a:pPr lvl="0"/>
            <a:r>
              <a:rPr lang="sv-SE"/>
              <a:t>Klicka här för att ändra underrubrik</a:t>
            </a:r>
          </a:p>
        </p:txBody>
      </p:sp>
      <p:sp>
        <p:nvSpPr>
          <p:cNvPr id="19" name="Platshållare för text 7"/>
          <p:cNvSpPr>
            <a:spLocks noGrp="1"/>
          </p:cNvSpPr>
          <p:nvPr>
            <p:ph type="body" sz="quarter" idx="23" hasCustomPrompt="1"/>
          </p:nvPr>
        </p:nvSpPr>
        <p:spPr>
          <a:xfrm>
            <a:off x="8029327" y="1412877"/>
            <a:ext cx="3527979" cy="360363"/>
          </a:xfrm>
          <a:prstGeom prst="rect">
            <a:avLst/>
          </a:prstGeom>
          <a:solidFill>
            <a:schemeClr val="bg1"/>
          </a:solidFill>
          <a:ln>
            <a:noFill/>
          </a:ln>
          <a:effectLst/>
        </p:spPr>
        <p:txBody>
          <a:bodyPr>
            <a:normAutofit/>
          </a:bodyPr>
          <a:lstStyle>
            <a:lvl1pPr marL="0" indent="0">
              <a:buFontTx/>
              <a:buNone/>
              <a:defRPr sz="1800" b="1" baseline="0">
                <a:solidFill>
                  <a:schemeClr val="tx2"/>
                </a:solidFill>
              </a:defRPr>
            </a:lvl1pPr>
          </a:lstStyle>
          <a:p>
            <a:pPr lvl="0"/>
            <a:r>
              <a:rPr lang="sv-SE"/>
              <a:t>Klicka här för att ändra underrubrik</a:t>
            </a:r>
          </a:p>
        </p:txBody>
      </p:sp>
      <p:sp>
        <p:nvSpPr>
          <p:cNvPr id="2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20" name="Platshållare för text 4">
            <a:extLst>
              <a:ext uri="{FF2B5EF4-FFF2-40B4-BE49-F238E27FC236}">
                <a16:creationId xmlns:a16="http://schemas.microsoft.com/office/drawing/2014/main" id="{63123F10-0626-482E-93A3-F7F430322674}"/>
              </a:ext>
            </a:extLst>
          </p:cNvPr>
          <p:cNvSpPr>
            <a:spLocks noGrp="1"/>
          </p:cNvSpPr>
          <p:nvPr>
            <p:ph type="body" sz="quarter" idx="24"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566994621"/>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guide id="5" orient="horz" pos="2160">
          <p15:clr>
            <a:srgbClr val="FBAE40"/>
          </p15:clr>
        </p15:guide>
        <p15:guide id="6" orient="horz" pos="3097">
          <p15:clr>
            <a:srgbClr val="FBAE40"/>
          </p15:clr>
        </p15:guide>
        <p15:guide id="7" orient="horz" pos="30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e delar, två spal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773238"/>
            <a:ext cx="5383115" cy="398748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5" name="Content Placeholder 2"/>
          <p:cNvSpPr>
            <a:spLocks noGrp="1"/>
          </p:cNvSpPr>
          <p:nvPr>
            <p:ph idx="15"/>
          </p:nvPr>
        </p:nvSpPr>
        <p:spPr>
          <a:xfrm>
            <a:off x="6189566" y="1773238"/>
            <a:ext cx="5378548" cy="1909528"/>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865797"/>
            <a:ext cx="5378548" cy="1909528"/>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Platshållare för text 7"/>
          <p:cNvSpPr>
            <a:spLocks noGrp="1"/>
          </p:cNvSpPr>
          <p:nvPr>
            <p:ph type="body" sz="quarter" idx="13" hasCustomPrompt="1"/>
          </p:nvPr>
        </p:nvSpPr>
        <p:spPr>
          <a:xfrm>
            <a:off x="610637" y="1412877"/>
            <a:ext cx="10959561"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14811C14-5DDA-45C3-8A82-3C20DC95AF4C}"/>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4033970597"/>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432">
          <p15:clr>
            <a:srgbClr val="FBAE40"/>
          </p15:clr>
        </p15:guide>
        <p15:guide id="4" orient="horz" pos="231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yra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773241"/>
            <a:ext cx="5378548" cy="1738311"/>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773239"/>
            <a:ext cx="5378548" cy="1730376"/>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7"/>
          <p:cNvSpPr>
            <a:spLocks noGrp="1"/>
          </p:cNvSpPr>
          <p:nvPr>
            <p:ph type="body" sz="quarter" idx="13" hasCustomPrompt="1"/>
          </p:nvPr>
        </p:nvSpPr>
        <p:spPr>
          <a:xfrm>
            <a:off x="610637"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2" name="Platshållare för text 7"/>
          <p:cNvSpPr>
            <a:spLocks noGrp="1"/>
          </p:cNvSpPr>
          <p:nvPr>
            <p:ph type="body" sz="quarter" idx="19" hasCustomPrompt="1"/>
          </p:nvPr>
        </p:nvSpPr>
        <p:spPr>
          <a:xfrm>
            <a:off x="6171460"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24" name="Content Placeholder 2"/>
          <p:cNvSpPr>
            <a:spLocks noGrp="1"/>
          </p:cNvSpPr>
          <p:nvPr>
            <p:ph idx="20"/>
          </p:nvPr>
        </p:nvSpPr>
        <p:spPr>
          <a:xfrm>
            <a:off x="6189566" y="4038602"/>
            <a:ext cx="5378548" cy="173672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5" name="Content Placeholder 2"/>
          <p:cNvSpPr>
            <a:spLocks noGrp="1"/>
          </p:cNvSpPr>
          <p:nvPr>
            <p:ph idx="21"/>
          </p:nvPr>
        </p:nvSpPr>
        <p:spPr>
          <a:xfrm>
            <a:off x="625475" y="4038601"/>
            <a:ext cx="5378548" cy="173672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6" name="Platshållare för text 7"/>
          <p:cNvSpPr>
            <a:spLocks noGrp="1"/>
          </p:cNvSpPr>
          <p:nvPr>
            <p:ph type="body" sz="quarter" idx="22" hasCustomPrompt="1"/>
          </p:nvPr>
        </p:nvSpPr>
        <p:spPr>
          <a:xfrm>
            <a:off x="610637" y="3678238"/>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27" name="Platshållare för text 7"/>
          <p:cNvSpPr>
            <a:spLocks noGrp="1"/>
          </p:cNvSpPr>
          <p:nvPr>
            <p:ph type="body" sz="quarter" idx="23" hasCustomPrompt="1"/>
          </p:nvPr>
        </p:nvSpPr>
        <p:spPr>
          <a:xfrm>
            <a:off x="6171460" y="3678238"/>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6"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4" name="Platshållare för text 4">
            <a:extLst>
              <a:ext uri="{FF2B5EF4-FFF2-40B4-BE49-F238E27FC236}">
                <a16:creationId xmlns:a16="http://schemas.microsoft.com/office/drawing/2014/main" id="{5F08F6B6-7687-4884-89B1-3C9E6E22A197}"/>
              </a:ext>
            </a:extLst>
          </p:cNvPr>
          <p:cNvSpPr>
            <a:spLocks noGrp="1"/>
          </p:cNvSpPr>
          <p:nvPr>
            <p:ph type="body" sz="quarter" idx="24"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659552262"/>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212">
          <p15:clr>
            <a:srgbClr val="FBAE40"/>
          </p15:clr>
        </p15:guide>
        <p15:guide id="4" orient="horz" pos="231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vå spalt (grön)">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773239"/>
            <a:ext cx="5378548" cy="4002086"/>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773239"/>
            <a:ext cx="5378548" cy="4002086"/>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Platshållare för text 7"/>
          <p:cNvSpPr>
            <a:spLocks noGrp="1"/>
          </p:cNvSpPr>
          <p:nvPr>
            <p:ph type="body" sz="quarter" idx="22" hasCustomPrompt="1"/>
          </p:nvPr>
        </p:nvSpPr>
        <p:spPr>
          <a:xfrm>
            <a:off x="625475" y="1378414"/>
            <a:ext cx="5384800" cy="346075"/>
          </a:xfrm>
          <a:prstGeom prst="roundRect">
            <a:avLst>
              <a:gd name="adj" fmla="val 50000"/>
            </a:avLst>
          </a:prstGeom>
          <a:solidFill>
            <a:schemeClr val="bg2"/>
          </a:solidFill>
          <a:ln>
            <a:noFill/>
          </a:ln>
          <a:effectLst/>
        </p:spPr>
        <p:txBody>
          <a:bodyPr anchor="ctr" anchorCtr="0">
            <a:noAutofit/>
          </a:bodyPr>
          <a:lstStyle>
            <a:lvl1pPr marL="0" indent="0" algn="ctr">
              <a:buFontTx/>
              <a:buNone/>
              <a:defRPr sz="1600" b="1" baseline="0">
                <a:solidFill>
                  <a:schemeClr val="tx2"/>
                </a:solidFill>
              </a:defRPr>
            </a:lvl1pPr>
          </a:lstStyle>
          <a:p>
            <a:pPr lvl="0"/>
            <a:r>
              <a:rPr lang="sv-SE"/>
              <a:t>Klicka för att ändra underrubrik</a:t>
            </a:r>
          </a:p>
        </p:txBody>
      </p:sp>
      <p:sp>
        <p:nvSpPr>
          <p:cNvPr id="17" name="Platshållare för text 7"/>
          <p:cNvSpPr>
            <a:spLocks noGrp="1"/>
          </p:cNvSpPr>
          <p:nvPr>
            <p:ph type="body" sz="quarter" idx="24" hasCustomPrompt="1"/>
          </p:nvPr>
        </p:nvSpPr>
        <p:spPr>
          <a:xfrm>
            <a:off x="6186489" y="1378414"/>
            <a:ext cx="5381625" cy="346075"/>
          </a:xfrm>
          <a:prstGeom prst="roundRect">
            <a:avLst>
              <a:gd name="adj" fmla="val 50000"/>
            </a:avLst>
          </a:prstGeom>
          <a:solidFill>
            <a:schemeClr val="bg2"/>
          </a:solidFill>
          <a:ln>
            <a:noFill/>
          </a:ln>
          <a:effectLst/>
        </p:spPr>
        <p:txBody>
          <a:bodyPr anchor="ctr" anchorCtr="0">
            <a:noAutofit/>
          </a:bodyPr>
          <a:lstStyle>
            <a:lvl1pPr marL="0" indent="0" algn="ctr">
              <a:buFontTx/>
              <a:buNone/>
              <a:defRPr sz="1600" b="1" baseline="0">
                <a:solidFill>
                  <a:schemeClr val="tx2"/>
                </a:solidFill>
              </a:defRPr>
            </a:lvl1pPr>
          </a:lstStyle>
          <a:p>
            <a:pPr lvl="0"/>
            <a:r>
              <a:rPr lang="sv-SE"/>
              <a:t>Klicka för att ändra underrubrik</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FA11716F-FBE2-4FFA-AD10-36DBC8B73129}"/>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971316338"/>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yra delar, två spalt (grön)">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773241"/>
            <a:ext cx="5378548" cy="1738311"/>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773239"/>
            <a:ext cx="5378548" cy="1730376"/>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4" name="Content Placeholder 2"/>
          <p:cNvSpPr>
            <a:spLocks noGrp="1"/>
          </p:cNvSpPr>
          <p:nvPr>
            <p:ph idx="20"/>
          </p:nvPr>
        </p:nvSpPr>
        <p:spPr>
          <a:xfrm>
            <a:off x="6189566" y="4038602"/>
            <a:ext cx="5378548" cy="173672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5" name="Content Placeholder 2"/>
          <p:cNvSpPr>
            <a:spLocks noGrp="1"/>
          </p:cNvSpPr>
          <p:nvPr>
            <p:ph idx="21"/>
          </p:nvPr>
        </p:nvSpPr>
        <p:spPr>
          <a:xfrm>
            <a:off x="625475" y="4038601"/>
            <a:ext cx="5378548" cy="173672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Platshållare för text 7"/>
          <p:cNvSpPr>
            <a:spLocks noGrp="1"/>
          </p:cNvSpPr>
          <p:nvPr>
            <p:ph type="body" sz="quarter" idx="22" hasCustomPrompt="1"/>
          </p:nvPr>
        </p:nvSpPr>
        <p:spPr>
          <a:xfrm>
            <a:off x="625475" y="1378414"/>
            <a:ext cx="5384800" cy="346075"/>
          </a:xfrm>
          <a:prstGeom prst="roundRect">
            <a:avLst>
              <a:gd name="adj" fmla="val 50000"/>
            </a:avLst>
          </a:prstGeom>
          <a:solidFill>
            <a:schemeClr val="bg2"/>
          </a:solidFill>
          <a:ln>
            <a:noFill/>
          </a:ln>
          <a:effectLst/>
        </p:spPr>
        <p:txBody>
          <a:bodyPr anchor="ctr" anchorCtr="0">
            <a:noAutofit/>
          </a:bodyPr>
          <a:lstStyle>
            <a:lvl1pPr marL="0" indent="0" algn="ctr">
              <a:buFontTx/>
              <a:buNone/>
              <a:defRPr sz="1600" b="1" baseline="0">
                <a:solidFill>
                  <a:schemeClr val="tx2"/>
                </a:solidFill>
              </a:defRPr>
            </a:lvl1pPr>
          </a:lstStyle>
          <a:p>
            <a:pPr lvl="0"/>
            <a:r>
              <a:rPr lang="sv-SE"/>
              <a:t>Klicka för att ändra underrubrik</a:t>
            </a:r>
          </a:p>
        </p:txBody>
      </p:sp>
      <p:sp>
        <p:nvSpPr>
          <p:cNvPr id="15" name="Platshållare för text 7"/>
          <p:cNvSpPr>
            <a:spLocks noGrp="1"/>
          </p:cNvSpPr>
          <p:nvPr>
            <p:ph type="body" sz="quarter" idx="23" hasCustomPrompt="1"/>
          </p:nvPr>
        </p:nvSpPr>
        <p:spPr>
          <a:xfrm>
            <a:off x="625475" y="3617352"/>
            <a:ext cx="5384800" cy="346075"/>
          </a:xfrm>
          <a:prstGeom prst="roundRect">
            <a:avLst>
              <a:gd name="adj" fmla="val 50000"/>
            </a:avLst>
          </a:prstGeom>
          <a:solidFill>
            <a:schemeClr val="bg2"/>
          </a:solidFill>
          <a:ln>
            <a:noFill/>
          </a:ln>
          <a:effectLst/>
        </p:spPr>
        <p:txBody>
          <a:bodyPr anchor="ctr" anchorCtr="0">
            <a:noAutofit/>
          </a:bodyPr>
          <a:lstStyle>
            <a:lvl1pPr marL="0" indent="0" algn="ctr">
              <a:buFontTx/>
              <a:buNone/>
              <a:defRPr sz="1600" b="1" baseline="0">
                <a:solidFill>
                  <a:schemeClr val="tx2"/>
                </a:solidFill>
              </a:defRPr>
            </a:lvl1pPr>
          </a:lstStyle>
          <a:p>
            <a:pPr lvl="0"/>
            <a:r>
              <a:rPr lang="sv-SE"/>
              <a:t>Klicka för att ändra underrubrik</a:t>
            </a:r>
          </a:p>
        </p:txBody>
      </p:sp>
      <p:sp>
        <p:nvSpPr>
          <p:cNvPr id="17" name="Platshållare för text 7"/>
          <p:cNvSpPr>
            <a:spLocks noGrp="1"/>
          </p:cNvSpPr>
          <p:nvPr>
            <p:ph type="body" sz="quarter" idx="24" hasCustomPrompt="1"/>
          </p:nvPr>
        </p:nvSpPr>
        <p:spPr>
          <a:xfrm>
            <a:off x="6186489" y="1378414"/>
            <a:ext cx="5381625" cy="346075"/>
          </a:xfrm>
          <a:prstGeom prst="roundRect">
            <a:avLst>
              <a:gd name="adj" fmla="val 50000"/>
            </a:avLst>
          </a:prstGeom>
          <a:solidFill>
            <a:schemeClr val="bg2"/>
          </a:solidFill>
          <a:ln>
            <a:noFill/>
          </a:ln>
          <a:effectLst/>
        </p:spPr>
        <p:txBody>
          <a:bodyPr anchor="ctr" anchorCtr="0">
            <a:noAutofit/>
          </a:bodyPr>
          <a:lstStyle>
            <a:lvl1pPr marL="0" indent="0" algn="ctr">
              <a:buFontTx/>
              <a:buNone/>
              <a:defRPr sz="1600" b="1" baseline="0">
                <a:solidFill>
                  <a:schemeClr val="tx2"/>
                </a:solidFill>
              </a:defRPr>
            </a:lvl1pPr>
          </a:lstStyle>
          <a:p>
            <a:pPr lvl="0"/>
            <a:r>
              <a:rPr lang="sv-SE"/>
              <a:t>Klicka för att ändra underrubrik</a:t>
            </a:r>
          </a:p>
        </p:txBody>
      </p:sp>
      <p:sp>
        <p:nvSpPr>
          <p:cNvPr id="18" name="Platshållare för text 7"/>
          <p:cNvSpPr>
            <a:spLocks noGrp="1"/>
          </p:cNvSpPr>
          <p:nvPr>
            <p:ph type="body" sz="quarter" idx="25" hasCustomPrompt="1"/>
          </p:nvPr>
        </p:nvSpPr>
        <p:spPr>
          <a:xfrm>
            <a:off x="6186489" y="3617352"/>
            <a:ext cx="5381625" cy="346075"/>
          </a:xfrm>
          <a:prstGeom prst="roundRect">
            <a:avLst>
              <a:gd name="adj" fmla="val 50000"/>
            </a:avLst>
          </a:prstGeom>
          <a:solidFill>
            <a:schemeClr val="bg2"/>
          </a:solidFill>
          <a:ln>
            <a:noFill/>
          </a:ln>
          <a:effectLst/>
        </p:spPr>
        <p:txBody>
          <a:bodyPr anchor="ctr" anchorCtr="0">
            <a:noAutofit/>
          </a:bodyPr>
          <a:lstStyle>
            <a:lvl1pPr marL="0" indent="0" algn="ctr">
              <a:buFontTx/>
              <a:buNone/>
              <a:defRPr sz="1600" b="1" baseline="0">
                <a:solidFill>
                  <a:schemeClr val="tx2"/>
                </a:solidFill>
              </a:defRPr>
            </a:lvl1pPr>
          </a:lstStyle>
          <a:p>
            <a:pPr lvl="0"/>
            <a:r>
              <a:rPr lang="sv-SE"/>
              <a:t>Klicka för att ändra underrubrik</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6" name="Platshållare för text 4">
            <a:extLst>
              <a:ext uri="{FF2B5EF4-FFF2-40B4-BE49-F238E27FC236}">
                <a16:creationId xmlns:a16="http://schemas.microsoft.com/office/drawing/2014/main" id="{70EFA69A-7B51-40E3-A7F9-251E5A2E261C}"/>
              </a:ext>
            </a:extLst>
          </p:cNvPr>
          <p:cNvSpPr>
            <a:spLocks noGrp="1"/>
          </p:cNvSpPr>
          <p:nvPr>
            <p:ph type="body" sz="quarter" idx="26"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727092175"/>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212">
          <p15:clr>
            <a:srgbClr val="FBAE40"/>
          </p15:clr>
        </p15:guide>
        <p15:guide id="4" orient="horz" pos="2273">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11" name="Platshållare för text 7"/>
          <p:cNvSpPr>
            <a:spLocks noGrp="1"/>
          </p:cNvSpPr>
          <p:nvPr>
            <p:ph type="body" sz="quarter" idx="13" hasCustomPrompt="1"/>
          </p:nvPr>
        </p:nvSpPr>
        <p:spPr>
          <a:xfrm>
            <a:off x="610637" y="1412877"/>
            <a:ext cx="10959561"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7" name="Platshållare för text 4">
            <a:extLst>
              <a:ext uri="{FF2B5EF4-FFF2-40B4-BE49-F238E27FC236}">
                <a16:creationId xmlns:a16="http://schemas.microsoft.com/office/drawing/2014/main" id="{E92CCBE7-7057-4733-B29A-1CAE29A45EB4}"/>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25257051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n spalt ">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25477" y="1852614"/>
            <a:ext cx="10941049" cy="3922713"/>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6" name="Platshållare för text 7"/>
          <p:cNvSpPr>
            <a:spLocks noGrp="1"/>
          </p:cNvSpPr>
          <p:nvPr>
            <p:ph type="body" sz="quarter" idx="13" hasCustomPrompt="1"/>
          </p:nvPr>
        </p:nvSpPr>
        <p:spPr>
          <a:xfrm>
            <a:off x="610636" y="1412877"/>
            <a:ext cx="10955888"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D80F9088-2307-4C08-98AE-7A4EA883E2C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9332162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n spalt + textruta">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21"/>
          <p:cNvSpPr>
            <a:spLocks noGrp="1"/>
          </p:cNvSpPr>
          <p:nvPr>
            <p:ph type="body" sz="quarter" idx="16"/>
          </p:nvPr>
        </p:nvSpPr>
        <p:spPr>
          <a:xfrm>
            <a:off x="625474" y="4696835"/>
            <a:ext cx="7889287"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0" name="Platshållare för innehåll 2"/>
          <p:cNvSpPr>
            <a:spLocks noGrp="1"/>
          </p:cNvSpPr>
          <p:nvPr>
            <p:ph idx="1"/>
          </p:nvPr>
        </p:nvSpPr>
        <p:spPr>
          <a:xfrm>
            <a:off x="625477" y="1852613"/>
            <a:ext cx="10941049" cy="27638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2" name="Platshållare för text 7"/>
          <p:cNvSpPr>
            <a:spLocks noGrp="1"/>
          </p:cNvSpPr>
          <p:nvPr>
            <p:ph type="body" sz="quarter" idx="13" hasCustomPrompt="1"/>
          </p:nvPr>
        </p:nvSpPr>
        <p:spPr>
          <a:xfrm>
            <a:off x="610636" y="1412877"/>
            <a:ext cx="10955888"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827C313E-1440-4B57-87B7-F567895FDC45}"/>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749485908"/>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852613"/>
            <a:ext cx="5378548" cy="392271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852613"/>
            <a:ext cx="5378548" cy="392271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Platshållare för text 7"/>
          <p:cNvSpPr>
            <a:spLocks noGrp="1"/>
          </p:cNvSpPr>
          <p:nvPr>
            <p:ph type="body" sz="quarter" idx="19" hasCustomPrompt="1"/>
          </p:nvPr>
        </p:nvSpPr>
        <p:spPr>
          <a:xfrm>
            <a:off x="6171460" y="1412877"/>
            <a:ext cx="5393387"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format på underrubrik</a:t>
            </a:r>
          </a:p>
        </p:txBody>
      </p:sp>
      <p:sp>
        <p:nvSpPr>
          <p:cNvPr id="10" name="Platshållare för text 7"/>
          <p:cNvSpPr>
            <a:spLocks noGrp="1"/>
          </p:cNvSpPr>
          <p:nvPr>
            <p:ph type="body" sz="quarter" idx="13" hasCustomPrompt="1"/>
          </p:nvPr>
        </p:nvSpPr>
        <p:spPr>
          <a:xfrm>
            <a:off x="610638" y="1412877"/>
            <a:ext cx="5399639"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2C37B08E-07DE-4616-864F-F458B720DB9C}"/>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014567364"/>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vå spalt m. textruto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12" name="Platshållare för text 7"/>
          <p:cNvSpPr>
            <a:spLocks noGrp="1"/>
          </p:cNvSpPr>
          <p:nvPr>
            <p:ph type="body" sz="quarter" idx="19" hasCustomPrompt="1"/>
          </p:nvPr>
        </p:nvSpPr>
        <p:spPr>
          <a:xfrm>
            <a:off x="6171460" y="1412877"/>
            <a:ext cx="5393387"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format på underrubrik</a:t>
            </a:r>
          </a:p>
        </p:txBody>
      </p:sp>
      <p:sp>
        <p:nvSpPr>
          <p:cNvPr id="10" name="Platshållare för text 7"/>
          <p:cNvSpPr>
            <a:spLocks noGrp="1"/>
          </p:cNvSpPr>
          <p:nvPr>
            <p:ph type="body" sz="quarter" idx="13" hasCustomPrompt="1"/>
          </p:nvPr>
        </p:nvSpPr>
        <p:spPr>
          <a:xfrm>
            <a:off x="610638" y="1412877"/>
            <a:ext cx="5399639"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1" name="Platshållare för text 21"/>
          <p:cNvSpPr>
            <a:spLocks noGrp="1"/>
          </p:cNvSpPr>
          <p:nvPr>
            <p:ph type="body" sz="quarter" idx="16"/>
          </p:nvPr>
        </p:nvSpPr>
        <p:spPr>
          <a:xfrm>
            <a:off x="625475" y="4696835"/>
            <a:ext cx="5378549"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3" name="Platshållare för text 21"/>
          <p:cNvSpPr>
            <a:spLocks noGrp="1"/>
          </p:cNvSpPr>
          <p:nvPr>
            <p:ph type="body" sz="quarter" idx="20"/>
          </p:nvPr>
        </p:nvSpPr>
        <p:spPr>
          <a:xfrm>
            <a:off x="6189566" y="4696835"/>
            <a:ext cx="5378549"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5" name="Content Placeholder 2"/>
          <p:cNvSpPr>
            <a:spLocks noGrp="1"/>
          </p:cNvSpPr>
          <p:nvPr>
            <p:ph idx="15"/>
          </p:nvPr>
        </p:nvSpPr>
        <p:spPr>
          <a:xfrm>
            <a:off x="6189566" y="1852615"/>
            <a:ext cx="5378548" cy="2763837"/>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6" name="Content Placeholder 2"/>
          <p:cNvSpPr>
            <a:spLocks noGrp="1"/>
          </p:cNvSpPr>
          <p:nvPr>
            <p:ph idx="17"/>
          </p:nvPr>
        </p:nvSpPr>
        <p:spPr>
          <a:xfrm>
            <a:off x="625475" y="1852615"/>
            <a:ext cx="5378548" cy="2763837"/>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8"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4" name="Platshållare för text 4">
            <a:extLst>
              <a:ext uri="{FF2B5EF4-FFF2-40B4-BE49-F238E27FC236}">
                <a16:creationId xmlns:a16="http://schemas.microsoft.com/office/drawing/2014/main" id="{23B5E0CD-E8E6-402E-AC71-302FEE71DC8F}"/>
              </a:ext>
            </a:extLst>
          </p:cNvPr>
          <p:cNvSpPr>
            <a:spLocks noGrp="1"/>
          </p:cNvSpPr>
          <p:nvPr>
            <p:ph type="body" sz="quarter" idx="21"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871430938"/>
      </p:ext>
    </p:extLst>
  </p:cSld>
  <p:clrMapOvr>
    <a:masterClrMapping/>
  </p:clrMapOvr>
  <p:extLst>
    <p:ext uri="{DCECCB84-F9BA-43D5-87BE-67443E8EF086}">
      <p15:sldGuideLst xmlns:p15="http://schemas.microsoft.com/office/powerpoint/2012/main">
        <p15:guide id="0" orient="horz" pos="2908">
          <p15:clr>
            <a:srgbClr val="FBAE40"/>
          </p15:clr>
        </p15:guide>
        <p15:guide id="1" pos="3897">
          <p15:clr>
            <a:srgbClr val="FBAE40"/>
          </p15:clr>
        </p15:guide>
        <p15:guide id="2" pos="3787">
          <p15:clr>
            <a:srgbClr val="FBAE40"/>
          </p15:clr>
        </p15:guide>
        <p15:guide id="3" orient="horz" pos="295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vå delar, en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9" name="Content Placeholder 2"/>
          <p:cNvSpPr>
            <a:spLocks noGrp="1"/>
          </p:cNvSpPr>
          <p:nvPr>
            <p:ph idx="17"/>
          </p:nvPr>
        </p:nvSpPr>
        <p:spPr>
          <a:xfrm>
            <a:off x="625474" y="1852613"/>
            <a:ext cx="10944723" cy="165100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5" name="Content Placeholder 2"/>
          <p:cNvSpPr>
            <a:spLocks noGrp="1"/>
          </p:cNvSpPr>
          <p:nvPr>
            <p:ph idx="21"/>
          </p:nvPr>
        </p:nvSpPr>
        <p:spPr>
          <a:xfrm>
            <a:off x="625474" y="4118264"/>
            <a:ext cx="10944723" cy="165706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6" name="Platshållare för text 7"/>
          <p:cNvSpPr>
            <a:spLocks noGrp="1"/>
          </p:cNvSpPr>
          <p:nvPr>
            <p:ph type="body" sz="quarter" idx="22" hasCustomPrompt="1"/>
          </p:nvPr>
        </p:nvSpPr>
        <p:spPr>
          <a:xfrm>
            <a:off x="610637" y="3678238"/>
            <a:ext cx="10974919"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format på underrubrik</a:t>
            </a:r>
          </a:p>
        </p:txBody>
      </p:sp>
      <p:sp>
        <p:nvSpPr>
          <p:cNvPr id="13" name="Platshållare för text 7"/>
          <p:cNvSpPr>
            <a:spLocks noGrp="1"/>
          </p:cNvSpPr>
          <p:nvPr>
            <p:ph type="body" sz="quarter" idx="13" hasCustomPrompt="1"/>
          </p:nvPr>
        </p:nvSpPr>
        <p:spPr>
          <a:xfrm>
            <a:off x="610636" y="1412877"/>
            <a:ext cx="10955888"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4AAB6C76-9512-4C6E-AAC7-6DBE810E99CA}"/>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290540722"/>
      </p:ext>
    </p:extLst>
  </p:cSld>
  <p:clrMapOvr>
    <a:masterClrMapping/>
  </p:clrMapOvr>
  <p:extLst>
    <p:ext uri="{DCECCB84-F9BA-43D5-87BE-67443E8EF086}">
      <p15:sldGuideLst xmlns:p15="http://schemas.microsoft.com/office/powerpoint/2012/main">
        <p15:guide id="1" orient="horz" pos="2212">
          <p15:clr>
            <a:srgbClr val="FBAE40"/>
          </p15:clr>
        </p15:guide>
        <p15:guide id="2" orient="horz" pos="231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re spalt ">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860551"/>
            <a:ext cx="3508375" cy="3914774"/>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860551"/>
            <a:ext cx="3508375" cy="3914774"/>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860551"/>
            <a:ext cx="3508375" cy="3914774"/>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7" name="Platshållare för text 7"/>
          <p:cNvSpPr>
            <a:spLocks noGrp="1"/>
          </p:cNvSpPr>
          <p:nvPr>
            <p:ph type="body" sz="quarter" idx="13" hasCustomPrompt="1"/>
          </p:nvPr>
        </p:nvSpPr>
        <p:spPr>
          <a:xfrm>
            <a:off x="610636" y="1412877"/>
            <a:ext cx="3527979"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underrubrik</a:t>
            </a:r>
          </a:p>
        </p:txBody>
      </p:sp>
      <p:sp>
        <p:nvSpPr>
          <p:cNvPr id="18" name="Platshållare för text 7"/>
          <p:cNvSpPr>
            <a:spLocks noGrp="1"/>
          </p:cNvSpPr>
          <p:nvPr>
            <p:ph type="body" sz="quarter" idx="22" hasCustomPrompt="1"/>
          </p:nvPr>
        </p:nvSpPr>
        <p:spPr>
          <a:xfrm>
            <a:off x="4317113" y="1412877"/>
            <a:ext cx="3527979"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underrubrik</a:t>
            </a:r>
          </a:p>
        </p:txBody>
      </p:sp>
      <p:sp>
        <p:nvSpPr>
          <p:cNvPr id="19" name="Platshållare för text 7"/>
          <p:cNvSpPr>
            <a:spLocks noGrp="1"/>
          </p:cNvSpPr>
          <p:nvPr>
            <p:ph type="body" sz="quarter" idx="23" hasCustomPrompt="1"/>
          </p:nvPr>
        </p:nvSpPr>
        <p:spPr>
          <a:xfrm>
            <a:off x="8029327" y="1412877"/>
            <a:ext cx="3527979"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underrubrik</a:t>
            </a:r>
          </a:p>
        </p:txBody>
      </p:sp>
      <p:sp>
        <p:nvSpPr>
          <p:cNvPr id="2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4" name="Platshållare för text 4">
            <a:extLst>
              <a:ext uri="{FF2B5EF4-FFF2-40B4-BE49-F238E27FC236}">
                <a16:creationId xmlns:a16="http://schemas.microsoft.com/office/drawing/2014/main" id="{48E65D37-1F71-4717-A3AF-CF43C574B183}"/>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764630197"/>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re spalt m. textrutor">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860553"/>
            <a:ext cx="3508375" cy="2968167"/>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860553"/>
            <a:ext cx="3508375" cy="2968167"/>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860553"/>
            <a:ext cx="3508375" cy="2968167"/>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4" name="Platshållare för text 21"/>
          <p:cNvSpPr>
            <a:spLocks noGrp="1"/>
          </p:cNvSpPr>
          <p:nvPr>
            <p:ph type="body" sz="quarter" idx="16"/>
          </p:nvPr>
        </p:nvSpPr>
        <p:spPr>
          <a:xfrm>
            <a:off x="625475" y="4916034"/>
            <a:ext cx="3508376" cy="852943"/>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5" name="Platshållare för text 21"/>
          <p:cNvSpPr>
            <a:spLocks noGrp="1"/>
          </p:cNvSpPr>
          <p:nvPr>
            <p:ph type="body" sz="quarter" idx="20"/>
          </p:nvPr>
        </p:nvSpPr>
        <p:spPr>
          <a:xfrm>
            <a:off x="4329783" y="4916034"/>
            <a:ext cx="3515308" cy="852943"/>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6" name="Platshållare för text 21"/>
          <p:cNvSpPr>
            <a:spLocks noGrp="1"/>
          </p:cNvSpPr>
          <p:nvPr>
            <p:ph type="body" sz="quarter" idx="21"/>
          </p:nvPr>
        </p:nvSpPr>
        <p:spPr>
          <a:xfrm>
            <a:off x="8054890" y="4916034"/>
            <a:ext cx="3515308" cy="852943"/>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7" name="Platshållare för text 7"/>
          <p:cNvSpPr>
            <a:spLocks noGrp="1"/>
          </p:cNvSpPr>
          <p:nvPr>
            <p:ph type="body" sz="quarter" idx="13" hasCustomPrompt="1"/>
          </p:nvPr>
        </p:nvSpPr>
        <p:spPr>
          <a:xfrm>
            <a:off x="610636" y="1412877"/>
            <a:ext cx="3527979"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underrubrik</a:t>
            </a:r>
          </a:p>
        </p:txBody>
      </p:sp>
      <p:sp>
        <p:nvSpPr>
          <p:cNvPr id="18" name="Platshållare för text 7"/>
          <p:cNvSpPr>
            <a:spLocks noGrp="1"/>
          </p:cNvSpPr>
          <p:nvPr>
            <p:ph type="body" sz="quarter" idx="22" hasCustomPrompt="1"/>
          </p:nvPr>
        </p:nvSpPr>
        <p:spPr>
          <a:xfrm>
            <a:off x="4317113" y="1412877"/>
            <a:ext cx="3527979"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underrubrik</a:t>
            </a:r>
          </a:p>
        </p:txBody>
      </p:sp>
      <p:sp>
        <p:nvSpPr>
          <p:cNvPr id="19" name="Platshållare för text 7"/>
          <p:cNvSpPr>
            <a:spLocks noGrp="1"/>
          </p:cNvSpPr>
          <p:nvPr>
            <p:ph type="body" sz="quarter" idx="23" hasCustomPrompt="1"/>
          </p:nvPr>
        </p:nvSpPr>
        <p:spPr>
          <a:xfrm>
            <a:off x="8029327" y="1412877"/>
            <a:ext cx="3527979"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Tx/>
              <a:buNone/>
              <a:defRPr lang="sv-SE" sz="1800" b="1" dirty="0">
                <a:solidFill>
                  <a:schemeClr val="tx2"/>
                </a:solidFill>
              </a:defRPr>
            </a:lvl1pPr>
          </a:lstStyle>
          <a:p>
            <a:pPr marL="0" lvl="0" indent="0"/>
            <a:r>
              <a:rPr lang="sv-SE"/>
              <a:t>Klicka här för att ändra underrubrik</a:t>
            </a:r>
          </a:p>
        </p:txBody>
      </p:sp>
      <p:sp>
        <p:nvSpPr>
          <p:cNvPr id="2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22" name="Platshållare för text 4">
            <a:extLst>
              <a:ext uri="{FF2B5EF4-FFF2-40B4-BE49-F238E27FC236}">
                <a16:creationId xmlns:a16="http://schemas.microsoft.com/office/drawing/2014/main" id="{953B7AFC-7609-43EC-83B7-215B278A8CE6}"/>
              </a:ext>
            </a:extLst>
          </p:cNvPr>
          <p:cNvSpPr>
            <a:spLocks noGrp="1"/>
          </p:cNvSpPr>
          <p:nvPr>
            <p:ph type="body" sz="quarter" idx="24"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942145024"/>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guide id="5" orient="horz" pos="2160">
          <p15:clr>
            <a:srgbClr val="FBAE40"/>
          </p15:clr>
        </p15:guide>
        <p15:guide id="6" orient="horz" pos="3097">
          <p15:clr>
            <a:srgbClr val="FBAE40"/>
          </p15:clr>
        </p15:guide>
        <p15:guide id="7" orient="horz" pos="30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re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854202"/>
            <a:ext cx="5383115" cy="390651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5" name="Content Placeholder 2"/>
          <p:cNvSpPr>
            <a:spLocks noGrp="1"/>
          </p:cNvSpPr>
          <p:nvPr>
            <p:ph idx="15"/>
          </p:nvPr>
        </p:nvSpPr>
        <p:spPr>
          <a:xfrm>
            <a:off x="6189566" y="1852613"/>
            <a:ext cx="5378548" cy="1858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902269"/>
            <a:ext cx="5378548" cy="1858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Platshållare för text 7"/>
          <p:cNvSpPr>
            <a:spLocks noGrp="1"/>
          </p:cNvSpPr>
          <p:nvPr>
            <p:ph type="body" sz="quarter" idx="13" hasCustomPrompt="1"/>
          </p:nvPr>
        </p:nvSpPr>
        <p:spPr>
          <a:xfrm>
            <a:off x="610637" y="1412877"/>
            <a:ext cx="10959561"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85744" indent="-285744">
              <a:buFont typeface="Arial" panose="020B0604020202020204" pitchFamily="34" charset="0"/>
              <a:buNone/>
              <a:defRPr lang="sv-SE" sz="1800" b="1" dirty="0">
                <a:solidFill>
                  <a:schemeClr val="tx2"/>
                </a:solidFill>
              </a:defRPr>
            </a:lvl1pPr>
          </a:lstStyle>
          <a:p>
            <a:pPr marL="0" lvl="0" indent="0"/>
            <a:r>
              <a:rPr lang="sv-SE"/>
              <a:t>Klicka här för att ändra format på underrubrik</a:t>
            </a:r>
          </a:p>
        </p:txBody>
      </p:sp>
      <p:sp>
        <p:nvSpPr>
          <p:cNvPr id="1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B5FE19D3-D42B-4347-923F-313134322C0F}"/>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4227685248"/>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455">
          <p15:clr>
            <a:srgbClr val="FBAE40"/>
          </p15:clr>
        </p15:guide>
        <p15:guide id="4" orient="horz" pos="234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yra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863673"/>
            <a:ext cx="5378548" cy="1647797"/>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863671"/>
            <a:ext cx="5378548" cy="1640276"/>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7"/>
          <p:cNvSpPr>
            <a:spLocks noGrp="1"/>
          </p:cNvSpPr>
          <p:nvPr>
            <p:ph type="body" sz="quarter" idx="13" hasCustomPrompt="1"/>
          </p:nvPr>
        </p:nvSpPr>
        <p:spPr>
          <a:xfrm>
            <a:off x="610637" y="1412877"/>
            <a:ext cx="5393387"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2" name="Platshållare för text 7"/>
          <p:cNvSpPr>
            <a:spLocks noGrp="1"/>
          </p:cNvSpPr>
          <p:nvPr>
            <p:ph type="body" sz="quarter" idx="19" hasCustomPrompt="1"/>
          </p:nvPr>
        </p:nvSpPr>
        <p:spPr>
          <a:xfrm>
            <a:off x="6171460" y="1412877"/>
            <a:ext cx="5393387"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24" name="Content Placeholder 2"/>
          <p:cNvSpPr>
            <a:spLocks noGrp="1"/>
          </p:cNvSpPr>
          <p:nvPr>
            <p:ph idx="20"/>
          </p:nvPr>
        </p:nvSpPr>
        <p:spPr>
          <a:xfrm>
            <a:off x="6189566" y="4129033"/>
            <a:ext cx="5378548" cy="1646294"/>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5" name="Content Placeholder 2"/>
          <p:cNvSpPr>
            <a:spLocks noGrp="1"/>
          </p:cNvSpPr>
          <p:nvPr>
            <p:ph idx="21"/>
          </p:nvPr>
        </p:nvSpPr>
        <p:spPr>
          <a:xfrm>
            <a:off x="625475" y="4129032"/>
            <a:ext cx="5378548" cy="1646294"/>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26" name="Platshållare för text 7"/>
          <p:cNvSpPr>
            <a:spLocks noGrp="1"/>
          </p:cNvSpPr>
          <p:nvPr>
            <p:ph type="body" sz="quarter" idx="22" hasCustomPrompt="1"/>
          </p:nvPr>
        </p:nvSpPr>
        <p:spPr>
          <a:xfrm>
            <a:off x="610637" y="3678238"/>
            <a:ext cx="5393387"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27" name="Platshållare för text 7"/>
          <p:cNvSpPr>
            <a:spLocks noGrp="1"/>
          </p:cNvSpPr>
          <p:nvPr>
            <p:ph type="body" sz="quarter" idx="23" hasCustomPrompt="1"/>
          </p:nvPr>
        </p:nvSpPr>
        <p:spPr>
          <a:xfrm>
            <a:off x="6171460" y="3678238"/>
            <a:ext cx="5393387" cy="360363"/>
          </a:xfrm>
          <a:prstGeom prst="rect">
            <a:avLst/>
          </a:prstGeom>
          <a:solidFill>
            <a:schemeClr val="bg1"/>
          </a:solidFill>
          <a:ln>
            <a:noFill/>
          </a:ln>
          <a:effectLst>
            <a:outerShdw dist="6350" dir="5400000" algn="ctr" rotWithShape="0">
              <a:schemeClr val="bg1">
                <a:lumMod val="50000"/>
              </a:schemeClr>
            </a:outerShdw>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5" name="Platshållare för text 4">
            <a:extLst>
              <a:ext uri="{FF2B5EF4-FFF2-40B4-BE49-F238E27FC236}">
                <a16:creationId xmlns:a16="http://schemas.microsoft.com/office/drawing/2014/main" id="{28B198BB-22FC-433C-A61A-050832412121}"/>
              </a:ext>
            </a:extLst>
          </p:cNvPr>
          <p:cNvSpPr>
            <a:spLocks noGrp="1"/>
          </p:cNvSpPr>
          <p:nvPr>
            <p:ph type="body" sz="quarter" idx="24"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996762543"/>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212">
          <p15:clr>
            <a:srgbClr val="FBAE40"/>
          </p15:clr>
        </p15:guide>
        <p15:guide id="4" orient="horz" pos="231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9" name="Platshållare för text 7"/>
          <p:cNvSpPr>
            <a:spLocks noGrp="1"/>
          </p:cNvSpPr>
          <p:nvPr>
            <p:ph type="body" sz="quarter" idx="13" hasCustomPrompt="1"/>
          </p:nvPr>
        </p:nvSpPr>
        <p:spPr>
          <a:xfrm>
            <a:off x="610637" y="1412877"/>
            <a:ext cx="10959561" cy="360363"/>
          </a:xfrm>
          <a:prstGeom prst="rect">
            <a:avLst/>
          </a:prstGeom>
          <a:solidFill>
            <a:schemeClr val="bg1"/>
          </a:solidFill>
          <a:ln>
            <a:noFill/>
          </a:ln>
          <a:effectLst>
            <a:outerShdw dist="6350" dir="5400000" algn="ctr" rotWithShape="0">
              <a:schemeClr val="bg1">
                <a:lumMod val="50000"/>
              </a:schemeClr>
            </a:outerShdw>
          </a:effectLst>
        </p:spPr>
        <p:txBody>
          <a:bodyPr vert="horz" lIns="0" tIns="45720" rIns="0" bIns="45720" rtlCol="0">
            <a:normAutofit/>
          </a:bodyPr>
          <a:lstStyle>
            <a:lvl1pPr marL="228594" indent="-228594">
              <a:buFont typeface="Arial" panose="020B0604020202020204" pitchFamily="34" charset="0"/>
              <a:buNone/>
              <a:defRPr lang="sv-SE" sz="1800" b="1" dirty="0">
                <a:solidFill>
                  <a:schemeClr val="tx2"/>
                </a:solidFill>
              </a:defRPr>
            </a:lvl1pPr>
          </a:lstStyle>
          <a:p>
            <a:pPr marL="0" lvl="0" indent="0"/>
            <a:r>
              <a:rPr lang="sv-SE"/>
              <a:t>Klicka här för att ändra format på underrubrik</a:t>
            </a:r>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7" name="Platshållare för text 4">
            <a:extLst>
              <a:ext uri="{FF2B5EF4-FFF2-40B4-BE49-F238E27FC236}">
                <a16:creationId xmlns:a16="http://schemas.microsoft.com/office/drawing/2014/main" id="{9A882856-C34A-4025-8C92-854625DBE2C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691891989"/>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n bild">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5" name="Platshållare för bild 4"/>
          <p:cNvSpPr>
            <a:spLocks noGrp="1"/>
          </p:cNvSpPr>
          <p:nvPr>
            <p:ph type="pic" sz="quarter" idx="13"/>
          </p:nvPr>
        </p:nvSpPr>
        <p:spPr>
          <a:xfrm>
            <a:off x="625475" y="1412875"/>
            <a:ext cx="10942639" cy="4362450"/>
          </a:xfrm>
        </p:spPr>
        <p:txBody>
          <a:bodyPr/>
          <a:lstStyle/>
          <a:p>
            <a:endParaRPr lang="sv-SE"/>
          </a:p>
        </p:txBody>
      </p:sp>
      <p:sp>
        <p:nvSpPr>
          <p:cNvPr id="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C9D9CAFB-783F-4E80-A9D6-9A124B0056EB}"/>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0864256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 bild m. textruta">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21"/>
          <p:cNvSpPr>
            <a:spLocks noGrp="1"/>
          </p:cNvSpPr>
          <p:nvPr>
            <p:ph type="body" sz="quarter" idx="16"/>
          </p:nvPr>
        </p:nvSpPr>
        <p:spPr>
          <a:xfrm>
            <a:off x="625474" y="4696835"/>
            <a:ext cx="7889287"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0" name="Platshållare för bild 4"/>
          <p:cNvSpPr>
            <a:spLocks noGrp="1"/>
          </p:cNvSpPr>
          <p:nvPr>
            <p:ph type="pic" sz="quarter" idx="13"/>
          </p:nvPr>
        </p:nvSpPr>
        <p:spPr>
          <a:xfrm>
            <a:off x="625475" y="1412877"/>
            <a:ext cx="10942639" cy="3196647"/>
          </a:xfrm>
        </p:spPr>
        <p:txBody>
          <a:bodyPr/>
          <a:lstStyle/>
          <a:p>
            <a:endParaRPr lang="sv-SE"/>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2" name="Platshållare för text 4">
            <a:extLst>
              <a:ext uri="{FF2B5EF4-FFF2-40B4-BE49-F238E27FC236}">
                <a16:creationId xmlns:a16="http://schemas.microsoft.com/office/drawing/2014/main" id="{976CF01E-AF18-4D4F-84A7-6658F63CFE16}"/>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42112691"/>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vå bilde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11" name="Platshållare för bild 7"/>
          <p:cNvSpPr>
            <a:spLocks noGrp="1"/>
          </p:cNvSpPr>
          <p:nvPr>
            <p:ph type="pic" sz="quarter" idx="14"/>
          </p:nvPr>
        </p:nvSpPr>
        <p:spPr>
          <a:xfrm>
            <a:off x="625475" y="1412875"/>
            <a:ext cx="5384800" cy="4356100"/>
          </a:xfrm>
          <a:prstGeom prst="rect">
            <a:avLst/>
          </a:prstGeom>
        </p:spPr>
        <p:txBody>
          <a:bodyPr/>
          <a:lstStyle/>
          <a:p>
            <a:endParaRPr lang="sv-SE"/>
          </a:p>
        </p:txBody>
      </p:sp>
      <p:sp>
        <p:nvSpPr>
          <p:cNvPr id="12" name="Platshållare för bild 7"/>
          <p:cNvSpPr>
            <a:spLocks noGrp="1"/>
          </p:cNvSpPr>
          <p:nvPr>
            <p:ph type="pic" sz="quarter" idx="17"/>
          </p:nvPr>
        </p:nvSpPr>
        <p:spPr>
          <a:xfrm>
            <a:off x="6186488" y="1419225"/>
            <a:ext cx="5383709" cy="4356100"/>
          </a:xfrm>
          <a:prstGeom prst="rect">
            <a:avLst/>
          </a:prstGeom>
        </p:spPr>
        <p:txBody>
          <a:bodyPr/>
          <a:lstStyle/>
          <a:p>
            <a:endParaRPr lang="sv-SE"/>
          </a:p>
        </p:txBody>
      </p:sp>
      <p:sp>
        <p:nvSpPr>
          <p:cNvPr id="8"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AF89F5BC-75DF-4272-A5F3-7AC766F7AECC}"/>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97836"/>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vå bilder m. textruto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11" name="Platshållare för bild 7"/>
          <p:cNvSpPr>
            <a:spLocks noGrp="1"/>
          </p:cNvSpPr>
          <p:nvPr>
            <p:ph type="pic" sz="quarter" idx="14"/>
          </p:nvPr>
        </p:nvSpPr>
        <p:spPr>
          <a:xfrm>
            <a:off x="625475" y="1412877"/>
            <a:ext cx="5384800" cy="3196647"/>
          </a:xfrm>
          <a:prstGeom prst="rect">
            <a:avLst/>
          </a:prstGeom>
        </p:spPr>
        <p:txBody>
          <a:bodyPr/>
          <a:lstStyle/>
          <a:p>
            <a:endParaRPr lang="sv-SE"/>
          </a:p>
        </p:txBody>
      </p:sp>
      <p:sp>
        <p:nvSpPr>
          <p:cNvPr id="7" name="Platshållare för text 21"/>
          <p:cNvSpPr>
            <a:spLocks noGrp="1"/>
          </p:cNvSpPr>
          <p:nvPr>
            <p:ph type="body" sz="quarter" idx="16"/>
          </p:nvPr>
        </p:nvSpPr>
        <p:spPr>
          <a:xfrm>
            <a:off x="625475" y="4696835"/>
            <a:ext cx="5384800"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0" name="Platshållare för bild 7"/>
          <p:cNvSpPr>
            <a:spLocks noGrp="1"/>
          </p:cNvSpPr>
          <p:nvPr>
            <p:ph type="pic" sz="quarter" idx="17"/>
          </p:nvPr>
        </p:nvSpPr>
        <p:spPr>
          <a:xfrm>
            <a:off x="6186488" y="1412877"/>
            <a:ext cx="5384800" cy="3196647"/>
          </a:xfrm>
          <a:prstGeom prst="rect">
            <a:avLst/>
          </a:prstGeom>
        </p:spPr>
        <p:txBody>
          <a:bodyPr/>
          <a:lstStyle/>
          <a:p>
            <a:endParaRPr lang="sv-SE"/>
          </a:p>
        </p:txBody>
      </p:sp>
      <p:sp>
        <p:nvSpPr>
          <p:cNvPr id="13" name="Platshållare för text 21"/>
          <p:cNvSpPr>
            <a:spLocks noGrp="1"/>
          </p:cNvSpPr>
          <p:nvPr>
            <p:ph type="body" sz="quarter" idx="18"/>
          </p:nvPr>
        </p:nvSpPr>
        <p:spPr>
          <a:xfrm>
            <a:off x="6186488" y="4696835"/>
            <a:ext cx="5384800"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4" name="Platshållare för text 4">
            <a:extLst>
              <a:ext uri="{FF2B5EF4-FFF2-40B4-BE49-F238E27FC236}">
                <a16:creationId xmlns:a16="http://schemas.microsoft.com/office/drawing/2014/main" id="{690F9EEA-3358-4652-B539-95C40DA229A5}"/>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483471586"/>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re bilder">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7" name="Platshållare för bild 7"/>
          <p:cNvSpPr>
            <a:spLocks noGrp="1"/>
          </p:cNvSpPr>
          <p:nvPr>
            <p:ph type="pic" sz="quarter" idx="14"/>
          </p:nvPr>
        </p:nvSpPr>
        <p:spPr>
          <a:xfrm>
            <a:off x="625475" y="1412875"/>
            <a:ext cx="3513139" cy="4362450"/>
          </a:xfrm>
          <a:prstGeom prst="rect">
            <a:avLst/>
          </a:prstGeom>
        </p:spPr>
        <p:txBody>
          <a:bodyPr/>
          <a:lstStyle/>
          <a:p>
            <a:endParaRPr lang="sv-SE"/>
          </a:p>
        </p:txBody>
      </p:sp>
      <p:sp>
        <p:nvSpPr>
          <p:cNvPr id="19" name="Platshållare för bild 7"/>
          <p:cNvSpPr>
            <a:spLocks noGrp="1"/>
          </p:cNvSpPr>
          <p:nvPr>
            <p:ph type="pic" sz="quarter" idx="22"/>
          </p:nvPr>
        </p:nvSpPr>
        <p:spPr>
          <a:xfrm>
            <a:off x="4332289" y="1412875"/>
            <a:ext cx="3503612" cy="4362450"/>
          </a:xfrm>
          <a:prstGeom prst="rect">
            <a:avLst/>
          </a:prstGeom>
        </p:spPr>
        <p:txBody>
          <a:bodyPr/>
          <a:lstStyle/>
          <a:p>
            <a:endParaRPr lang="sv-SE"/>
          </a:p>
        </p:txBody>
      </p:sp>
      <p:sp>
        <p:nvSpPr>
          <p:cNvPr id="20" name="Platshållare för bild 7"/>
          <p:cNvSpPr>
            <a:spLocks noGrp="1"/>
          </p:cNvSpPr>
          <p:nvPr>
            <p:ph type="pic" sz="quarter" idx="23"/>
          </p:nvPr>
        </p:nvSpPr>
        <p:spPr>
          <a:xfrm>
            <a:off x="8057059" y="1412875"/>
            <a:ext cx="3513139" cy="4362450"/>
          </a:xfrm>
          <a:prstGeom prst="rect">
            <a:avLst/>
          </a:prstGeom>
        </p:spPr>
        <p:txBody>
          <a:bodyPr/>
          <a:lstStyle/>
          <a:p>
            <a:endParaRPr lang="sv-SE"/>
          </a:p>
        </p:txBody>
      </p:sp>
      <p:sp>
        <p:nvSpPr>
          <p:cNvPr id="1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513499C4-8B97-4E65-A50D-EDE6B21ED124}"/>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074089671"/>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re bilder m. textrutor">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4" name="Platshållare för text 21"/>
          <p:cNvSpPr>
            <a:spLocks noGrp="1"/>
          </p:cNvSpPr>
          <p:nvPr>
            <p:ph type="body" sz="quarter" idx="16"/>
          </p:nvPr>
        </p:nvSpPr>
        <p:spPr>
          <a:xfrm>
            <a:off x="625475" y="4746625"/>
            <a:ext cx="3508376"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5" name="Platshållare för text 21"/>
          <p:cNvSpPr>
            <a:spLocks noGrp="1"/>
          </p:cNvSpPr>
          <p:nvPr>
            <p:ph type="body" sz="quarter" idx="20"/>
          </p:nvPr>
        </p:nvSpPr>
        <p:spPr>
          <a:xfrm>
            <a:off x="4329783"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6" name="Platshållare för text 21"/>
          <p:cNvSpPr>
            <a:spLocks noGrp="1"/>
          </p:cNvSpPr>
          <p:nvPr>
            <p:ph type="body" sz="quarter" idx="21"/>
          </p:nvPr>
        </p:nvSpPr>
        <p:spPr>
          <a:xfrm>
            <a:off x="8054890"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7" name="Platshållare för bild 7"/>
          <p:cNvSpPr>
            <a:spLocks noGrp="1"/>
          </p:cNvSpPr>
          <p:nvPr>
            <p:ph type="pic" sz="quarter" idx="14"/>
          </p:nvPr>
        </p:nvSpPr>
        <p:spPr>
          <a:xfrm>
            <a:off x="625475" y="1412875"/>
            <a:ext cx="3513139" cy="3240088"/>
          </a:xfrm>
          <a:prstGeom prst="rect">
            <a:avLst/>
          </a:prstGeom>
        </p:spPr>
        <p:txBody>
          <a:bodyPr/>
          <a:lstStyle/>
          <a:p>
            <a:endParaRPr lang="sv-SE"/>
          </a:p>
        </p:txBody>
      </p:sp>
      <p:sp>
        <p:nvSpPr>
          <p:cNvPr id="19" name="Platshållare för bild 7"/>
          <p:cNvSpPr>
            <a:spLocks noGrp="1"/>
          </p:cNvSpPr>
          <p:nvPr>
            <p:ph type="pic" sz="quarter" idx="22"/>
          </p:nvPr>
        </p:nvSpPr>
        <p:spPr>
          <a:xfrm>
            <a:off x="4332289" y="1412875"/>
            <a:ext cx="3503612" cy="3240088"/>
          </a:xfrm>
          <a:prstGeom prst="rect">
            <a:avLst/>
          </a:prstGeom>
        </p:spPr>
        <p:txBody>
          <a:bodyPr/>
          <a:lstStyle/>
          <a:p>
            <a:endParaRPr lang="sv-SE"/>
          </a:p>
        </p:txBody>
      </p:sp>
      <p:sp>
        <p:nvSpPr>
          <p:cNvPr id="20" name="Platshållare för bild 7"/>
          <p:cNvSpPr>
            <a:spLocks noGrp="1"/>
          </p:cNvSpPr>
          <p:nvPr>
            <p:ph type="pic" sz="quarter" idx="23"/>
          </p:nvPr>
        </p:nvSpPr>
        <p:spPr>
          <a:xfrm>
            <a:off x="8057059" y="1412875"/>
            <a:ext cx="3513139" cy="3240088"/>
          </a:xfrm>
          <a:prstGeom prst="rect">
            <a:avLst/>
          </a:prstGeom>
        </p:spPr>
        <p:txBody>
          <a:bodyPr/>
          <a:lstStyle/>
          <a:p>
            <a:endParaRPr lang="sv-SE"/>
          </a:p>
        </p:txBody>
      </p:sp>
      <p:sp>
        <p:nvSpPr>
          <p:cNvPr id="12"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3" name="Platshållare för text 4">
            <a:extLst>
              <a:ext uri="{FF2B5EF4-FFF2-40B4-BE49-F238E27FC236}">
                <a16:creationId xmlns:a16="http://schemas.microsoft.com/office/drawing/2014/main" id="{FA57B1EE-41AE-40B4-B015-BC1205629646}"/>
              </a:ext>
            </a:extLst>
          </p:cNvPr>
          <p:cNvSpPr>
            <a:spLocks noGrp="1"/>
          </p:cNvSpPr>
          <p:nvPr>
            <p:ph type="body" sz="quarter" idx="24"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778109099"/>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guide id="5" orient="horz" pos="2160">
          <p15:clr>
            <a:srgbClr val="FBAE40"/>
          </p15:clr>
        </p15:guide>
        <p15:guide id="6" orient="horz" pos="2931">
          <p15:clr>
            <a:srgbClr val="FBAE40"/>
          </p15:clr>
        </p15:guide>
        <p15:guide id="7" orient="horz" pos="298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yra bilder m. fyra underrubriker">
    <p:spTree>
      <p:nvGrpSpPr>
        <p:cNvPr id="1" name=""/>
        <p:cNvGrpSpPr/>
        <p:nvPr/>
      </p:nvGrpSpPr>
      <p:grpSpPr>
        <a:xfrm>
          <a:off x="0" y="0"/>
          <a:ext cx="0" cy="0"/>
          <a:chOff x="0" y="0"/>
          <a:chExt cx="0" cy="0"/>
        </a:xfrm>
      </p:grpSpPr>
      <p:sp>
        <p:nvSpPr>
          <p:cNvPr id="6" name="Platshållare för bild 5"/>
          <p:cNvSpPr>
            <a:spLocks noGrp="1"/>
          </p:cNvSpPr>
          <p:nvPr>
            <p:ph type="pic" sz="quarter" idx="24"/>
          </p:nvPr>
        </p:nvSpPr>
        <p:spPr>
          <a:xfrm>
            <a:off x="625474" y="1773240"/>
            <a:ext cx="5378451" cy="1730375"/>
          </a:xfrm>
        </p:spPr>
        <p:txBody>
          <a:bodyPr/>
          <a:lstStyle/>
          <a:p>
            <a:endParaRPr lang="sv-SE"/>
          </a:p>
        </p:txBody>
      </p:sp>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11" name="Platshållare för text 7"/>
          <p:cNvSpPr>
            <a:spLocks noGrp="1"/>
          </p:cNvSpPr>
          <p:nvPr>
            <p:ph type="body" sz="quarter" idx="13" hasCustomPrompt="1"/>
          </p:nvPr>
        </p:nvSpPr>
        <p:spPr>
          <a:xfrm>
            <a:off x="610637"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2" name="Platshållare för text 7"/>
          <p:cNvSpPr>
            <a:spLocks noGrp="1"/>
          </p:cNvSpPr>
          <p:nvPr>
            <p:ph type="body" sz="quarter" idx="19" hasCustomPrompt="1"/>
          </p:nvPr>
        </p:nvSpPr>
        <p:spPr>
          <a:xfrm>
            <a:off x="6171460" y="1412877"/>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26" name="Platshållare för text 7"/>
          <p:cNvSpPr>
            <a:spLocks noGrp="1"/>
          </p:cNvSpPr>
          <p:nvPr>
            <p:ph type="body" sz="quarter" idx="22" hasCustomPrompt="1"/>
          </p:nvPr>
        </p:nvSpPr>
        <p:spPr>
          <a:xfrm>
            <a:off x="610637" y="3678238"/>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27" name="Platshållare för text 7"/>
          <p:cNvSpPr>
            <a:spLocks noGrp="1"/>
          </p:cNvSpPr>
          <p:nvPr>
            <p:ph type="body" sz="quarter" idx="23" hasCustomPrompt="1"/>
          </p:nvPr>
        </p:nvSpPr>
        <p:spPr>
          <a:xfrm>
            <a:off x="6171460" y="3678238"/>
            <a:ext cx="5393387"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bild 5"/>
          <p:cNvSpPr>
            <a:spLocks noGrp="1"/>
          </p:cNvSpPr>
          <p:nvPr>
            <p:ph type="pic" sz="quarter" idx="25"/>
          </p:nvPr>
        </p:nvSpPr>
        <p:spPr>
          <a:xfrm>
            <a:off x="6186488" y="1773240"/>
            <a:ext cx="5378451" cy="1730375"/>
          </a:xfrm>
        </p:spPr>
        <p:txBody>
          <a:bodyPr/>
          <a:lstStyle/>
          <a:p>
            <a:endParaRPr lang="sv-SE"/>
          </a:p>
        </p:txBody>
      </p:sp>
      <p:sp>
        <p:nvSpPr>
          <p:cNvPr id="15" name="Platshållare för bild 5"/>
          <p:cNvSpPr>
            <a:spLocks noGrp="1"/>
          </p:cNvSpPr>
          <p:nvPr>
            <p:ph type="pic" sz="quarter" idx="26"/>
          </p:nvPr>
        </p:nvSpPr>
        <p:spPr>
          <a:xfrm>
            <a:off x="625474" y="4038601"/>
            <a:ext cx="5378451" cy="1730375"/>
          </a:xfrm>
        </p:spPr>
        <p:txBody>
          <a:bodyPr/>
          <a:lstStyle/>
          <a:p>
            <a:endParaRPr lang="sv-SE"/>
          </a:p>
        </p:txBody>
      </p:sp>
      <p:sp>
        <p:nvSpPr>
          <p:cNvPr id="16" name="Platshållare för bild 5"/>
          <p:cNvSpPr>
            <a:spLocks noGrp="1"/>
          </p:cNvSpPr>
          <p:nvPr>
            <p:ph type="pic" sz="quarter" idx="27"/>
          </p:nvPr>
        </p:nvSpPr>
        <p:spPr>
          <a:xfrm>
            <a:off x="6186488" y="4038601"/>
            <a:ext cx="5378451" cy="1730375"/>
          </a:xfrm>
        </p:spPr>
        <p:txBody>
          <a:bodyPr/>
          <a:lstStyle/>
          <a:p>
            <a:endParaRPr lang="sv-SE"/>
          </a:p>
        </p:txBody>
      </p:sp>
      <p:sp>
        <p:nvSpPr>
          <p:cNvPr id="18"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9" name="Platshållare för text 4">
            <a:extLst>
              <a:ext uri="{FF2B5EF4-FFF2-40B4-BE49-F238E27FC236}">
                <a16:creationId xmlns:a16="http://schemas.microsoft.com/office/drawing/2014/main" id="{194A7F5C-B530-4173-9BD6-859C5AAA24F4}"/>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115210791"/>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212">
          <p15:clr>
            <a:srgbClr val="FBAE40"/>
          </p15:clr>
        </p15:guide>
        <p15:guide id="4" orient="horz" pos="2314">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ildkolage m. textruta">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4" name="Platshållare för text 21"/>
          <p:cNvSpPr>
            <a:spLocks noGrp="1"/>
          </p:cNvSpPr>
          <p:nvPr>
            <p:ph type="body" sz="quarter" idx="16"/>
          </p:nvPr>
        </p:nvSpPr>
        <p:spPr>
          <a:xfrm>
            <a:off x="625473" y="4746625"/>
            <a:ext cx="7210427"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7" name="Platshållare för bild 7"/>
          <p:cNvSpPr>
            <a:spLocks noGrp="1"/>
          </p:cNvSpPr>
          <p:nvPr>
            <p:ph type="pic" sz="quarter" idx="14"/>
          </p:nvPr>
        </p:nvSpPr>
        <p:spPr>
          <a:xfrm>
            <a:off x="625476" y="1412875"/>
            <a:ext cx="7210425" cy="3240088"/>
          </a:xfrm>
          <a:prstGeom prst="rect">
            <a:avLst/>
          </a:prstGeom>
        </p:spPr>
        <p:txBody>
          <a:bodyPr/>
          <a:lstStyle/>
          <a:p>
            <a:endParaRPr lang="sv-SE"/>
          </a:p>
        </p:txBody>
      </p:sp>
      <p:sp>
        <p:nvSpPr>
          <p:cNvPr id="20" name="Platshållare för bild 7"/>
          <p:cNvSpPr>
            <a:spLocks noGrp="1"/>
          </p:cNvSpPr>
          <p:nvPr>
            <p:ph type="pic" sz="quarter" idx="23"/>
          </p:nvPr>
        </p:nvSpPr>
        <p:spPr>
          <a:xfrm>
            <a:off x="8057059" y="1412876"/>
            <a:ext cx="3513139" cy="1521114"/>
          </a:xfrm>
          <a:prstGeom prst="rect">
            <a:avLst/>
          </a:prstGeom>
        </p:spPr>
        <p:txBody>
          <a:bodyPr/>
          <a:lstStyle/>
          <a:p>
            <a:endParaRPr lang="sv-SE"/>
          </a:p>
        </p:txBody>
      </p:sp>
      <p:sp>
        <p:nvSpPr>
          <p:cNvPr id="10" name="Platshållare för bild 7"/>
          <p:cNvSpPr>
            <a:spLocks noGrp="1"/>
          </p:cNvSpPr>
          <p:nvPr>
            <p:ph type="pic" sz="quarter" idx="24"/>
          </p:nvPr>
        </p:nvSpPr>
        <p:spPr>
          <a:xfrm>
            <a:off x="8056214" y="3027651"/>
            <a:ext cx="1701951" cy="1625312"/>
          </a:xfrm>
          <a:prstGeom prst="rect">
            <a:avLst/>
          </a:prstGeom>
        </p:spPr>
        <p:txBody>
          <a:bodyPr/>
          <a:lstStyle/>
          <a:p>
            <a:endParaRPr lang="sv-SE"/>
          </a:p>
        </p:txBody>
      </p:sp>
      <p:sp>
        <p:nvSpPr>
          <p:cNvPr id="11" name="Platshållare för bild 7"/>
          <p:cNvSpPr>
            <a:spLocks noGrp="1"/>
          </p:cNvSpPr>
          <p:nvPr>
            <p:ph type="pic" sz="quarter" idx="22"/>
          </p:nvPr>
        </p:nvSpPr>
        <p:spPr>
          <a:xfrm>
            <a:off x="9878269" y="3027651"/>
            <a:ext cx="1701951" cy="1625312"/>
          </a:xfrm>
          <a:prstGeom prst="rect">
            <a:avLst/>
          </a:prstGeom>
        </p:spPr>
        <p:txBody>
          <a:bodyPr/>
          <a:lstStyle/>
          <a:p>
            <a:endParaRPr lang="sv-SE"/>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5" name="Platshållare för text 4">
            <a:extLst>
              <a:ext uri="{FF2B5EF4-FFF2-40B4-BE49-F238E27FC236}">
                <a16:creationId xmlns:a16="http://schemas.microsoft.com/office/drawing/2014/main" id="{86605E80-F447-431C-8CEA-58CD2839735F}"/>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46984042"/>
      </p:ext>
    </p:extLst>
  </p:cSld>
  <p:clrMapOvr>
    <a:masterClrMapping/>
  </p:clrMapOvr>
  <p:extLst>
    <p:ext uri="{DCECCB84-F9BA-43D5-87BE-67443E8EF086}">
      <p15:sldGuideLst xmlns:p15="http://schemas.microsoft.com/office/powerpoint/2012/main">
        <p15:guide id="1" pos="5069">
          <p15:clr>
            <a:srgbClr val="FBAE40"/>
          </p15:clr>
        </p15:guide>
        <p15:guide id="2" pos="4936">
          <p15:clr>
            <a:srgbClr val="FBAE40"/>
          </p15:clr>
        </p15:guide>
        <p15:guide id="3" orient="horz" pos="2160">
          <p15:clr>
            <a:srgbClr val="FBAE40"/>
          </p15:clr>
        </p15:guide>
        <p15:guide id="4" orient="horz" pos="2931">
          <p15:clr>
            <a:srgbClr val="FBAE40"/>
          </p15:clr>
        </p15:guide>
        <p15:guide id="5" orient="horz" pos="2989">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Helbild m. sköld (1)">
    <p:spTree>
      <p:nvGrpSpPr>
        <p:cNvPr id="1" name=""/>
        <p:cNvGrpSpPr/>
        <p:nvPr/>
      </p:nvGrpSpPr>
      <p:grpSpPr>
        <a:xfrm>
          <a:off x="0" y="0"/>
          <a:ext cx="0" cy="0"/>
          <a:chOff x="0" y="0"/>
          <a:chExt cx="0" cy="0"/>
        </a:xfrm>
      </p:grpSpPr>
      <p:sp>
        <p:nvSpPr>
          <p:cNvPr id="5" name="Platshållare för bild 4"/>
          <p:cNvSpPr>
            <a:spLocks noGrp="1"/>
          </p:cNvSpPr>
          <p:nvPr>
            <p:ph type="pic" sz="quarter" idx="11"/>
          </p:nvPr>
        </p:nvSpPr>
        <p:spPr>
          <a:xfrm>
            <a:off x="0" y="0"/>
            <a:ext cx="12192000" cy="6858000"/>
          </a:xfrm>
        </p:spPr>
        <p:txBody>
          <a:bodyPr/>
          <a:lstStyle/>
          <a:p>
            <a:endParaRPr lang="sv-SE"/>
          </a:p>
        </p:txBody>
      </p:sp>
      <p:sp>
        <p:nvSpPr>
          <p:cNvPr id="6" name="Platshållare för text 12"/>
          <p:cNvSpPr>
            <a:spLocks noGrp="1"/>
          </p:cNvSpPr>
          <p:nvPr>
            <p:ph type="body" sz="quarter" idx="18" hasCustomPrompt="1"/>
          </p:nvPr>
        </p:nvSpPr>
        <p:spPr>
          <a:xfrm>
            <a:off x="658814" y="1665290"/>
            <a:ext cx="3750311" cy="3670451"/>
          </a:xfrm>
          <a:custGeom>
            <a:avLst/>
            <a:gdLst>
              <a:gd name="connsiteX0" fmla="*/ 1996394 w 3999812"/>
              <a:gd name="connsiteY0" fmla="*/ 0 h 3914640"/>
              <a:gd name="connsiteX1" fmla="*/ 2067694 w 3999812"/>
              <a:gd name="connsiteY1" fmla="*/ 0 h 3914640"/>
              <a:gd name="connsiteX2" fmla="*/ 3998988 w 3999812"/>
              <a:gd name="connsiteY2" fmla="*/ 3894657 h 3914640"/>
              <a:gd name="connsiteX3" fmla="*/ 3989688 w 3999812"/>
              <a:gd name="connsiteY3" fmla="*/ 3913262 h 3914640"/>
              <a:gd name="connsiteX4" fmla="*/ 1996394 w 3999812"/>
              <a:gd name="connsiteY4" fmla="*/ 3913262 h 3914640"/>
              <a:gd name="connsiteX5" fmla="*/ 601398 w 3999812"/>
              <a:gd name="connsiteY5" fmla="*/ 3364413 h 3914640"/>
              <a:gd name="connsiteX6" fmla="*/ 0 w 3999812"/>
              <a:gd name="connsiteY6" fmla="*/ 1956631 h 3914640"/>
              <a:gd name="connsiteX7" fmla="*/ 601398 w 3999812"/>
              <a:gd name="connsiteY7" fmla="*/ 551950 h 3914640"/>
              <a:gd name="connsiteX8" fmla="*/ 1996394 w 3999812"/>
              <a:gd name="connsiteY8" fmla="*/ 0 h 391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99812" h="3914640">
                <a:moveTo>
                  <a:pt x="1996394" y="0"/>
                </a:moveTo>
                <a:cubicBezTo>
                  <a:pt x="1996394" y="0"/>
                  <a:pt x="2021194" y="0"/>
                  <a:pt x="2067694" y="0"/>
                </a:cubicBezTo>
                <a:cubicBezTo>
                  <a:pt x="2067694" y="0"/>
                  <a:pt x="3995888" y="3891556"/>
                  <a:pt x="3998988" y="3894657"/>
                </a:cubicBezTo>
                <a:cubicBezTo>
                  <a:pt x="4002088" y="3903960"/>
                  <a:pt x="3995888" y="3913262"/>
                  <a:pt x="3989688" y="3913262"/>
                </a:cubicBezTo>
                <a:cubicBezTo>
                  <a:pt x="3989688" y="3913262"/>
                  <a:pt x="1999494" y="3916363"/>
                  <a:pt x="1996394" y="3913262"/>
                </a:cubicBezTo>
                <a:cubicBezTo>
                  <a:pt x="1345396" y="3894657"/>
                  <a:pt x="951697" y="3693103"/>
                  <a:pt x="601398" y="3364413"/>
                </a:cubicBezTo>
                <a:cubicBezTo>
                  <a:pt x="229399" y="3014018"/>
                  <a:pt x="0" y="2520984"/>
                  <a:pt x="0" y="1956631"/>
                </a:cubicBezTo>
                <a:cubicBezTo>
                  <a:pt x="0" y="1392278"/>
                  <a:pt x="229399" y="899244"/>
                  <a:pt x="601398" y="551950"/>
                </a:cubicBezTo>
                <a:cubicBezTo>
                  <a:pt x="951697" y="223261"/>
                  <a:pt x="1345396" y="21706"/>
                  <a:pt x="1996394" y="0"/>
                </a:cubicBezTo>
                <a:close/>
              </a:path>
            </a:pathLst>
          </a:custGeom>
          <a:solidFill>
            <a:schemeClr val="tx2"/>
          </a:solidFill>
        </p:spPr>
        <p:txBody>
          <a:bodyPr wrap="square" lIns="396000" tIns="0" rIns="1332000" bIns="0" anchor="ctr" anchorCtr="0">
            <a:noAutofit/>
          </a:bodyPr>
          <a:lstStyle>
            <a:lvl1pPr marL="0" marR="0" indent="0" algn="l" defTabSz="914377" rtl="0" eaLnBrk="1" fontAlgn="auto" latinLnBrk="0" hangingPunct="1">
              <a:lnSpc>
                <a:spcPct val="90000"/>
              </a:lnSpc>
              <a:spcBef>
                <a:spcPts val="1000"/>
              </a:spcBef>
              <a:spcAft>
                <a:spcPts val="0"/>
              </a:spcAft>
              <a:buClrTx/>
              <a:buSzTx/>
              <a:buFontTx/>
              <a:buNone/>
              <a:tabLst/>
              <a:defRPr sz="2600" b="1">
                <a:solidFill>
                  <a:schemeClr val="bg2"/>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marL="0" marR="0" lvl="0" indent="0" algn="l" defTabSz="914377" rtl="0" eaLnBrk="1" fontAlgn="auto" latinLnBrk="0" hangingPunct="1">
              <a:lnSpc>
                <a:spcPct val="90000"/>
              </a:lnSpc>
              <a:spcBef>
                <a:spcPts val="1000"/>
              </a:spcBef>
              <a:spcAft>
                <a:spcPts val="0"/>
              </a:spcAft>
              <a:buClrTx/>
              <a:buSzTx/>
              <a:buFontTx/>
              <a:buNone/>
              <a:tabLst/>
              <a:defRPr/>
            </a:pPr>
            <a:r>
              <a:rPr lang="sv-SE"/>
              <a:t>Klicka här för att lägga till text</a:t>
            </a:r>
          </a:p>
        </p:txBody>
      </p:sp>
    </p:spTree>
    <p:extLst>
      <p:ext uri="{BB962C8B-B14F-4D97-AF65-F5344CB8AC3E}">
        <p14:creationId xmlns:p14="http://schemas.microsoft.com/office/powerpoint/2010/main" val="32663149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Helbild m. sköld (2)">
    <p:spTree>
      <p:nvGrpSpPr>
        <p:cNvPr id="1" name=""/>
        <p:cNvGrpSpPr/>
        <p:nvPr/>
      </p:nvGrpSpPr>
      <p:grpSpPr>
        <a:xfrm>
          <a:off x="0" y="0"/>
          <a:ext cx="0" cy="0"/>
          <a:chOff x="0" y="0"/>
          <a:chExt cx="0" cy="0"/>
        </a:xfrm>
      </p:grpSpPr>
      <p:sp>
        <p:nvSpPr>
          <p:cNvPr id="5" name="Platshållare för bild 4"/>
          <p:cNvSpPr>
            <a:spLocks noGrp="1"/>
          </p:cNvSpPr>
          <p:nvPr>
            <p:ph type="pic" sz="quarter" idx="11"/>
          </p:nvPr>
        </p:nvSpPr>
        <p:spPr>
          <a:xfrm>
            <a:off x="0" y="0"/>
            <a:ext cx="12192000" cy="6858000"/>
          </a:xfrm>
        </p:spPr>
        <p:txBody>
          <a:bodyPr/>
          <a:lstStyle/>
          <a:p>
            <a:endParaRPr lang="sv-SE"/>
          </a:p>
        </p:txBody>
      </p:sp>
      <p:sp>
        <p:nvSpPr>
          <p:cNvPr id="7" name="Platshållare för text 6"/>
          <p:cNvSpPr>
            <a:spLocks noGrp="1"/>
          </p:cNvSpPr>
          <p:nvPr>
            <p:ph type="body" sz="quarter" idx="12" hasCustomPrompt="1"/>
          </p:nvPr>
        </p:nvSpPr>
        <p:spPr>
          <a:xfrm>
            <a:off x="7530087" y="1183143"/>
            <a:ext cx="4003100" cy="3916363"/>
          </a:xfrm>
          <a:custGeom>
            <a:avLst/>
            <a:gdLst>
              <a:gd name="connsiteX0" fmla="*/ 1933354 w 4003100"/>
              <a:gd name="connsiteY0" fmla="*/ 0 h 3916363"/>
              <a:gd name="connsiteX1" fmla="*/ 2006404 w 4003100"/>
              <a:gd name="connsiteY1" fmla="*/ 0 h 3916363"/>
              <a:gd name="connsiteX2" fmla="*/ 3402468 w 4003100"/>
              <a:gd name="connsiteY2" fmla="*/ 551943 h 3916363"/>
              <a:gd name="connsiteX3" fmla="*/ 4003100 w 4003100"/>
              <a:gd name="connsiteY3" fmla="*/ 1956152 h 3916363"/>
              <a:gd name="connsiteX4" fmla="*/ 3402468 w 4003100"/>
              <a:gd name="connsiteY4" fmla="*/ 3364420 h 3916363"/>
              <a:gd name="connsiteX5" fmla="*/ 2006404 w 4003100"/>
              <a:gd name="connsiteY5" fmla="*/ 3916363 h 3916363"/>
              <a:gd name="connsiteX6" fmla="*/ 9708 w 4003100"/>
              <a:gd name="connsiteY6" fmla="*/ 3912305 h 3916363"/>
              <a:gd name="connsiteX7" fmla="*/ 1591 w 4003100"/>
              <a:gd name="connsiteY7" fmla="*/ 3896071 h 3916363"/>
              <a:gd name="connsiteX8" fmla="*/ 1933354 w 4003100"/>
              <a:gd name="connsiteY8" fmla="*/ 0 h 3916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3100" h="3916363">
                <a:moveTo>
                  <a:pt x="1933354" y="0"/>
                </a:moveTo>
                <a:cubicBezTo>
                  <a:pt x="1977996" y="0"/>
                  <a:pt x="2006404" y="0"/>
                  <a:pt x="2006404" y="0"/>
                </a:cubicBezTo>
                <a:cubicBezTo>
                  <a:pt x="2655736" y="20292"/>
                  <a:pt x="3053452" y="219154"/>
                  <a:pt x="3402468" y="551943"/>
                </a:cubicBezTo>
                <a:cubicBezTo>
                  <a:pt x="3771776" y="896908"/>
                  <a:pt x="4003100" y="1392034"/>
                  <a:pt x="4003100" y="1956152"/>
                </a:cubicBezTo>
                <a:cubicBezTo>
                  <a:pt x="4003100" y="2520271"/>
                  <a:pt x="3771776" y="3015397"/>
                  <a:pt x="3402468" y="3364420"/>
                </a:cubicBezTo>
                <a:cubicBezTo>
                  <a:pt x="3053452" y="3693151"/>
                  <a:pt x="2655736" y="3892013"/>
                  <a:pt x="2006404" y="3916363"/>
                </a:cubicBezTo>
                <a:cubicBezTo>
                  <a:pt x="2002346" y="3916363"/>
                  <a:pt x="9708" y="3912305"/>
                  <a:pt x="9708" y="3912305"/>
                </a:cubicBezTo>
                <a:cubicBezTo>
                  <a:pt x="1591" y="3912305"/>
                  <a:pt x="-2467" y="3904188"/>
                  <a:pt x="1591" y="3896071"/>
                </a:cubicBezTo>
                <a:cubicBezTo>
                  <a:pt x="5649" y="3892013"/>
                  <a:pt x="1933354" y="0"/>
                  <a:pt x="1933354" y="0"/>
                </a:cubicBezTo>
                <a:close/>
              </a:path>
            </a:pathLst>
          </a:custGeom>
          <a:solidFill>
            <a:schemeClr val="bg2"/>
          </a:solidFill>
        </p:spPr>
        <p:txBody>
          <a:bodyPr wrap="square" lIns="1512000" tIns="0" rIns="432000" bIns="0" anchor="ctr" anchorCtr="0">
            <a:noAutofit/>
          </a:bodyPr>
          <a:lstStyle>
            <a:lvl1pPr marL="0" indent="0" algn="l">
              <a:buFontTx/>
              <a:buNone/>
              <a:defRPr sz="2600" b="1">
                <a:solidFill>
                  <a:schemeClr val="tx2"/>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Klicka här för att lägga till text</a:t>
            </a:r>
          </a:p>
        </p:txBody>
      </p:sp>
    </p:spTree>
    <p:extLst>
      <p:ext uri="{BB962C8B-B14F-4D97-AF65-F5344CB8AC3E}">
        <p14:creationId xmlns:p14="http://schemas.microsoft.com/office/powerpoint/2010/main" val="2358890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En spalt">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699" y="1417636"/>
            <a:ext cx="10935499"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4"/>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Tree>
    <p:extLst>
      <p:ext uri="{BB962C8B-B14F-4D97-AF65-F5344CB8AC3E}">
        <p14:creationId xmlns:p14="http://schemas.microsoft.com/office/powerpoint/2010/main" val="30650457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n spalt med textruta">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700" y="1417636"/>
            <a:ext cx="10933413" cy="3198814"/>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CD7A26F7-73FA-4F1B-8558-BB90DBA900BD}"/>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4" name="Platshållare för text 21">
            <a:extLst>
              <a:ext uri="{FF2B5EF4-FFF2-40B4-BE49-F238E27FC236}">
                <a16:creationId xmlns:a16="http://schemas.microsoft.com/office/drawing/2014/main" id="{E966FEE3-65D1-4C96-A009-3F331D960FE6}"/>
              </a:ext>
            </a:extLst>
          </p:cNvPr>
          <p:cNvSpPr>
            <a:spLocks noGrp="1"/>
          </p:cNvSpPr>
          <p:nvPr>
            <p:ph type="body" sz="quarter" idx="16"/>
          </p:nvPr>
        </p:nvSpPr>
        <p:spPr>
          <a:xfrm>
            <a:off x="625474" y="4696835"/>
            <a:ext cx="10942639"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Tree>
    <p:extLst>
      <p:ext uri="{BB962C8B-B14F-4D97-AF65-F5344CB8AC3E}">
        <p14:creationId xmlns:p14="http://schemas.microsoft.com/office/powerpoint/2010/main" val="28716096"/>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 spalt m. skö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701" y="1417636"/>
            <a:ext cx="6759875"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Rubrik 6"/>
          <p:cNvSpPr>
            <a:spLocks noGrp="1"/>
          </p:cNvSpPr>
          <p:nvPr>
            <p:ph type="title"/>
          </p:nvPr>
        </p:nvSpPr>
        <p:spPr/>
        <p:txBody>
          <a:bodyPr/>
          <a:lstStyle/>
          <a:p>
            <a:r>
              <a:rPr lang="sv-SE"/>
              <a:t>Klicka här för att ändra format</a:t>
            </a:r>
          </a:p>
        </p:txBody>
      </p:sp>
      <p:sp>
        <p:nvSpPr>
          <p:cNvPr id="8" name="Platshållare för text 12"/>
          <p:cNvSpPr>
            <a:spLocks noGrp="1"/>
          </p:cNvSpPr>
          <p:nvPr>
            <p:ph type="body" sz="quarter" idx="18" hasCustomPrompt="1"/>
          </p:nvPr>
        </p:nvSpPr>
        <p:spPr>
          <a:xfrm>
            <a:off x="7782878" y="1755701"/>
            <a:ext cx="3750311" cy="3670451"/>
          </a:xfrm>
          <a:custGeom>
            <a:avLst/>
            <a:gdLst>
              <a:gd name="connsiteX0" fmla="*/ 1996394 w 3999812"/>
              <a:gd name="connsiteY0" fmla="*/ 0 h 3914640"/>
              <a:gd name="connsiteX1" fmla="*/ 2067694 w 3999812"/>
              <a:gd name="connsiteY1" fmla="*/ 0 h 3914640"/>
              <a:gd name="connsiteX2" fmla="*/ 3998988 w 3999812"/>
              <a:gd name="connsiteY2" fmla="*/ 3894657 h 3914640"/>
              <a:gd name="connsiteX3" fmla="*/ 3989688 w 3999812"/>
              <a:gd name="connsiteY3" fmla="*/ 3913262 h 3914640"/>
              <a:gd name="connsiteX4" fmla="*/ 1996394 w 3999812"/>
              <a:gd name="connsiteY4" fmla="*/ 3913262 h 3914640"/>
              <a:gd name="connsiteX5" fmla="*/ 601398 w 3999812"/>
              <a:gd name="connsiteY5" fmla="*/ 3364413 h 3914640"/>
              <a:gd name="connsiteX6" fmla="*/ 0 w 3999812"/>
              <a:gd name="connsiteY6" fmla="*/ 1956631 h 3914640"/>
              <a:gd name="connsiteX7" fmla="*/ 601398 w 3999812"/>
              <a:gd name="connsiteY7" fmla="*/ 551950 h 3914640"/>
              <a:gd name="connsiteX8" fmla="*/ 1996394 w 3999812"/>
              <a:gd name="connsiteY8" fmla="*/ 0 h 391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99812" h="3914640">
                <a:moveTo>
                  <a:pt x="1996394" y="0"/>
                </a:moveTo>
                <a:cubicBezTo>
                  <a:pt x="1996394" y="0"/>
                  <a:pt x="2021194" y="0"/>
                  <a:pt x="2067694" y="0"/>
                </a:cubicBezTo>
                <a:cubicBezTo>
                  <a:pt x="2067694" y="0"/>
                  <a:pt x="3995888" y="3891556"/>
                  <a:pt x="3998988" y="3894657"/>
                </a:cubicBezTo>
                <a:cubicBezTo>
                  <a:pt x="4002088" y="3903960"/>
                  <a:pt x="3995888" y="3913262"/>
                  <a:pt x="3989688" y="3913262"/>
                </a:cubicBezTo>
                <a:cubicBezTo>
                  <a:pt x="3989688" y="3913262"/>
                  <a:pt x="1999494" y="3916363"/>
                  <a:pt x="1996394" y="3913262"/>
                </a:cubicBezTo>
                <a:cubicBezTo>
                  <a:pt x="1345396" y="3894657"/>
                  <a:pt x="951697" y="3693103"/>
                  <a:pt x="601398" y="3364413"/>
                </a:cubicBezTo>
                <a:cubicBezTo>
                  <a:pt x="229399" y="3014018"/>
                  <a:pt x="0" y="2520984"/>
                  <a:pt x="0" y="1956631"/>
                </a:cubicBezTo>
                <a:cubicBezTo>
                  <a:pt x="0" y="1392278"/>
                  <a:pt x="229399" y="899244"/>
                  <a:pt x="601398" y="551950"/>
                </a:cubicBezTo>
                <a:cubicBezTo>
                  <a:pt x="951697" y="223261"/>
                  <a:pt x="1345396" y="21706"/>
                  <a:pt x="1996394" y="0"/>
                </a:cubicBezTo>
                <a:close/>
              </a:path>
            </a:pathLst>
          </a:custGeom>
          <a:solidFill>
            <a:schemeClr val="tx2"/>
          </a:solidFill>
        </p:spPr>
        <p:txBody>
          <a:bodyPr wrap="square" lIns="396000" tIns="0" rIns="1332000" bIns="0" anchor="ctr" anchorCtr="0">
            <a:noAutofit/>
          </a:bodyPr>
          <a:lstStyle>
            <a:lvl1pPr marL="0" indent="0" algn="l">
              <a:buFontTx/>
              <a:buNone/>
              <a:defRPr sz="2600" b="1">
                <a:solidFill>
                  <a:schemeClr val="bg1"/>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Textruta</a:t>
            </a:r>
          </a:p>
        </p:txBody>
      </p:sp>
      <p:sp>
        <p:nvSpPr>
          <p:cNvPr id="9" name="Platshållare för bildnummer 8"/>
          <p:cNvSpPr>
            <a:spLocks noGrp="1"/>
          </p:cNvSpPr>
          <p:nvPr>
            <p:ph type="sldNum" sz="quarter" idx="19"/>
          </p:nvPr>
        </p:nvSpPr>
        <p:spPr/>
        <p:txBody>
          <a:bodyPr/>
          <a:lstStyle/>
          <a:p>
            <a:fld id="{37D9A64F-750D-4E7D-A276-9A7D3F74441C}" type="slidenum">
              <a:rPr lang="sv-SE" smtClean="0"/>
              <a:pPr/>
              <a:t>‹#›</a:t>
            </a:fld>
            <a:endParaRPr lang="sv-SE"/>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356AD836-69C5-46E0-8902-338048AB794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039320890"/>
      </p:ext>
    </p:extLst>
  </p:cSld>
  <p:clrMapOvr>
    <a:masterClrMapping/>
  </p:clrMapOvr>
  <p:extLst>
    <p:ext uri="{DCECCB84-F9BA-43D5-87BE-67443E8EF086}">
      <p15:sldGuideLst xmlns:p15="http://schemas.microsoft.com/office/powerpoint/2012/main">
        <p15:guide id="1" pos="466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vå spalt m. bild">
    <p:spTree>
      <p:nvGrpSpPr>
        <p:cNvPr id="1" name=""/>
        <p:cNvGrpSpPr/>
        <p:nvPr/>
      </p:nvGrpSpPr>
      <p:grpSpPr>
        <a:xfrm>
          <a:off x="0" y="0"/>
          <a:ext cx="0" cy="0"/>
          <a:chOff x="0" y="0"/>
          <a:chExt cx="0" cy="0"/>
        </a:xfrm>
      </p:grpSpPr>
      <p:sp>
        <p:nvSpPr>
          <p:cNvPr id="10" name="Platshållare för bild 7"/>
          <p:cNvSpPr>
            <a:spLocks noGrp="1"/>
          </p:cNvSpPr>
          <p:nvPr>
            <p:ph type="pic" sz="quarter" idx="15"/>
          </p:nvPr>
        </p:nvSpPr>
        <p:spPr>
          <a:xfrm>
            <a:off x="5386089" y="1412876"/>
            <a:ext cx="6184108" cy="4356100"/>
          </a:xfrm>
          <a:prstGeom prst="rect">
            <a:avLst/>
          </a:prstGeom>
        </p:spPr>
        <p:txBody>
          <a:bodyPr/>
          <a:lstStyle/>
          <a:p>
            <a:endParaRPr lang="sv-SE"/>
          </a:p>
        </p:txBody>
      </p:sp>
      <p:sp>
        <p:nvSpPr>
          <p:cNvPr id="3" name="Platshållare för innehåll 2"/>
          <p:cNvSpPr>
            <a:spLocks noGrp="1"/>
          </p:cNvSpPr>
          <p:nvPr>
            <p:ph idx="1"/>
          </p:nvPr>
        </p:nvSpPr>
        <p:spPr>
          <a:xfrm>
            <a:off x="634701" y="1417635"/>
            <a:ext cx="4514545" cy="4357689"/>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41D6F8E9-1ADC-4889-A1B3-33C491475D8A}"/>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779067088"/>
      </p:ext>
    </p:extLst>
  </p:cSld>
  <p:clrMapOvr>
    <a:masterClrMapping/>
  </p:clrMapOvr>
  <p:extLst>
    <p:ext uri="{DCECCB84-F9BA-43D5-87BE-67443E8EF086}">
      <p15:sldGuideLst xmlns:p15="http://schemas.microsoft.com/office/powerpoint/2012/main">
        <p15:guide id="1" pos="3386">
          <p15:clr>
            <a:srgbClr val="FBAE40"/>
          </p15:clr>
        </p15:guide>
        <p15:guide id="2" pos="325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190037"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8" name="Platshållare för text 4">
            <a:extLst>
              <a:ext uri="{FF2B5EF4-FFF2-40B4-BE49-F238E27FC236}">
                <a16:creationId xmlns:a16="http://schemas.microsoft.com/office/drawing/2014/main" id="{868ECF1D-88C1-47F2-A66A-ED1AC2EB0FB0}"/>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789238259"/>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4" orient="horz" pos="2205">
          <p15:clr>
            <a:srgbClr val="FBAE40"/>
          </p15:clr>
        </p15:guide>
        <p15:guide id="5" orient="horz" pos="2315">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vå spalt + textruto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7"/>
            <a:ext cx="5383115" cy="32035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190037" y="1412877"/>
            <a:ext cx="5383115" cy="32035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21"/>
          <p:cNvSpPr>
            <a:spLocks noGrp="1"/>
          </p:cNvSpPr>
          <p:nvPr>
            <p:ph type="body" sz="quarter" idx="16"/>
          </p:nvPr>
        </p:nvSpPr>
        <p:spPr>
          <a:xfrm>
            <a:off x="625476" y="4696835"/>
            <a:ext cx="5384801"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4" name="Platshållare för text 21"/>
          <p:cNvSpPr>
            <a:spLocks noGrp="1"/>
          </p:cNvSpPr>
          <p:nvPr>
            <p:ph type="body" sz="quarter" idx="17"/>
          </p:nvPr>
        </p:nvSpPr>
        <p:spPr>
          <a:xfrm>
            <a:off x="6183313" y="4696835"/>
            <a:ext cx="5384801"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2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7501D57F-6166-49B1-8C9D-289FB5A1650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646607081"/>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908">
          <p15:clr>
            <a:srgbClr val="FBAE40"/>
          </p15:clr>
        </p15:guide>
        <p15:guide id="4" orient="horz" pos="295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vådelar, en spal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4" y="1412877"/>
            <a:ext cx="10944723" cy="2087563"/>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25476" y="3675063"/>
            <a:ext cx="10947677" cy="209391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3B049746-1A3D-48BE-8A45-B03BEEBF9FE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870201487"/>
      </p:ext>
    </p:extLst>
  </p:cSld>
  <p:clrMapOvr>
    <a:masterClrMapping/>
  </p:clrMapOvr>
  <p:extLst>
    <p:ext uri="{DCECCB84-F9BA-43D5-87BE-67443E8EF086}">
      <p15:sldGuideLst xmlns:p15="http://schemas.microsoft.com/office/powerpoint/2012/main">
        <p15:guide id="1" orient="horz" pos="2205">
          <p15:clr>
            <a:srgbClr val="FBAE40"/>
          </p15:clr>
        </p15:guide>
        <p15:guide id="2" orient="horz" pos="2315">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re spalt ">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908F913D-8C30-4FD6-940C-8C9605094CF2}"/>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09640386"/>
      </p:ext>
    </p:extLst>
  </p:cSld>
  <p:clrMapOvr>
    <a:masterClrMapping/>
  </p:clrMapOvr>
  <p:extLst>
    <p:ext uri="{DCECCB84-F9BA-43D5-87BE-67443E8EF086}">
      <p15:sldGuideLst xmlns:p15="http://schemas.microsoft.com/office/powerpoint/2012/main">
        <p15:guide id="0" pos="2729">
          <p15:clr>
            <a:srgbClr val="FBAE40"/>
          </p15:clr>
        </p15:guide>
        <p15:guide id="1" pos="5069">
          <p15:clr>
            <a:srgbClr val="FBAE40"/>
          </p15:clr>
        </p15:guide>
        <p15:guide id="2" pos="2607">
          <p15:clr>
            <a:srgbClr val="FBAE40"/>
          </p15:clr>
        </p15:guide>
        <p15:guide id="3" pos="493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re spalt m. textrutor">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4" name="Platshållare för text 21"/>
          <p:cNvSpPr>
            <a:spLocks noGrp="1"/>
          </p:cNvSpPr>
          <p:nvPr>
            <p:ph type="body" sz="quarter" idx="16"/>
          </p:nvPr>
        </p:nvSpPr>
        <p:spPr>
          <a:xfrm>
            <a:off x="625475" y="4746625"/>
            <a:ext cx="3508376"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5" name="Platshållare för text 21"/>
          <p:cNvSpPr>
            <a:spLocks noGrp="1"/>
          </p:cNvSpPr>
          <p:nvPr>
            <p:ph type="body" sz="quarter" idx="20"/>
          </p:nvPr>
        </p:nvSpPr>
        <p:spPr>
          <a:xfrm>
            <a:off x="4329783"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6" name="Platshållare för text 21"/>
          <p:cNvSpPr>
            <a:spLocks noGrp="1"/>
          </p:cNvSpPr>
          <p:nvPr>
            <p:ph type="body" sz="quarter" idx="21"/>
          </p:nvPr>
        </p:nvSpPr>
        <p:spPr>
          <a:xfrm>
            <a:off x="8054890"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7" name="Platshållare för text 4">
            <a:extLst>
              <a:ext uri="{FF2B5EF4-FFF2-40B4-BE49-F238E27FC236}">
                <a16:creationId xmlns:a16="http://schemas.microsoft.com/office/drawing/2014/main" id="{00F97641-C55A-47F0-9404-55A6C673F08D}"/>
              </a:ext>
            </a:extLst>
          </p:cNvPr>
          <p:cNvSpPr>
            <a:spLocks noGrp="1"/>
          </p:cNvSpPr>
          <p:nvPr>
            <p:ph type="body" sz="quarter" idx="22"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46210486"/>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guide id="5" orient="horz" pos="2160">
          <p15:clr>
            <a:srgbClr val="FBAE40"/>
          </p15:clr>
        </p15:guide>
        <p15:guide id="6" orient="horz" pos="2931">
          <p15:clr>
            <a:srgbClr val="FBAE40"/>
          </p15:clr>
        </p15:guide>
        <p15:guide id="7" orient="horz" pos="2989">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re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5" name="Content Placeholder 2"/>
          <p:cNvSpPr>
            <a:spLocks noGrp="1"/>
          </p:cNvSpPr>
          <p:nvPr>
            <p:ph idx="15"/>
          </p:nvPr>
        </p:nvSpPr>
        <p:spPr>
          <a:xfrm>
            <a:off x="6189566"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4A60146F-ED2D-421A-9D17-CEC5BF0FA70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149946629"/>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205">
          <p15:clr>
            <a:srgbClr val="FBAE40"/>
          </p15:clr>
        </p15:guide>
        <p15:guide id="4" orient="horz" pos="2315">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Fyra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0" name="Content Placeholder 2"/>
          <p:cNvSpPr>
            <a:spLocks noGrp="1"/>
          </p:cNvSpPr>
          <p:nvPr>
            <p:ph idx="18"/>
          </p:nvPr>
        </p:nvSpPr>
        <p:spPr>
          <a:xfrm>
            <a:off x="625475"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64BE5081-A136-4060-A061-A4BDA8A6C68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124950046"/>
      </p:ext>
    </p:extLst>
  </p:cSld>
  <p:clrMapOvr>
    <a:masterClrMapping/>
  </p:clrMapOvr>
  <p:extLst>
    <p:ext uri="{DCECCB84-F9BA-43D5-87BE-67443E8EF086}">
      <p15:sldGuideLst xmlns:p15="http://schemas.microsoft.com/office/powerpoint/2012/main">
        <p15:guide id="0" orient="horz" pos="2205">
          <p15:clr>
            <a:srgbClr val="FBAE40"/>
          </p15:clr>
        </p15:guide>
        <p15:guide id="1" pos="3897">
          <p15:clr>
            <a:srgbClr val="FBAE40"/>
          </p15:clr>
        </p15:guide>
        <p15:guide id="2" pos="3787">
          <p15:clr>
            <a:srgbClr val="FBAE40"/>
          </p15:clr>
        </p15:guide>
        <p15:guide id="3" orient="horz" pos="231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6" name="Platshållare för bildnummer 5"/>
          <p:cNvSpPr>
            <a:spLocks noGrp="1"/>
          </p:cNvSpPr>
          <p:nvPr>
            <p:ph type="sldNum" sz="quarter" idx="10"/>
          </p:nvPr>
        </p:nvSpPr>
        <p:spPr/>
        <p:txBody>
          <a:bodyPr/>
          <a:lstStyle/>
          <a:p>
            <a:fld id="{37D9A64F-750D-4E7D-A276-9A7D3F74441C}" type="slidenum">
              <a:rPr lang="sv-SE" smtClean="0"/>
              <a:pPr/>
              <a:t>‹#›</a:t>
            </a:fld>
            <a:endParaRPr lang="sv-SE"/>
          </a:p>
        </p:txBody>
      </p:sp>
      <p:sp>
        <p:nvSpPr>
          <p:cNvPr id="7" name="Rubrik 6"/>
          <p:cNvSpPr>
            <a:spLocks noGrp="1"/>
          </p:cNvSpPr>
          <p:nvPr>
            <p:ph type="title"/>
          </p:nvPr>
        </p:nvSpPr>
        <p:spPr/>
        <p:txBody>
          <a:bodyPr/>
          <a:lstStyle/>
          <a:p>
            <a:r>
              <a:rPr lang="sv-SE"/>
              <a:t>Klicka här för att ändra format</a:t>
            </a:r>
          </a:p>
        </p:txBody>
      </p:sp>
      <p:sp>
        <p:nvSpPr>
          <p:cNvPr id="8"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5F071C4B-6932-451E-98B5-78C6D0640000}"/>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6146600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5" name="Platshållare för bildnummer 4"/>
          <p:cNvSpPr>
            <a:spLocks noGrp="1"/>
          </p:cNvSpPr>
          <p:nvPr>
            <p:ph type="sldNum" sz="quarter" idx="10"/>
          </p:nvPr>
        </p:nvSpPr>
        <p:spPr/>
        <p:txBody>
          <a:bodyPr/>
          <a:lstStyle/>
          <a:p>
            <a:fld id="{37D9A64F-750D-4E7D-A276-9A7D3F74441C}" type="slidenum">
              <a:rPr lang="sv-SE" smtClean="0"/>
              <a:pPr/>
              <a:t>‹#›</a:t>
            </a:fld>
            <a:endParaRPr lang="sv-SE"/>
          </a:p>
        </p:txBody>
      </p:sp>
      <p:sp>
        <p:nvSpPr>
          <p:cNvPr id="6"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7" name="Platshållare för text 4">
            <a:extLst>
              <a:ext uri="{FF2B5EF4-FFF2-40B4-BE49-F238E27FC236}">
                <a16:creationId xmlns:a16="http://schemas.microsoft.com/office/drawing/2014/main" id="{D103AE15-0120-4550-9C66-FA194EC78E0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414150108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Omslag 1">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658088F-035B-41E2-AF26-A4714D676B9E}"/>
              </a:ext>
            </a:extLst>
          </p:cNvPr>
          <p:cNvSpPr/>
          <p:nvPr userDrawn="1"/>
        </p:nvSpPr>
        <p:spPr>
          <a:xfrm>
            <a:off x="268497" y="265113"/>
            <a:ext cx="11655007"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49" name="Grupp 48">
            <a:extLst>
              <a:ext uri="{FF2B5EF4-FFF2-40B4-BE49-F238E27FC236}">
                <a16:creationId xmlns:a16="http://schemas.microsoft.com/office/drawing/2014/main" id="{A17B1FFD-4C47-445D-89EB-81878920FF40}"/>
              </a:ext>
            </a:extLst>
          </p:cNvPr>
          <p:cNvGrpSpPr/>
          <p:nvPr userDrawn="1"/>
        </p:nvGrpSpPr>
        <p:grpSpPr>
          <a:xfrm>
            <a:off x="5228261" y="5806629"/>
            <a:ext cx="1735478" cy="326438"/>
            <a:chOff x="9835686" y="6074987"/>
            <a:chExt cx="1735478" cy="326438"/>
          </a:xfrm>
        </p:grpSpPr>
        <p:sp>
          <p:nvSpPr>
            <p:cNvPr id="50" name="Frihandsfigur: Form 49">
              <a:extLst>
                <a:ext uri="{FF2B5EF4-FFF2-40B4-BE49-F238E27FC236}">
                  <a16:creationId xmlns:a16="http://schemas.microsoft.com/office/drawing/2014/main" id="{8ABD41B9-904B-4168-9DDC-82CE9BA6415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51" name="Frihandsfigur: Form 50">
              <a:extLst>
                <a:ext uri="{FF2B5EF4-FFF2-40B4-BE49-F238E27FC236}">
                  <a16:creationId xmlns:a16="http://schemas.microsoft.com/office/drawing/2014/main" id="{DC5F6E23-680D-4CDB-82C7-1FE475843758}"/>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52" name="Frihandsfigur: Form 51">
              <a:extLst>
                <a:ext uri="{FF2B5EF4-FFF2-40B4-BE49-F238E27FC236}">
                  <a16:creationId xmlns:a16="http://schemas.microsoft.com/office/drawing/2014/main" id="{3CA1DB4F-E26E-4CE1-991C-1912D405C9E8}"/>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53" name="Frihandsfigur: Form 52">
              <a:extLst>
                <a:ext uri="{FF2B5EF4-FFF2-40B4-BE49-F238E27FC236}">
                  <a16:creationId xmlns:a16="http://schemas.microsoft.com/office/drawing/2014/main" id="{F5DBD882-CB4B-42EF-8D95-A8A532964B91}"/>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54" name="Frihandsfigur: Form 53">
              <a:extLst>
                <a:ext uri="{FF2B5EF4-FFF2-40B4-BE49-F238E27FC236}">
                  <a16:creationId xmlns:a16="http://schemas.microsoft.com/office/drawing/2014/main" id="{23DF994B-D705-4B9D-A06E-F0F281BA7CC3}"/>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55" name="Frihandsfigur: Form 54">
              <a:extLst>
                <a:ext uri="{FF2B5EF4-FFF2-40B4-BE49-F238E27FC236}">
                  <a16:creationId xmlns:a16="http://schemas.microsoft.com/office/drawing/2014/main" id="{67B451CC-70FD-4F86-9F1D-2328ADECE8B6}"/>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56" name="Frihandsfigur: Form 55">
              <a:extLst>
                <a:ext uri="{FF2B5EF4-FFF2-40B4-BE49-F238E27FC236}">
                  <a16:creationId xmlns:a16="http://schemas.microsoft.com/office/drawing/2014/main" id="{B9E1D679-9156-4C54-AB7B-3E98D3B0871B}"/>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57" name="Frihandsfigur: Form 56">
              <a:extLst>
                <a:ext uri="{FF2B5EF4-FFF2-40B4-BE49-F238E27FC236}">
                  <a16:creationId xmlns:a16="http://schemas.microsoft.com/office/drawing/2014/main" id="{0DF0B4B9-54B9-40C8-A3A4-DB17BC0E1CB4}"/>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58" name="Frihandsfigur: Form 57">
              <a:extLst>
                <a:ext uri="{FF2B5EF4-FFF2-40B4-BE49-F238E27FC236}">
                  <a16:creationId xmlns:a16="http://schemas.microsoft.com/office/drawing/2014/main" id="{59A0B482-9D05-4042-A6BA-D2F57C29E3C6}"/>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59" name="Frihandsfigur: Form 58">
              <a:extLst>
                <a:ext uri="{FF2B5EF4-FFF2-40B4-BE49-F238E27FC236}">
                  <a16:creationId xmlns:a16="http://schemas.microsoft.com/office/drawing/2014/main" id="{CF2BF6E7-7585-41A9-B9A2-24EC83C0A937}"/>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pic>
        <p:nvPicPr>
          <p:cNvPr id="26" name="Bildobjekt 25" descr="En bild som visar växt, blomma, löv, yta&#10;&#10;Automatiskt genererad beskrivning">
            <a:extLst>
              <a:ext uri="{FF2B5EF4-FFF2-40B4-BE49-F238E27FC236}">
                <a16:creationId xmlns:a16="http://schemas.microsoft.com/office/drawing/2014/main" id="{28490181-B66A-4CF8-9AEE-D31781DF1FC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2840356">
            <a:off x="-200967" y="-1344068"/>
            <a:ext cx="3930594" cy="5818494"/>
          </a:xfrm>
          <a:custGeom>
            <a:avLst/>
            <a:gdLst>
              <a:gd name="connsiteX0" fmla="*/ 0 w 3930594"/>
              <a:gd name="connsiteY0" fmla="*/ 3131036 h 5818494"/>
              <a:gd name="connsiteX1" fmla="*/ 2885267 w 3930594"/>
              <a:gd name="connsiteY1" fmla="*/ 0 h 5818494"/>
              <a:gd name="connsiteX2" fmla="*/ 3930594 w 3930594"/>
              <a:gd name="connsiteY2" fmla="*/ 0 h 5818494"/>
              <a:gd name="connsiteX3" fmla="*/ 3930594 w 3930594"/>
              <a:gd name="connsiteY3" fmla="*/ 4717888 h 5818494"/>
              <a:gd name="connsiteX4" fmla="*/ 2916379 w 3930594"/>
              <a:gd name="connsiteY4" fmla="*/ 5818494 h 5818494"/>
              <a:gd name="connsiteX5" fmla="*/ 2850268 w 3930594"/>
              <a:gd name="connsiteY5" fmla="*/ 5757573 h 5818494"/>
              <a:gd name="connsiteX6" fmla="*/ 3756985 w 3930594"/>
              <a:gd name="connsiteY6" fmla="*/ 4773621 h 5818494"/>
              <a:gd name="connsiteX7" fmla="*/ 2901386 w 3930594"/>
              <a:gd name="connsiteY7" fmla="*/ 3985182 h 5818494"/>
              <a:gd name="connsiteX8" fmla="*/ 1994669 w 3930594"/>
              <a:gd name="connsiteY8" fmla="*/ 4969134 h 581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0594" h="5818494">
                <a:moveTo>
                  <a:pt x="0" y="3131036"/>
                </a:moveTo>
                <a:lnTo>
                  <a:pt x="2885267" y="0"/>
                </a:lnTo>
                <a:lnTo>
                  <a:pt x="3930594" y="0"/>
                </a:lnTo>
                <a:lnTo>
                  <a:pt x="3930594" y="4717888"/>
                </a:lnTo>
                <a:lnTo>
                  <a:pt x="2916379" y="5818494"/>
                </a:lnTo>
                <a:lnTo>
                  <a:pt x="2850268" y="5757573"/>
                </a:lnTo>
                <a:lnTo>
                  <a:pt x="3756985" y="4773621"/>
                </a:lnTo>
                <a:lnTo>
                  <a:pt x="2901386" y="3985182"/>
                </a:lnTo>
                <a:lnTo>
                  <a:pt x="1994669" y="4969134"/>
                </a:lnTo>
                <a:close/>
              </a:path>
            </a:pathLst>
          </a:custGeom>
        </p:spPr>
      </p:pic>
      <p:pic>
        <p:nvPicPr>
          <p:cNvPr id="30" name="Bildobjekt 29" descr="En bild som visar växt, blomma, löv, yta&#10;&#10;Automatiskt genererad beskrivning">
            <a:extLst>
              <a:ext uri="{FF2B5EF4-FFF2-40B4-BE49-F238E27FC236}">
                <a16:creationId xmlns:a16="http://schemas.microsoft.com/office/drawing/2014/main" id="{66D4B74D-4C69-49E3-8ED4-7643DEA0269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2364484">
            <a:off x="8405243" y="2112531"/>
            <a:ext cx="4012084" cy="6296330"/>
          </a:xfrm>
          <a:custGeom>
            <a:avLst/>
            <a:gdLst>
              <a:gd name="connsiteX0" fmla="*/ 0 w 4266892"/>
              <a:gd name="connsiteY0" fmla="*/ 201691 h 6696211"/>
              <a:gd name="connsiteX1" fmla="*/ 245472 w 4266892"/>
              <a:gd name="connsiteY1" fmla="*/ 0 h 6696211"/>
              <a:gd name="connsiteX2" fmla="*/ 1456806 w 4266892"/>
              <a:gd name="connsiteY2" fmla="*/ 0 h 6696211"/>
              <a:gd name="connsiteX3" fmla="*/ 4266892 w 4266892"/>
              <a:gd name="connsiteY3" fmla="*/ 3420074 h 6696211"/>
              <a:gd name="connsiteX4" fmla="*/ 279602 w 4266892"/>
              <a:gd name="connsiteY4" fmla="*/ 6696211 h 6696211"/>
              <a:gd name="connsiteX5" fmla="*/ 0 w 4266892"/>
              <a:gd name="connsiteY5" fmla="*/ 6355916 h 669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892" h="6696211">
                <a:moveTo>
                  <a:pt x="0" y="201691"/>
                </a:moveTo>
                <a:lnTo>
                  <a:pt x="245472" y="0"/>
                </a:lnTo>
                <a:lnTo>
                  <a:pt x="1456806" y="0"/>
                </a:lnTo>
                <a:lnTo>
                  <a:pt x="4266892" y="3420074"/>
                </a:lnTo>
                <a:lnTo>
                  <a:pt x="279602" y="6696211"/>
                </a:lnTo>
                <a:lnTo>
                  <a:pt x="0" y="6355916"/>
                </a:lnTo>
                <a:close/>
              </a:path>
            </a:pathLst>
          </a:custGeom>
        </p:spPr>
      </p:pic>
      <p:sp>
        <p:nvSpPr>
          <p:cNvPr id="34" name="Rubrik 33">
            <a:extLst>
              <a:ext uri="{FF2B5EF4-FFF2-40B4-BE49-F238E27FC236}">
                <a16:creationId xmlns:a16="http://schemas.microsoft.com/office/drawing/2014/main" id="{428452C1-5ECD-4011-BAC1-E4F6C0A9BEFA}"/>
              </a:ext>
            </a:extLst>
          </p:cNvPr>
          <p:cNvSpPr>
            <a:spLocks noGrp="1"/>
          </p:cNvSpPr>
          <p:nvPr>
            <p:ph type="title"/>
          </p:nvPr>
        </p:nvSpPr>
        <p:spPr>
          <a:xfrm>
            <a:off x="2743200" y="1944694"/>
            <a:ext cx="6705602" cy="1387915"/>
          </a:xfrm>
        </p:spPr>
        <p:txBody>
          <a:bodyPr anchor="b">
            <a:normAutofit/>
          </a:bodyPr>
          <a:lstStyle>
            <a:lvl1pPr algn="ctr">
              <a:defRPr sz="4400">
                <a:solidFill>
                  <a:schemeClr val="tx2"/>
                </a:solidFill>
              </a:defRPr>
            </a:lvl1pPr>
          </a:lstStyle>
          <a:p>
            <a:r>
              <a:rPr lang="sv-SE"/>
              <a:t>Klicka här för att ändra mall för rubrikformat</a:t>
            </a:r>
          </a:p>
        </p:txBody>
      </p:sp>
      <p:sp>
        <p:nvSpPr>
          <p:cNvPr id="35" name="Platshållare för text 11">
            <a:extLst>
              <a:ext uri="{FF2B5EF4-FFF2-40B4-BE49-F238E27FC236}">
                <a16:creationId xmlns:a16="http://schemas.microsoft.com/office/drawing/2014/main" id="{8214634E-D352-4BFE-A1EF-28A325A532D1}"/>
              </a:ext>
            </a:extLst>
          </p:cNvPr>
          <p:cNvSpPr>
            <a:spLocks noGrp="1"/>
          </p:cNvSpPr>
          <p:nvPr>
            <p:ph type="body" sz="quarter" idx="10"/>
          </p:nvPr>
        </p:nvSpPr>
        <p:spPr>
          <a:xfrm>
            <a:off x="2743201" y="3553213"/>
            <a:ext cx="6705602" cy="1014412"/>
          </a:xfrm>
        </p:spPr>
        <p:txBody>
          <a:bodyPr>
            <a:normAutofit/>
          </a:bodyPr>
          <a:lstStyle>
            <a:lvl1pPr marL="0" indent="0" algn="ctr">
              <a:buNone/>
              <a:defRPr sz="2000" b="0"/>
            </a:lvl1pPr>
            <a:lvl2pPr marL="246062" indent="0">
              <a:buNone/>
              <a:defRPr/>
            </a:lvl2pPr>
          </a:lstStyle>
          <a:p>
            <a:pPr lvl="0"/>
            <a:r>
              <a:rPr lang="sv-SE"/>
              <a:t>Klicka här för att ändra format på bakgrundstexten</a:t>
            </a:r>
          </a:p>
        </p:txBody>
      </p:sp>
    </p:spTree>
    <p:extLst>
      <p:ext uri="{BB962C8B-B14F-4D97-AF65-F5344CB8AC3E}">
        <p14:creationId xmlns:p14="http://schemas.microsoft.com/office/powerpoint/2010/main" val="3417392707"/>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Omslag 2">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658088F-035B-41E2-AF26-A4714D676B9E}"/>
              </a:ext>
            </a:extLst>
          </p:cNvPr>
          <p:cNvSpPr/>
          <p:nvPr userDrawn="1"/>
        </p:nvSpPr>
        <p:spPr>
          <a:xfrm>
            <a:off x="6096000" y="265113"/>
            <a:ext cx="5827504"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0" name="Grupp 19">
            <a:extLst>
              <a:ext uri="{FF2B5EF4-FFF2-40B4-BE49-F238E27FC236}">
                <a16:creationId xmlns:a16="http://schemas.microsoft.com/office/drawing/2014/main" id="{49B92327-B5B5-4B47-88B6-13574CE08B3F}"/>
              </a:ext>
            </a:extLst>
          </p:cNvPr>
          <p:cNvGrpSpPr/>
          <p:nvPr userDrawn="1"/>
        </p:nvGrpSpPr>
        <p:grpSpPr>
          <a:xfrm>
            <a:off x="8142013" y="5806629"/>
            <a:ext cx="1735478" cy="326438"/>
            <a:chOff x="9835686" y="6074987"/>
            <a:chExt cx="1735478" cy="326438"/>
          </a:xfrm>
        </p:grpSpPr>
        <p:sp>
          <p:nvSpPr>
            <p:cNvPr id="21" name="Frihandsfigur: Form 20">
              <a:extLst>
                <a:ext uri="{FF2B5EF4-FFF2-40B4-BE49-F238E27FC236}">
                  <a16:creationId xmlns:a16="http://schemas.microsoft.com/office/drawing/2014/main" id="{8B78DF5B-A134-4273-8EC4-C11C314B14F6}"/>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22" name="Frihandsfigur: Form 21">
              <a:extLst>
                <a:ext uri="{FF2B5EF4-FFF2-40B4-BE49-F238E27FC236}">
                  <a16:creationId xmlns:a16="http://schemas.microsoft.com/office/drawing/2014/main" id="{AF9326DA-3BC0-46C4-AAFD-5E90E872BF0C}"/>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23" name="Frihandsfigur: Form 22">
              <a:extLst>
                <a:ext uri="{FF2B5EF4-FFF2-40B4-BE49-F238E27FC236}">
                  <a16:creationId xmlns:a16="http://schemas.microsoft.com/office/drawing/2014/main" id="{14B7F08F-1DB8-44B5-AAD3-FD69FCD5722E}"/>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24" name="Frihandsfigur: Form 23">
              <a:extLst>
                <a:ext uri="{FF2B5EF4-FFF2-40B4-BE49-F238E27FC236}">
                  <a16:creationId xmlns:a16="http://schemas.microsoft.com/office/drawing/2014/main" id="{7708682D-BA12-48BA-8A8F-F296C596852E}"/>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25" name="Frihandsfigur: Form 24">
              <a:extLst>
                <a:ext uri="{FF2B5EF4-FFF2-40B4-BE49-F238E27FC236}">
                  <a16:creationId xmlns:a16="http://schemas.microsoft.com/office/drawing/2014/main" id="{0B57B90D-A872-49DE-B40D-D2C7AABD2D81}"/>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27" name="Frihandsfigur: Form 26">
              <a:extLst>
                <a:ext uri="{FF2B5EF4-FFF2-40B4-BE49-F238E27FC236}">
                  <a16:creationId xmlns:a16="http://schemas.microsoft.com/office/drawing/2014/main" id="{5DEFFAEC-E15F-4791-B340-7BC57293639C}"/>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28" name="Frihandsfigur: Form 27">
              <a:extLst>
                <a:ext uri="{FF2B5EF4-FFF2-40B4-BE49-F238E27FC236}">
                  <a16:creationId xmlns:a16="http://schemas.microsoft.com/office/drawing/2014/main" id="{16FB3D37-E37D-4515-8EA0-D774204068E2}"/>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29" name="Frihandsfigur: Form 28">
              <a:extLst>
                <a:ext uri="{FF2B5EF4-FFF2-40B4-BE49-F238E27FC236}">
                  <a16:creationId xmlns:a16="http://schemas.microsoft.com/office/drawing/2014/main" id="{8B8E9AC7-E0DE-4748-BE48-FDFC3D78016C}"/>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36" name="Frihandsfigur: Form 35">
              <a:extLst>
                <a:ext uri="{FF2B5EF4-FFF2-40B4-BE49-F238E27FC236}">
                  <a16:creationId xmlns:a16="http://schemas.microsoft.com/office/drawing/2014/main" id="{DBB643E1-15F5-4A05-8FA9-2568336A713C}"/>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37" name="Frihandsfigur: Form 36">
              <a:extLst>
                <a:ext uri="{FF2B5EF4-FFF2-40B4-BE49-F238E27FC236}">
                  <a16:creationId xmlns:a16="http://schemas.microsoft.com/office/drawing/2014/main" id="{EB11DA37-C957-40A9-8A1B-DABC66B1DF4C}"/>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3" name="Platshållare för bild 2">
            <a:extLst>
              <a:ext uri="{FF2B5EF4-FFF2-40B4-BE49-F238E27FC236}">
                <a16:creationId xmlns:a16="http://schemas.microsoft.com/office/drawing/2014/main" id="{337F747B-775E-49F7-B3A1-3AA9248BD895}"/>
              </a:ext>
            </a:extLst>
          </p:cNvPr>
          <p:cNvSpPr>
            <a:spLocks noGrp="1"/>
          </p:cNvSpPr>
          <p:nvPr>
            <p:ph type="pic" sz="quarter" idx="11"/>
          </p:nvPr>
        </p:nvSpPr>
        <p:spPr>
          <a:xfrm>
            <a:off x="268496" y="265113"/>
            <a:ext cx="5827504" cy="6321426"/>
          </a:xfrm>
          <a:solidFill>
            <a:schemeClr val="bg1">
              <a:lumMod val="95000"/>
            </a:schemeClr>
          </a:solidFill>
        </p:spPr>
        <p:txBody>
          <a:bodyPr tIns="36000" bIns="1008000" anchor="ctr">
            <a:normAutofit/>
          </a:bodyPr>
          <a:lstStyle>
            <a:lvl1pPr marL="0" indent="0" algn="ctr">
              <a:buNone/>
              <a:defRPr sz="1600">
                <a:solidFill>
                  <a:schemeClr val="tx2"/>
                </a:solidFill>
              </a:defRPr>
            </a:lvl1pPr>
          </a:lstStyle>
          <a:p>
            <a:r>
              <a:rPr lang="sv-SE"/>
              <a:t>Klicka på ikonen för att lägga till en bild</a:t>
            </a:r>
          </a:p>
        </p:txBody>
      </p:sp>
      <p:sp>
        <p:nvSpPr>
          <p:cNvPr id="34" name="Rubrik 33">
            <a:extLst>
              <a:ext uri="{FF2B5EF4-FFF2-40B4-BE49-F238E27FC236}">
                <a16:creationId xmlns:a16="http://schemas.microsoft.com/office/drawing/2014/main" id="{428452C1-5ECD-4011-BAC1-E4F6C0A9BEFA}"/>
              </a:ext>
            </a:extLst>
          </p:cNvPr>
          <p:cNvSpPr>
            <a:spLocks noGrp="1"/>
          </p:cNvSpPr>
          <p:nvPr>
            <p:ph type="title"/>
          </p:nvPr>
        </p:nvSpPr>
        <p:spPr>
          <a:xfrm>
            <a:off x="6451390" y="2291453"/>
            <a:ext cx="5116722" cy="1387915"/>
          </a:xfrm>
        </p:spPr>
        <p:txBody>
          <a:bodyPr anchor="b">
            <a:noAutofit/>
          </a:bodyPr>
          <a:lstStyle>
            <a:lvl1pPr algn="ctr">
              <a:defRPr sz="4000">
                <a:solidFill>
                  <a:schemeClr val="tx2"/>
                </a:solidFill>
              </a:defRPr>
            </a:lvl1pPr>
          </a:lstStyle>
          <a:p>
            <a:r>
              <a:rPr lang="sv-SE"/>
              <a:t>Klicka här för att ändra mall för rubrikformat</a:t>
            </a:r>
          </a:p>
        </p:txBody>
      </p:sp>
      <p:sp>
        <p:nvSpPr>
          <p:cNvPr id="35" name="Platshållare för text 11">
            <a:extLst>
              <a:ext uri="{FF2B5EF4-FFF2-40B4-BE49-F238E27FC236}">
                <a16:creationId xmlns:a16="http://schemas.microsoft.com/office/drawing/2014/main" id="{8214634E-D352-4BFE-A1EF-28A325A532D1}"/>
              </a:ext>
            </a:extLst>
          </p:cNvPr>
          <p:cNvSpPr>
            <a:spLocks noGrp="1"/>
          </p:cNvSpPr>
          <p:nvPr>
            <p:ph type="body" sz="quarter" idx="10"/>
          </p:nvPr>
        </p:nvSpPr>
        <p:spPr>
          <a:xfrm>
            <a:off x="6451391" y="3899972"/>
            <a:ext cx="5116721" cy="1014412"/>
          </a:xfrm>
        </p:spPr>
        <p:txBody>
          <a:bodyPr>
            <a:normAutofit/>
          </a:bodyPr>
          <a:lstStyle>
            <a:lvl1pPr marL="0" indent="0" algn="ctr">
              <a:buNone/>
              <a:defRPr sz="1800" b="0"/>
            </a:lvl1pPr>
            <a:lvl2pPr marL="246062" indent="0">
              <a:buNone/>
              <a:defRPr/>
            </a:lvl2pPr>
          </a:lstStyle>
          <a:p>
            <a:pPr lvl="0"/>
            <a:r>
              <a:rPr lang="sv-SE"/>
              <a:t>Klicka här för att ändra format på bakgrundstexten</a:t>
            </a:r>
          </a:p>
        </p:txBody>
      </p:sp>
      <p:pic>
        <p:nvPicPr>
          <p:cNvPr id="19" name="Bildobjekt 18" descr="En bild som visar växt, blomma, löv, yta&#10;&#10;Automatiskt genererad beskrivning">
            <a:extLst>
              <a:ext uri="{FF2B5EF4-FFF2-40B4-BE49-F238E27FC236}">
                <a16:creationId xmlns:a16="http://schemas.microsoft.com/office/drawing/2014/main" id="{8AA5B1DC-051A-4C13-A043-EFF93FAAAC3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7086934" flipV="1">
            <a:off x="9471011" y="-596868"/>
            <a:ext cx="2785246" cy="3752628"/>
          </a:xfrm>
          <a:custGeom>
            <a:avLst/>
            <a:gdLst>
              <a:gd name="connsiteX0" fmla="*/ 1955847 w 4371941"/>
              <a:gd name="connsiteY0" fmla="*/ 0 h 5890423"/>
              <a:gd name="connsiteX1" fmla="*/ 0 w 4371941"/>
              <a:gd name="connsiteY1" fmla="*/ 3660581 h 5890423"/>
              <a:gd name="connsiteX2" fmla="*/ 4173393 w 4371941"/>
              <a:gd name="connsiteY2" fmla="*/ 5890423 h 5890423"/>
              <a:gd name="connsiteX3" fmla="*/ 4371941 w 4371941"/>
              <a:gd name="connsiteY3" fmla="*/ 5518819 h 5890423"/>
              <a:gd name="connsiteX4" fmla="*/ 4371941 w 4371941"/>
              <a:gd name="connsiteY4" fmla="*/ 406300 h 5890423"/>
              <a:gd name="connsiteX5" fmla="*/ 3611506 w 4371941"/>
              <a:gd name="connsiteY5" fmla="*/ 0 h 5890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1941" h="5890423">
                <a:moveTo>
                  <a:pt x="1955847" y="0"/>
                </a:moveTo>
                <a:lnTo>
                  <a:pt x="0" y="3660581"/>
                </a:lnTo>
                <a:lnTo>
                  <a:pt x="4173393" y="5890423"/>
                </a:lnTo>
                <a:lnTo>
                  <a:pt x="4371941" y="5518819"/>
                </a:lnTo>
                <a:lnTo>
                  <a:pt x="4371941" y="406300"/>
                </a:lnTo>
                <a:lnTo>
                  <a:pt x="3611506" y="0"/>
                </a:lnTo>
                <a:close/>
              </a:path>
            </a:pathLst>
          </a:custGeom>
        </p:spPr>
      </p:pic>
    </p:spTree>
    <p:extLst>
      <p:ext uri="{BB962C8B-B14F-4D97-AF65-F5344CB8AC3E}">
        <p14:creationId xmlns:p14="http://schemas.microsoft.com/office/powerpoint/2010/main" val="3180460755"/>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guide id="6"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Omslag 3">
    <p:bg>
      <p:bgPr>
        <a:solidFill>
          <a:schemeClr val="bg1"/>
        </a:solidFill>
        <a:effectLst/>
      </p:bgPr>
    </p:bg>
    <p:spTree>
      <p:nvGrpSpPr>
        <p:cNvPr id="1" name=""/>
        <p:cNvGrpSpPr/>
        <p:nvPr/>
      </p:nvGrpSpPr>
      <p:grpSpPr>
        <a:xfrm>
          <a:off x="0" y="0"/>
          <a:ext cx="0" cy="0"/>
          <a:chOff x="0" y="0"/>
          <a:chExt cx="0" cy="0"/>
        </a:xfrm>
      </p:grpSpPr>
      <p:sp>
        <p:nvSpPr>
          <p:cNvPr id="35" name="Platshållare för bild 34">
            <a:extLst>
              <a:ext uri="{FF2B5EF4-FFF2-40B4-BE49-F238E27FC236}">
                <a16:creationId xmlns:a16="http://schemas.microsoft.com/office/drawing/2014/main" id="{21BAC6BA-899F-43AC-BE62-81CF066E9247}"/>
              </a:ext>
            </a:extLst>
          </p:cNvPr>
          <p:cNvSpPr>
            <a:spLocks noGrp="1"/>
          </p:cNvSpPr>
          <p:nvPr>
            <p:ph type="pic" sz="quarter" idx="11"/>
          </p:nvPr>
        </p:nvSpPr>
        <p:spPr>
          <a:xfrm>
            <a:off x="270721" y="266701"/>
            <a:ext cx="11650559" cy="6324599"/>
          </a:xfrm>
          <a:custGeom>
            <a:avLst/>
            <a:gdLst>
              <a:gd name="connsiteX0" fmla="*/ 5440591 w 11650559"/>
              <a:gd name="connsiteY0" fmla="*/ 5708644 h 6324599"/>
              <a:gd name="connsiteX1" fmla="*/ 5461375 w 11650559"/>
              <a:gd name="connsiteY1" fmla="*/ 5709340 h 6324599"/>
              <a:gd name="connsiteX2" fmla="*/ 5461375 w 11650559"/>
              <a:gd name="connsiteY2" fmla="*/ 5724928 h 6324599"/>
              <a:gd name="connsiteX3" fmla="*/ 5412190 w 11650559"/>
              <a:gd name="connsiteY3" fmla="*/ 5771385 h 6324599"/>
              <a:gd name="connsiteX4" fmla="*/ 5379288 w 11650559"/>
              <a:gd name="connsiteY4" fmla="*/ 5742610 h 6324599"/>
              <a:gd name="connsiteX5" fmla="*/ 5440591 w 11650559"/>
              <a:gd name="connsiteY5" fmla="*/ 5708644 h 6324599"/>
              <a:gd name="connsiteX6" fmla="*/ 5815068 w 11650559"/>
              <a:gd name="connsiteY6" fmla="*/ 5639654 h 6324599"/>
              <a:gd name="connsiteX7" fmla="*/ 5869418 w 11650559"/>
              <a:gd name="connsiteY7" fmla="*/ 5705153 h 6324599"/>
              <a:gd name="connsiteX8" fmla="*/ 5815068 w 11650559"/>
              <a:gd name="connsiteY8" fmla="*/ 5770716 h 6324599"/>
              <a:gd name="connsiteX9" fmla="*/ 5760333 w 11650559"/>
              <a:gd name="connsiteY9" fmla="*/ 5705153 h 6324599"/>
              <a:gd name="connsiteX10" fmla="*/ 5815068 w 11650559"/>
              <a:gd name="connsiteY10" fmla="*/ 5639654 h 6324599"/>
              <a:gd name="connsiteX11" fmla="*/ 5615166 w 11650559"/>
              <a:gd name="connsiteY11" fmla="*/ 5639028 h 6324599"/>
              <a:gd name="connsiteX12" fmla="*/ 5663664 w 11650559"/>
              <a:gd name="connsiteY12" fmla="*/ 5704492 h 6324599"/>
              <a:gd name="connsiteX13" fmla="*/ 5614823 w 11650559"/>
              <a:gd name="connsiteY13" fmla="*/ 5771385 h 6324599"/>
              <a:gd name="connsiteX14" fmla="*/ 5562867 w 11650559"/>
              <a:gd name="connsiteY14" fmla="*/ 5705530 h 6324599"/>
              <a:gd name="connsiteX15" fmla="*/ 5615166 w 11650559"/>
              <a:gd name="connsiteY15" fmla="*/ 5639028 h 6324599"/>
              <a:gd name="connsiteX16" fmla="*/ 6482815 w 11650559"/>
              <a:gd name="connsiteY16" fmla="*/ 5638937 h 6324599"/>
              <a:gd name="connsiteX17" fmla="*/ 6529464 w 11650559"/>
              <a:gd name="connsiteY17" fmla="*/ 5688672 h 6324599"/>
              <a:gd name="connsiteX18" fmla="*/ 6432480 w 11650559"/>
              <a:gd name="connsiteY18" fmla="*/ 5688672 h 6324599"/>
              <a:gd name="connsiteX19" fmla="*/ 6482815 w 11650559"/>
              <a:gd name="connsiteY19" fmla="*/ 5638937 h 6324599"/>
              <a:gd name="connsiteX20" fmla="*/ 6130348 w 11650559"/>
              <a:gd name="connsiteY20" fmla="*/ 5638937 h 6324599"/>
              <a:gd name="connsiteX21" fmla="*/ 6177002 w 11650559"/>
              <a:gd name="connsiteY21" fmla="*/ 5688672 h 6324599"/>
              <a:gd name="connsiteX22" fmla="*/ 6080017 w 11650559"/>
              <a:gd name="connsiteY22" fmla="*/ 5688672 h 6324599"/>
              <a:gd name="connsiteX23" fmla="*/ 6130348 w 11650559"/>
              <a:gd name="connsiteY23" fmla="*/ 5638937 h 6324599"/>
              <a:gd name="connsiteX24" fmla="*/ 5815068 w 11650559"/>
              <a:gd name="connsiteY24" fmla="*/ 5610866 h 6324599"/>
              <a:gd name="connsiteX25" fmla="*/ 5723198 w 11650559"/>
              <a:gd name="connsiteY25" fmla="*/ 5705153 h 6324599"/>
              <a:gd name="connsiteX26" fmla="*/ 5815068 w 11650559"/>
              <a:gd name="connsiteY26" fmla="*/ 5799504 h 6324599"/>
              <a:gd name="connsiteX27" fmla="*/ 5906549 w 11650559"/>
              <a:gd name="connsiteY27" fmla="*/ 5705153 h 6324599"/>
              <a:gd name="connsiteX28" fmla="*/ 5815068 w 11650559"/>
              <a:gd name="connsiteY28" fmla="*/ 5610866 h 6324599"/>
              <a:gd name="connsiteX29" fmla="*/ 5622090 w 11650559"/>
              <a:gd name="connsiteY29" fmla="*/ 5610763 h 6324599"/>
              <a:gd name="connsiteX30" fmla="*/ 5563425 w 11650559"/>
              <a:gd name="connsiteY30" fmla="*/ 5636913 h 6324599"/>
              <a:gd name="connsiteX31" fmla="*/ 5563425 w 11650559"/>
              <a:gd name="connsiteY31" fmla="*/ 5614911 h 6324599"/>
              <a:gd name="connsiteX32" fmla="*/ 5528361 w 11650559"/>
              <a:gd name="connsiteY32" fmla="*/ 5614911 h 6324599"/>
              <a:gd name="connsiteX33" fmla="*/ 5528361 w 11650559"/>
              <a:gd name="connsiteY33" fmla="*/ 5858500 h 6324599"/>
              <a:gd name="connsiteX34" fmla="*/ 5564810 w 11650559"/>
              <a:gd name="connsiteY34" fmla="*/ 5858500 h 6324599"/>
              <a:gd name="connsiteX35" fmla="*/ 5564810 w 11650559"/>
              <a:gd name="connsiteY35" fmla="*/ 5774414 h 6324599"/>
              <a:gd name="connsiteX36" fmla="*/ 5622446 w 11650559"/>
              <a:gd name="connsiteY36" fmla="*/ 5799654 h 6324599"/>
              <a:gd name="connsiteX37" fmla="*/ 5700243 w 11650559"/>
              <a:gd name="connsiteY37" fmla="*/ 5702073 h 6324599"/>
              <a:gd name="connsiteX38" fmla="*/ 5622090 w 11650559"/>
              <a:gd name="connsiteY38" fmla="*/ 5610763 h 6324599"/>
              <a:gd name="connsiteX39" fmla="*/ 5422931 w 11650559"/>
              <a:gd name="connsiteY39" fmla="*/ 5610763 h 6324599"/>
              <a:gd name="connsiteX40" fmla="*/ 5362726 w 11650559"/>
              <a:gd name="connsiteY40" fmla="*/ 5628270 h 6324599"/>
              <a:gd name="connsiteX41" fmla="*/ 5364768 w 11650559"/>
              <a:gd name="connsiteY41" fmla="*/ 5661016 h 6324599"/>
              <a:gd name="connsiteX42" fmla="*/ 5417736 w 11650559"/>
              <a:gd name="connsiteY42" fmla="*/ 5640975 h 6324599"/>
              <a:gd name="connsiteX43" fmla="*/ 5459324 w 11650559"/>
              <a:gd name="connsiteY43" fmla="*/ 5683057 h 6324599"/>
              <a:gd name="connsiteX44" fmla="*/ 5426740 w 11650559"/>
              <a:gd name="connsiteY44" fmla="*/ 5682465 h 6324599"/>
              <a:gd name="connsiteX45" fmla="*/ 5342706 w 11650559"/>
              <a:gd name="connsiteY45" fmla="*/ 5742610 h 6324599"/>
              <a:gd name="connsiteX46" fmla="*/ 5409423 w 11650559"/>
              <a:gd name="connsiteY46" fmla="*/ 5799654 h 6324599"/>
              <a:gd name="connsiteX47" fmla="*/ 5462893 w 11650559"/>
              <a:gd name="connsiteY47" fmla="*/ 5775507 h 6324599"/>
              <a:gd name="connsiteX48" fmla="*/ 5462893 w 11650559"/>
              <a:gd name="connsiteY48" fmla="*/ 5795514 h 6324599"/>
              <a:gd name="connsiteX49" fmla="*/ 5497544 w 11650559"/>
              <a:gd name="connsiteY49" fmla="*/ 5795514 h 6324599"/>
              <a:gd name="connsiteX50" fmla="*/ 5495872 w 11650559"/>
              <a:gd name="connsiteY50" fmla="*/ 5758919 h 6324599"/>
              <a:gd name="connsiteX51" fmla="*/ 5495872 w 11650559"/>
              <a:gd name="connsiteY51" fmla="*/ 5685798 h 6324599"/>
              <a:gd name="connsiteX52" fmla="*/ 5422931 w 11650559"/>
              <a:gd name="connsiteY52" fmla="*/ 5610763 h 6324599"/>
              <a:gd name="connsiteX53" fmla="*/ 6483690 w 11650559"/>
              <a:gd name="connsiteY53" fmla="*/ 5610591 h 6324599"/>
              <a:gd name="connsiteX54" fmla="*/ 6397086 w 11650559"/>
              <a:gd name="connsiteY54" fmla="*/ 5702810 h 6324599"/>
              <a:gd name="connsiteX55" fmla="*/ 6494075 w 11650559"/>
              <a:gd name="connsiteY55" fmla="*/ 5799756 h 6324599"/>
              <a:gd name="connsiteX56" fmla="*/ 6553234 w 11650559"/>
              <a:gd name="connsiteY56" fmla="*/ 5787493 h 6324599"/>
              <a:gd name="connsiteX57" fmla="*/ 6553234 w 11650559"/>
              <a:gd name="connsiteY57" fmla="*/ 5752733 h 6324599"/>
              <a:gd name="connsiteX58" fmla="*/ 6495546 w 11650559"/>
              <a:gd name="connsiteY58" fmla="*/ 5770510 h 6324599"/>
              <a:gd name="connsiteX59" fmla="*/ 6433823 w 11650559"/>
              <a:gd name="connsiteY59" fmla="*/ 5715641 h 6324599"/>
              <a:gd name="connsiteX60" fmla="*/ 6565828 w 11650559"/>
              <a:gd name="connsiteY60" fmla="*/ 5715641 h 6324599"/>
              <a:gd name="connsiteX61" fmla="*/ 6483690 w 11650559"/>
              <a:gd name="connsiteY61" fmla="*/ 5610591 h 6324599"/>
              <a:gd name="connsiteX62" fmla="*/ 6131227 w 11650559"/>
              <a:gd name="connsiteY62" fmla="*/ 5610591 h 6324599"/>
              <a:gd name="connsiteX63" fmla="*/ 6044619 w 11650559"/>
              <a:gd name="connsiteY63" fmla="*/ 5702810 h 6324599"/>
              <a:gd name="connsiteX64" fmla="*/ 6141612 w 11650559"/>
              <a:gd name="connsiteY64" fmla="*/ 5799756 h 6324599"/>
              <a:gd name="connsiteX65" fmla="*/ 6200771 w 11650559"/>
              <a:gd name="connsiteY65" fmla="*/ 5787493 h 6324599"/>
              <a:gd name="connsiteX66" fmla="*/ 6200771 w 11650559"/>
              <a:gd name="connsiteY66" fmla="*/ 5752733 h 6324599"/>
              <a:gd name="connsiteX67" fmla="*/ 6143084 w 11650559"/>
              <a:gd name="connsiteY67" fmla="*/ 5770510 h 6324599"/>
              <a:gd name="connsiteX68" fmla="*/ 6081360 w 11650559"/>
              <a:gd name="connsiteY68" fmla="*/ 5715641 h 6324599"/>
              <a:gd name="connsiteX69" fmla="*/ 6213365 w 11650559"/>
              <a:gd name="connsiteY69" fmla="*/ 5715641 h 6324599"/>
              <a:gd name="connsiteX70" fmla="*/ 6131227 w 11650559"/>
              <a:gd name="connsiteY70" fmla="*/ 5610591 h 6324599"/>
              <a:gd name="connsiteX71" fmla="*/ 6643495 w 11650559"/>
              <a:gd name="connsiteY71" fmla="*/ 5568561 h 6324599"/>
              <a:gd name="connsiteX72" fmla="*/ 6607042 w 11650559"/>
              <a:gd name="connsiteY72" fmla="*/ 5582159 h 6324599"/>
              <a:gd name="connsiteX73" fmla="*/ 6607042 w 11650559"/>
              <a:gd name="connsiteY73" fmla="*/ 5615001 h 6324599"/>
              <a:gd name="connsiteX74" fmla="*/ 6578438 w 11650559"/>
              <a:gd name="connsiteY74" fmla="*/ 5615001 h 6324599"/>
              <a:gd name="connsiteX75" fmla="*/ 6578438 w 11650559"/>
              <a:gd name="connsiteY75" fmla="*/ 5645222 h 6324599"/>
              <a:gd name="connsiteX76" fmla="*/ 6607042 w 11650559"/>
              <a:gd name="connsiteY76" fmla="*/ 5645222 h 6324599"/>
              <a:gd name="connsiteX77" fmla="*/ 6607042 w 11650559"/>
              <a:gd name="connsiteY77" fmla="*/ 5746514 h 6324599"/>
              <a:gd name="connsiteX78" fmla="*/ 6663373 w 11650559"/>
              <a:gd name="connsiteY78" fmla="*/ 5799748 h 6324599"/>
              <a:gd name="connsiteX79" fmla="*/ 6693018 w 11650559"/>
              <a:gd name="connsiteY79" fmla="*/ 5794326 h 6324599"/>
              <a:gd name="connsiteX80" fmla="*/ 6693018 w 11650559"/>
              <a:gd name="connsiteY80" fmla="*/ 5761682 h 6324599"/>
              <a:gd name="connsiteX81" fmla="*/ 6668911 w 11650559"/>
              <a:gd name="connsiteY81" fmla="*/ 5769519 h 6324599"/>
              <a:gd name="connsiteX82" fmla="*/ 6643495 w 11650559"/>
              <a:gd name="connsiteY82" fmla="*/ 5739933 h 6324599"/>
              <a:gd name="connsiteX83" fmla="*/ 6643495 w 11650559"/>
              <a:gd name="connsiteY83" fmla="*/ 5645222 h 6324599"/>
              <a:gd name="connsiteX84" fmla="*/ 6684019 w 11650559"/>
              <a:gd name="connsiteY84" fmla="*/ 5645222 h 6324599"/>
              <a:gd name="connsiteX85" fmla="*/ 6684019 w 11650559"/>
              <a:gd name="connsiteY85" fmla="*/ 5615001 h 6324599"/>
              <a:gd name="connsiteX86" fmla="*/ 6643495 w 11650559"/>
              <a:gd name="connsiteY86" fmla="*/ 5615001 h 6324599"/>
              <a:gd name="connsiteX87" fmla="*/ 5981476 w 11650559"/>
              <a:gd name="connsiteY87" fmla="*/ 5568561 h 6324599"/>
              <a:gd name="connsiteX88" fmla="*/ 5945027 w 11650559"/>
              <a:gd name="connsiteY88" fmla="*/ 5582159 h 6324599"/>
              <a:gd name="connsiteX89" fmla="*/ 5945027 w 11650559"/>
              <a:gd name="connsiteY89" fmla="*/ 5615005 h 6324599"/>
              <a:gd name="connsiteX90" fmla="*/ 5916419 w 11650559"/>
              <a:gd name="connsiteY90" fmla="*/ 5615005 h 6324599"/>
              <a:gd name="connsiteX91" fmla="*/ 5916419 w 11650559"/>
              <a:gd name="connsiteY91" fmla="*/ 5645222 h 6324599"/>
              <a:gd name="connsiteX92" fmla="*/ 5945027 w 11650559"/>
              <a:gd name="connsiteY92" fmla="*/ 5645222 h 6324599"/>
              <a:gd name="connsiteX93" fmla="*/ 5945027 w 11650559"/>
              <a:gd name="connsiteY93" fmla="*/ 5746518 h 6324599"/>
              <a:gd name="connsiteX94" fmla="*/ 6001354 w 11650559"/>
              <a:gd name="connsiteY94" fmla="*/ 5799748 h 6324599"/>
              <a:gd name="connsiteX95" fmla="*/ 6030999 w 11650559"/>
              <a:gd name="connsiteY95" fmla="*/ 5794326 h 6324599"/>
              <a:gd name="connsiteX96" fmla="*/ 6030999 w 11650559"/>
              <a:gd name="connsiteY96" fmla="*/ 5761682 h 6324599"/>
              <a:gd name="connsiteX97" fmla="*/ 6006892 w 11650559"/>
              <a:gd name="connsiteY97" fmla="*/ 5769519 h 6324599"/>
              <a:gd name="connsiteX98" fmla="*/ 5981476 w 11650559"/>
              <a:gd name="connsiteY98" fmla="*/ 5739933 h 6324599"/>
              <a:gd name="connsiteX99" fmla="*/ 5981476 w 11650559"/>
              <a:gd name="connsiteY99" fmla="*/ 5645222 h 6324599"/>
              <a:gd name="connsiteX100" fmla="*/ 6022004 w 11650559"/>
              <a:gd name="connsiteY100" fmla="*/ 5645222 h 6324599"/>
              <a:gd name="connsiteX101" fmla="*/ 6022004 w 11650559"/>
              <a:gd name="connsiteY101" fmla="*/ 5615005 h 6324599"/>
              <a:gd name="connsiteX102" fmla="*/ 5981476 w 11650559"/>
              <a:gd name="connsiteY102" fmla="*/ 5615005 h 6324599"/>
              <a:gd name="connsiteX103" fmla="*/ 6242667 w 11650559"/>
              <a:gd name="connsiteY103" fmla="*/ 5548696 h 6324599"/>
              <a:gd name="connsiteX104" fmla="*/ 6242667 w 11650559"/>
              <a:gd name="connsiteY104" fmla="*/ 5795514 h 6324599"/>
              <a:gd name="connsiteX105" fmla="*/ 6279116 w 11650559"/>
              <a:gd name="connsiteY105" fmla="*/ 5795514 h 6324599"/>
              <a:gd name="connsiteX106" fmla="*/ 6279116 w 11650559"/>
              <a:gd name="connsiteY106" fmla="*/ 5707967 h 6324599"/>
              <a:gd name="connsiteX107" fmla="*/ 6355262 w 11650559"/>
              <a:gd name="connsiteY107" fmla="*/ 5795514 h 6324599"/>
              <a:gd name="connsiteX108" fmla="*/ 6404233 w 11650559"/>
              <a:gd name="connsiteY108" fmla="*/ 5795514 h 6324599"/>
              <a:gd name="connsiteX109" fmla="*/ 6313155 w 11650559"/>
              <a:gd name="connsiteY109" fmla="*/ 5695218 h 6324599"/>
              <a:gd name="connsiteX110" fmla="*/ 6394212 w 11650559"/>
              <a:gd name="connsiteY110" fmla="*/ 5614915 h 6324599"/>
              <a:gd name="connsiteX111" fmla="*/ 6347360 w 11650559"/>
              <a:gd name="connsiteY111" fmla="*/ 5614915 h 6324599"/>
              <a:gd name="connsiteX112" fmla="*/ 6279116 w 11650559"/>
              <a:gd name="connsiteY112" fmla="*/ 5683838 h 6324599"/>
              <a:gd name="connsiteX113" fmla="*/ 6279116 w 11650559"/>
              <a:gd name="connsiteY113" fmla="*/ 5548696 h 6324599"/>
              <a:gd name="connsiteX114" fmla="*/ 5125081 w 11650559"/>
              <a:gd name="connsiteY114" fmla="*/ 5539928 h 6324599"/>
              <a:gd name="connsiteX115" fmla="*/ 4957540 w 11650559"/>
              <a:gd name="connsiteY115" fmla="*/ 5703149 h 6324599"/>
              <a:gd name="connsiteX116" fmla="*/ 5125081 w 11650559"/>
              <a:gd name="connsiteY116" fmla="*/ 5866367 h 6324599"/>
              <a:gd name="connsiteX117" fmla="*/ 5286573 w 11650559"/>
              <a:gd name="connsiteY117" fmla="*/ 5866367 h 6324599"/>
              <a:gd name="connsiteX118" fmla="*/ 5286573 w 11650559"/>
              <a:gd name="connsiteY118" fmla="*/ 5539928 h 6324599"/>
              <a:gd name="connsiteX119" fmla="*/ 0 w 11650559"/>
              <a:gd name="connsiteY119" fmla="*/ 0 h 6324599"/>
              <a:gd name="connsiteX120" fmla="*/ 11650559 w 11650559"/>
              <a:gd name="connsiteY120" fmla="*/ 0 h 6324599"/>
              <a:gd name="connsiteX121" fmla="*/ 11650559 w 11650559"/>
              <a:gd name="connsiteY121" fmla="*/ 6324599 h 6324599"/>
              <a:gd name="connsiteX122" fmla="*/ 0 w 11650559"/>
              <a:gd name="connsiteY122" fmla="*/ 6324599 h 6324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1650559" h="6324599">
                <a:moveTo>
                  <a:pt x="5440591" y="5708644"/>
                </a:moveTo>
                <a:cubicBezTo>
                  <a:pt x="5447523" y="5708644"/>
                  <a:pt x="5454447" y="5709340"/>
                  <a:pt x="5461375" y="5709340"/>
                </a:cubicBezTo>
                <a:lnTo>
                  <a:pt x="5461375" y="5724928"/>
                </a:lnTo>
                <a:cubicBezTo>
                  <a:pt x="5461375" y="5751297"/>
                  <a:pt x="5444409" y="5771385"/>
                  <a:pt x="5412190" y="5771385"/>
                </a:cubicBezTo>
                <a:cubicBezTo>
                  <a:pt x="5397296" y="5771385"/>
                  <a:pt x="5379288" y="5761347"/>
                  <a:pt x="5379288" y="5742610"/>
                </a:cubicBezTo>
                <a:cubicBezTo>
                  <a:pt x="5379288" y="5711416"/>
                  <a:pt x="5422931" y="5708644"/>
                  <a:pt x="5440591" y="5708644"/>
                </a:cubicBezTo>
                <a:close/>
                <a:moveTo>
                  <a:pt x="5815068" y="5639654"/>
                </a:moveTo>
                <a:cubicBezTo>
                  <a:pt x="5850368" y="5639654"/>
                  <a:pt x="5869418" y="5673410"/>
                  <a:pt x="5869418" y="5705153"/>
                </a:cubicBezTo>
                <a:cubicBezTo>
                  <a:pt x="5869418" y="5736729"/>
                  <a:pt x="5852671" y="5770716"/>
                  <a:pt x="5815068" y="5770716"/>
                </a:cubicBezTo>
                <a:cubicBezTo>
                  <a:pt x="5777466" y="5770716"/>
                  <a:pt x="5760333" y="5736729"/>
                  <a:pt x="5760333" y="5705153"/>
                </a:cubicBezTo>
                <a:cubicBezTo>
                  <a:pt x="5760333" y="5673410"/>
                  <a:pt x="5779516" y="5639654"/>
                  <a:pt x="5815068" y="5639654"/>
                </a:cubicBezTo>
                <a:close/>
                <a:moveTo>
                  <a:pt x="5615166" y="5639028"/>
                </a:moveTo>
                <a:cubicBezTo>
                  <a:pt x="5650500" y="5639028"/>
                  <a:pt x="5664351" y="5672624"/>
                  <a:pt x="5663664" y="5704492"/>
                </a:cubicBezTo>
                <a:cubicBezTo>
                  <a:pt x="5664351" y="5732204"/>
                  <a:pt x="5649801" y="5771385"/>
                  <a:pt x="5614823" y="5771385"/>
                </a:cubicBezTo>
                <a:cubicBezTo>
                  <a:pt x="5578108" y="5771385"/>
                  <a:pt x="5562867" y="5734979"/>
                  <a:pt x="5562867" y="5705530"/>
                </a:cubicBezTo>
                <a:cubicBezTo>
                  <a:pt x="5562867" y="5672624"/>
                  <a:pt x="5579837" y="5639028"/>
                  <a:pt x="5615166" y="5639028"/>
                </a:cubicBezTo>
                <a:close/>
                <a:moveTo>
                  <a:pt x="6482815" y="5638937"/>
                </a:moveTo>
                <a:cubicBezTo>
                  <a:pt x="6512563" y="5638937"/>
                  <a:pt x="6529464" y="5661492"/>
                  <a:pt x="6529464" y="5688672"/>
                </a:cubicBezTo>
                <a:lnTo>
                  <a:pt x="6432480" y="5688672"/>
                </a:lnTo>
                <a:cubicBezTo>
                  <a:pt x="6435054" y="5665670"/>
                  <a:pt x="6449004" y="5638937"/>
                  <a:pt x="6482815" y="5638937"/>
                </a:cubicBezTo>
                <a:close/>
                <a:moveTo>
                  <a:pt x="6130348" y="5638937"/>
                </a:moveTo>
                <a:cubicBezTo>
                  <a:pt x="6160101" y="5638937"/>
                  <a:pt x="6177002" y="5661492"/>
                  <a:pt x="6177002" y="5688672"/>
                </a:cubicBezTo>
                <a:lnTo>
                  <a:pt x="6080017" y="5688672"/>
                </a:lnTo>
                <a:cubicBezTo>
                  <a:pt x="6082591" y="5665670"/>
                  <a:pt x="6096537" y="5638937"/>
                  <a:pt x="6130348" y="5638937"/>
                </a:cubicBezTo>
                <a:close/>
                <a:moveTo>
                  <a:pt x="5815068" y="5610866"/>
                </a:moveTo>
                <a:cubicBezTo>
                  <a:pt x="5760976" y="5610866"/>
                  <a:pt x="5723198" y="5649640"/>
                  <a:pt x="5723198" y="5705153"/>
                </a:cubicBezTo>
                <a:cubicBezTo>
                  <a:pt x="5723198" y="5758940"/>
                  <a:pt x="5762701" y="5799504"/>
                  <a:pt x="5815068" y="5799504"/>
                </a:cubicBezTo>
                <a:cubicBezTo>
                  <a:pt x="5867222" y="5799504"/>
                  <a:pt x="5906549" y="5758940"/>
                  <a:pt x="5906549" y="5705153"/>
                </a:cubicBezTo>
                <a:cubicBezTo>
                  <a:pt x="5906549" y="5649640"/>
                  <a:pt x="5868925" y="5610866"/>
                  <a:pt x="5815068" y="5610866"/>
                </a:cubicBezTo>
                <a:close/>
                <a:moveTo>
                  <a:pt x="5622090" y="5610763"/>
                </a:moveTo>
                <a:cubicBezTo>
                  <a:pt x="5593945" y="5610763"/>
                  <a:pt x="5573973" y="5623654"/>
                  <a:pt x="5563425" y="5636913"/>
                </a:cubicBezTo>
                <a:lnTo>
                  <a:pt x="5563425" y="5614911"/>
                </a:lnTo>
                <a:lnTo>
                  <a:pt x="5528361" y="5614911"/>
                </a:lnTo>
                <a:lnTo>
                  <a:pt x="5528361" y="5858500"/>
                </a:lnTo>
                <a:lnTo>
                  <a:pt x="5564810" y="5858500"/>
                </a:lnTo>
                <a:lnTo>
                  <a:pt x="5564810" y="5774414"/>
                </a:lnTo>
                <a:cubicBezTo>
                  <a:pt x="5577078" y="5791096"/>
                  <a:pt x="5596373" y="5799654"/>
                  <a:pt x="5622446" y="5799654"/>
                </a:cubicBezTo>
                <a:cubicBezTo>
                  <a:pt x="5679862" y="5799654"/>
                  <a:pt x="5700243" y="5747084"/>
                  <a:pt x="5700243" y="5702073"/>
                </a:cubicBezTo>
                <a:cubicBezTo>
                  <a:pt x="5700243" y="5659949"/>
                  <a:pt x="5679768" y="5610763"/>
                  <a:pt x="5622090" y="5610763"/>
                </a:cubicBezTo>
                <a:close/>
                <a:moveTo>
                  <a:pt x="5422931" y="5610763"/>
                </a:moveTo>
                <a:cubicBezTo>
                  <a:pt x="5401324" y="5610763"/>
                  <a:pt x="5381544" y="5617056"/>
                  <a:pt x="5362726" y="5628270"/>
                </a:cubicBezTo>
                <a:lnTo>
                  <a:pt x="5364768" y="5661016"/>
                </a:lnTo>
                <a:cubicBezTo>
                  <a:pt x="5378263" y="5648937"/>
                  <a:pt x="5397442" y="5640975"/>
                  <a:pt x="5417736" y="5640975"/>
                </a:cubicBezTo>
                <a:cubicBezTo>
                  <a:pt x="5446656" y="5640975"/>
                  <a:pt x="5458758" y="5653295"/>
                  <a:pt x="5459324" y="5683057"/>
                </a:cubicBezTo>
                <a:cubicBezTo>
                  <a:pt x="5447604" y="5682491"/>
                  <a:pt x="5438682" y="5682465"/>
                  <a:pt x="5426740" y="5682465"/>
                </a:cubicBezTo>
                <a:cubicBezTo>
                  <a:pt x="5395533" y="5682465"/>
                  <a:pt x="5342706" y="5695128"/>
                  <a:pt x="5342706" y="5742610"/>
                </a:cubicBezTo>
                <a:cubicBezTo>
                  <a:pt x="5342706" y="5779402"/>
                  <a:pt x="5366402" y="5799654"/>
                  <a:pt x="5409423" y="5799654"/>
                </a:cubicBezTo>
                <a:cubicBezTo>
                  <a:pt x="5438211" y="5799654"/>
                  <a:pt x="5455107" y="5784837"/>
                  <a:pt x="5462893" y="5775507"/>
                </a:cubicBezTo>
                <a:lnTo>
                  <a:pt x="5462893" y="5795514"/>
                </a:lnTo>
                <a:lnTo>
                  <a:pt x="5497544" y="5795514"/>
                </a:lnTo>
                <a:cubicBezTo>
                  <a:pt x="5496086" y="5784824"/>
                  <a:pt x="5495872" y="5775589"/>
                  <a:pt x="5495872" y="5758919"/>
                </a:cubicBezTo>
                <a:lnTo>
                  <a:pt x="5495872" y="5685798"/>
                </a:lnTo>
                <a:cubicBezTo>
                  <a:pt x="5495872" y="5634597"/>
                  <a:pt x="5472695" y="5610763"/>
                  <a:pt x="5422931" y="5610763"/>
                </a:cubicBezTo>
                <a:close/>
                <a:moveTo>
                  <a:pt x="6483690" y="5610591"/>
                </a:moveTo>
                <a:cubicBezTo>
                  <a:pt x="6430790" y="5610591"/>
                  <a:pt x="6397086" y="5650180"/>
                  <a:pt x="6397086" y="5702810"/>
                </a:cubicBezTo>
                <a:cubicBezTo>
                  <a:pt x="6397086" y="5760652"/>
                  <a:pt x="6431142" y="5799756"/>
                  <a:pt x="6494075" y="5799756"/>
                </a:cubicBezTo>
                <a:cubicBezTo>
                  <a:pt x="6524939" y="5799756"/>
                  <a:pt x="6540000" y="5792022"/>
                  <a:pt x="6553234" y="5787493"/>
                </a:cubicBezTo>
                <a:lnTo>
                  <a:pt x="6553234" y="5752733"/>
                </a:lnTo>
                <a:cubicBezTo>
                  <a:pt x="6544787" y="5759361"/>
                  <a:pt x="6518324" y="5770510"/>
                  <a:pt x="6495546" y="5770510"/>
                </a:cubicBezTo>
                <a:cubicBezTo>
                  <a:pt x="6462846" y="5770510"/>
                  <a:pt x="6433823" y="5750833"/>
                  <a:pt x="6433823" y="5715641"/>
                </a:cubicBezTo>
                <a:lnTo>
                  <a:pt x="6565828" y="5715641"/>
                </a:lnTo>
                <a:cubicBezTo>
                  <a:pt x="6567124" y="5658194"/>
                  <a:pt x="6545946" y="5610591"/>
                  <a:pt x="6483690" y="5610591"/>
                </a:cubicBezTo>
                <a:close/>
                <a:moveTo>
                  <a:pt x="6131227" y="5610591"/>
                </a:moveTo>
                <a:cubicBezTo>
                  <a:pt x="6078327" y="5610591"/>
                  <a:pt x="6044619" y="5650180"/>
                  <a:pt x="6044619" y="5702810"/>
                </a:cubicBezTo>
                <a:cubicBezTo>
                  <a:pt x="6044619" y="5760652"/>
                  <a:pt x="6078675" y="5799756"/>
                  <a:pt x="6141612" y="5799756"/>
                </a:cubicBezTo>
                <a:cubicBezTo>
                  <a:pt x="6172476" y="5799756"/>
                  <a:pt x="6187537" y="5792022"/>
                  <a:pt x="6200771" y="5787493"/>
                </a:cubicBezTo>
                <a:lnTo>
                  <a:pt x="6200771" y="5752733"/>
                </a:lnTo>
                <a:cubicBezTo>
                  <a:pt x="6192324" y="5759361"/>
                  <a:pt x="6165862" y="5770510"/>
                  <a:pt x="6143084" y="5770510"/>
                </a:cubicBezTo>
                <a:cubicBezTo>
                  <a:pt x="6110384" y="5770510"/>
                  <a:pt x="6081360" y="5750833"/>
                  <a:pt x="6081360" y="5715641"/>
                </a:cubicBezTo>
                <a:lnTo>
                  <a:pt x="6213365" y="5715641"/>
                </a:lnTo>
                <a:cubicBezTo>
                  <a:pt x="6214656" y="5658194"/>
                  <a:pt x="6193483" y="5610591"/>
                  <a:pt x="6131227" y="5610591"/>
                </a:cubicBezTo>
                <a:close/>
                <a:moveTo>
                  <a:pt x="6643495" y="5568561"/>
                </a:moveTo>
                <a:lnTo>
                  <a:pt x="6607042" y="5582159"/>
                </a:lnTo>
                <a:lnTo>
                  <a:pt x="6607042" y="5615001"/>
                </a:lnTo>
                <a:lnTo>
                  <a:pt x="6578438" y="5615001"/>
                </a:lnTo>
                <a:lnTo>
                  <a:pt x="6578438" y="5645222"/>
                </a:lnTo>
                <a:lnTo>
                  <a:pt x="6607042" y="5645222"/>
                </a:lnTo>
                <a:lnTo>
                  <a:pt x="6607042" y="5746514"/>
                </a:lnTo>
                <a:cubicBezTo>
                  <a:pt x="6607042" y="5781333"/>
                  <a:pt x="6626521" y="5799748"/>
                  <a:pt x="6663373" y="5799748"/>
                </a:cubicBezTo>
                <a:cubicBezTo>
                  <a:pt x="6674397" y="5799748"/>
                  <a:pt x="6686326" y="5796552"/>
                  <a:pt x="6693018" y="5794326"/>
                </a:cubicBezTo>
                <a:lnTo>
                  <a:pt x="6693018" y="5761682"/>
                </a:lnTo>
                <a:cubicBezTo>
                  <a:pt x="6684126" y="5767932"/>
                  <a:pt x="6676799" y="5769519"/>
                  <a:pt x="6668911" y="5769519"/>
                </a:cubicBezTo>
                <a:cubicBezTo>
                  <a:pt x="6656252" y="5769519"/>
                  <a:pt x="6643477" y="5760378"/>
                  <a:pt x="6643495" y="5739933"/>
                </a:cubicBezTo>
                <a:lnTo>
                  <a:pt x="6643495" y="5645222"/>
                </a:lnTo>
                <a:lnTo>
                  <a:pt x="6684019" y="5645222"/>
                </a:lnTo>
                <a:lnTo>
                  <a:pt x="6684019" y="5615001"/>
                </a:lnTo>
                <a:lnTo>
                  <a:pt x="6643495" y="5615001"/>
                </a:lnTo>
                <a:close/>
                <a:moveTo>
                  <a:pt x="5981476" y="5568561"/>
                </a:moveTo>
                <a:lnTo>
                  <a:pt x="5945027" y="5582159"/>
                </a:lnTo>
                <a:lnTo>
                  <a:pt x="5945027" y="5615005"/>
                </a:lnTo>
                <a:lnTo>
                  <a:pt x="5916419" y="5615005"/>
                </a:lnTo>
                <a:lnTo>
                  <a:pt x="5916419" y="5645222"/>
                </a:lnTo>
                <a:lnTo>
                  <a:pt x="5945027" y="5645222"/>
                </a:lnTo>
                <a:lnTo>
                  <a:pt x="5945027" y="5746518"/>
                </a:lnTo>
                <a:cubicBezTo>
                  <a:pt x="5945027" y="5781333"/>
                  <a:pt x="5964502" y="5799748"/>
                  <a:pt x="6001354" y="5799748"/>
                </a:cubicBezTo>
                <a:cubicBezTo>
                  <a:pt x="6012378" y="5799748"/>
                  <a:pt x="6024307" y="5796552"/>
                  <a:pt x="6030999" y="5794326"/>
                </a:cubicBezTo>
                <a:lnTo>
                  <a:pt x="6030999" y="5761682"/>
                </a:lnTo>
                <a:cubicBezTo>
                  <a:pt x="6022107" y="5767936"/>
                  <a:pt x="6014785" y="5769519"/>
                  <a:pt x="6006892" y="5769519"/>
                </a:cubicBezTo>
                <a:cubicBezTo>
                  <a:pt x="5994233" y="5769519"/>
                  <a:pt x="5981458" y="5760378"/>
                  <a:pt x="5981476" y="5739933"/>
                </a:cubicBezTo>
                <a:lnTo>
                  <a:pt x="5981476" y="5645222"/>
                </a:lnTo>
                <a:lnTo>
                  <a:pt x="6022004" y="5645222"/>
                </a:lnTo>
                <a:lnTo>
                  <a:pt x="6022004" y="5615005"/>
                </a:lnTo>
                <a:lnTo>
                  <a:pt x="5981476" y="5615005"/>
                </a:lnTo>
                <a:close/>
                <a:moveTo>
                  <a:pt x="6242667" y="5548696"/>
                </a:moveTo>
                <a:lnTo>
                  <a:pt x="6242667" y="5795514"/>
                </a:lnTo>
                <a:lnTo>
                  <a:pt x="6279116" y="5795514"/>
                </a:lnTo>
                <a:lnTo>
                  <a:pt x="6279116" y="5707967"/>
                </a:lnTo>
                <a:cubicBezTo>
                  <a:pt x="6285362" y="5715152"/>
                  <a:pt x="6355262" y="5795514"/>
                  <a:pt x="6355262" y="5795514"/>
                </a:cubicBezTo>
                <a:lnTo>
                  <a:pt x="6404233" y="5795514"/>
                </a:lnTo>
                <a:cubicBezTo>
                  <a:pt x="6404233" y="5795514"/>
                  <a:pt x="6315733" y="5697959"/>
                  <a:pt x="6313155" y="5695218"/>
                </a:cubicBezTo>
                <a:cubicBezTo>
                  <a:pt x="6315866" y="5692644"/>
                  <a:pt x="6394212" y="5614915"/>
                  <a:pt x="6394212" y="5614915"/>
                </a:cubicBezTo>
                <a:lnTo>
                  <a:pt x="6347360" y="5614915"/>
                </a:lnTo>
                <a:cubicBezTo>
                  <a:pt x="6347360" y="5614915"/>
                  <a:pt x="6285156" y="5677725"/>
                  <a:pt x="6279116" y="5683838"/>
                </a:cubicBezTo>
                <a:lnTo>
                  <a:pt x="6279116" y="5548696"/>
                </a:lnTo>
                <a:close/>
                <a:moveTo>
                  <a:pt x="5125081" y="5539928"/>
                </a:moveTo>
                <a:cubicBezTo>
                  <a:pt x="5034938" y="5539928"/>
                  <a:pt x="4957540" y="5613002"/>
                  <a:pt x="4957540" y="5703149"/>
                </a:cubicBezTo>
                <a:cubicBezTo>
                  <a:pt x="4957540" y="5793293"/>
                  <a:pt x="5034938" y="5866367"/>
                  <a:pt x="5125081" y="5866367"/>
                </a:cubicBezTo>
                <a:lnTo>
                  <a:pt x="5286573" y="5866367"/>
                </a:lnTo>
                <a:lnTo>
                  <a:pt x="5286573" y="5539928"/>
                </a:lnTo>
                <a:close/>
                <a:moveTo>
                  <a:pt x="0" y="0"/>
                </a:moveTo>
                <a:lnTo>
                  <a:pt x="11650559" y="0"/>
                </a:lnTo>
                <a:lnTo>
                  <a:pt x="11650559" y="6324599"/>
                </a:lnTo>
                <a:lnTo>
                  <a:pt x="0" y="6324599"/>
                </a:lnTo>
                <a:close/>
              </a:path>
            </a:pathLst>
          </a:custGeom>
          <a:solidFill>
            <a:schemeClr val="bg1">
              <a:lumMod val="95000"/>
            </a:schemeClr>
          </a:solidFill>
        </p:spPr>
        <p:txBody>
          <a:bodyPr wrap="square" tIns="36000" bIns="1008000" anchor="t">
            <a:noAutofit/>
          </a:bodyPr>
          <a:lstStyle>
            <a:lvl1pPr marL="0" indent="0" algn="ctr">
              <a:buNone/>
              <a:defRPr sz="1600">
                <a:solidFill>
                  <a:schemeClr val="tx2"/>
                </a:solidFill>
              </a:defRPr>
            </a:lvl1pPr>
          </a:lstStyle>
          <a:p>
            <a:r>
              <a:rPr lang="sv-SE"/>
              <a:t>Klicka på ikonen för att lägga till en bild</a:t>
            </a:r>
          </a:p>
        </p:txBody>
      </p:sp>
      <p:sp>
        <p:nvSpPr>
          <p:cNvPr id="8" name="Rubrik 33">
            <a:extLst>
              <a:ext uri="{FF2B5EF4-FFF2-40B4-BE49-F238E27FC236}">
                <a16:creationId xmlns:a16="http://schemas.microsoft.com/office/drawing/2014/main" id="{CF863F98-716B-4959-9AE1-227932375CDA}"/>
              </a:ext>
            </a:extLst>
          </p:cNvPr>
          <p:cNvSpPr>
            <a:spLocks noGrp="1"/>
          </p:cNvSpPr>
          <p:nvPr userDrawn="1">
            <p:ph type="title"/>
          </p:nvPr>
        </p:nvSpPr>
        <p:spPr>
          <a:xfrm>
            <a:off x="2743200" y="1944694"/>
            <a:ext cx="6705602" cy="1387915"/>
          </a:xfrm>
        </p:spPr>
        <p:txBody>
          <a:bodyPr anchor="b">
            <a:normAutofit/>
          </a:bodyPr>
          <a:lstStyle>
            <a:lvl1pPr algn="ctr">
              <a:defRPr sz="4400">
                <a:solidFill>
                  <a:schemeClr val="tx2"/>
                </a:solidFill>
              </a:defRPr>
            </a:lvl1pPr>
          </a:lstStyle>
          <a:p>
            <a:r>
              <a:rPr lang="sv-SE"/>
              <a:t>Klicka här för att ändra mall för rubrikformat</a:t>
            </a:r>
          </a:p>
        </p:txBody>
      </p:sp>
      <p:sp>
        <p:nvSpPr>
          <p:cNvPr id="9" name="Platshållare för text 11">
            <a:extLst>
              <a:ext uri="{FF2B5EF4-FFF2-40B4-BE49-F238E27FC236}">
                <a16:creationId xmlns:a16="http://schemas.microsoft.com/office/drawing/2014/main" id="{C96B6868-88A8-4722-B416-4A2A05497377}"/>
              </a:ext>
            </a:extLst>
          </p:cNvPr>
          <p:cNvSpPr>
            <a:spLocks noGrp="1"/>
          </p:cNvSpPr>
          <p:nvPr userDrawn="1">
            <p:ph type="body" sz="quarter" idx="10"/>
          </p:nvPr>
        </p:nvSpPr>
        <p:spPr>
          <a:xfrm>
            <a:off x="2743201" y="3553213"/>
            <a:ext cx="6705602" cy="1014412"/>
          </a:xfrm>
        </p:spPr>
        <p:txBody>
          <a:bodyPr>
            <a:normAutofit/>
          </a:bodyPr>
          <a:lstStyle>
            <a:lvl1pPr marL="0" indent="0" algn="ctr">
              <a:buNone/>
              <a:defRPr sz="2000" b="0"/>
            </a:lvl1pPr>
            <a:lvl2pPr marL="246062" indent="0">
              <a:buNone/>
              <a:defRPr/>
            </a:lvl2pPr>
          </a:lstStyle>
          <a:p>
            <a:pPr lvl="0"/>
            <a:r>
              <a:rPr lang="sv-SE"/>
              <a:t>Klicka här för att ändra format på bakgrundstexten</a:t>
            </a:r>
          </a:p>
        </p:txBody>
      </p:sp>
      <p:sp>
        <p:nvSpPr>
          <p:cNvPr id="45" name="Frihandsfigur: Form 44">
            <a:extLst>
              <a:ext uri="{FF2B5EF4-FFF2-40B4-BE49-F238E27FC236}">
                <a16:creationId xmlns:a16="http://schemas.microsoft.com/office/drawing/2014/main" id="{CE41976F-B2D8-4F55-8AF6-EE93AF203F90}"/>
              </a:ext>
            </a:extLst>
          </p:cNvPr>
          <p:cNvSpPr/>
          <p:nvPr/>
        </p:nvSpPr>
        <p:spPr>
          <a:xfrm>
            <a:off x="5228261" y="5806629"/>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46" name="Frihandsfigur: Form 45">
            <a:extLst>
              <a:ext uri="{FF2B5EF4-FFF2-40B4-BE49-F238E27FC236}">
                <a16:creationId xmlns:a16="http://schemas.microsoft.com/office/drawing/2014/main" id="{1180F069-10A2-453B-87F4-87C323256AD6}"/>
              </a:ext>
            </a:extLst>
          </p:cNvPr>
          <p:cNvSpPr/>
          <p:nvPr/>
        </p:nvSpPr>
        <p:spPr>
          <a:xfrm>
            <a:off x="5301399" y="5845459"/>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sp>
        <p:nvSpPr>
          <p:cNvPr id="47" name="Frihandsfigur: Form 46">
            <a:extLst>
              <a:ext uri="{FF2B5EF4-FFF2-40B4-BE49-F238E27FC236}">
                <a16:creationId xmlns:a16="http://schemas.microsoft.com/office/drawing/2014/main" id="{D0F92901-BFE4-4E03-8AAB-79BDC5D96465}"/>
              </a:ext>
            </a:extLst>
          </p:cNvPr>
          <p:cNvSpPr/>
          <p:nvPr userDrawn="1"/>
        </p:nvSpPr>
        <p:spPr>
          <a:xfrm rot="5400000">
            <a:off x="2666790" y="-2666789"/>
            <a:ext cx="6858000" cy="12191581"/>
          </a:xfrm>
          <a:custGeom>
            <a:avLst/>
            <a:gdLst>
              <a:gd name="connsiteX0" fmla="*/ 268288 w 6858000"/>
              <a:gd name="connsiteY0" fmla="*/ 11921602 h 12191581"/>
              <a:gd name="connsiteX1" fmla="*/ 6589711 w 6858000"/>
              <a:gd name="connsiteY1" fmla="*/ 11921602 h 12191581"/>
              <a:gd name="connsiteX2" fmla="*/ 6589711 w 6858000"/>
              <a:gd name="connsiteY2" fmla="*/ 271042 h 12191581"/>
              <a:gd name="connsiteX3" fmla="*/ 268288 w 6858000"/>
              <a:gd name="connsiteY3" fmla="*/ 271042 h 12191581"/>
              <a:gd name="connsiteX4" fmla="*/ 0 w 6858000"/>
              <a:gd name="connsiteY4" fmla="*/ 271042 h 12191581"/>
              <a:gd name="connsiteX5" fmla="*/ 0 w 6858000"/>
              <a:gd name="connsiteY5" fmla="*/ 0 h 12191581"/>
              <a:gd name="connsiteX6" fmla="*/ 6858000 w 6858000"/>
              <a:gd name="connsiteY6" fmla="*/ 0 h 12191581"/>
              <a:gd name="connsiteX7" fmla="*/ 6858000 w 6858000"/>
              <a:gd name="connsiteY7" fmla="*/ 271042 h 12191581"/>
              <a:gd name="connsiteX8" fmla="*/ 6857999 w 6858000"/>
              <a:gd name="connsiteY8" fmla="*/ 271042 h 12191581"/>
              <a:gd name="connsiteX9" fmla="*/ 6857999 w 6858000"/>
              <a:gd name="connsiteY9" fmla="*/ 11921602 h 12191581"/>
              <a:gd name="connsiteX10" fmla="*/ 6858000 w 6858000"/>
              <a:gd name="connsiteY10" fmla="*/ 11921602 h 12191581"/>
              <a:gd name="connsiteX11" fmla="*/ 6858000 w 6858000"/>
              <a:gd name="connsiteY11" fmla="*/ 12191581 h 12191581"/>
              <a:gd name="connsiteX12" fmla="*/ 0 w 6858000"/>
              <a:gd name="connsiteY12" fmla="*/ 12191581 h 12191581"/>
              <a:gd name="connsiteX13" fmla="*/ 0 w 6858000"/>
              <a:gd name="connsiteY13" fmla="*/ 11921602 h 12191581"/>
              <a:gd name="connsiteX14" fmla="*/ 0 w 6858000"/>
              <a:gd name="connsiteY14" fmla="*/ 11921602 h 12191581"/>
              <a:gd name="connsiteX15" fmla="*/ 0 w 6858000"/>
              <a:gd name="connsiteY15" fmla="*/ 271042 h 1219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12191581">
                <a:moveTo>
                  <a:pt x="268288" y="11921602"/>
                </a:moveTo>
                <a:lnTo>
                  <a:pt x="6589711" y="11921602"/>
                </a:lnTo>
                <a:lnTo>
                  <a:pt x="6589711" y="271042"/>
                </a:lnTo>
                <a:lnTo>
                  <a:pt x="268288" y="271042"/>
                </a:lnTo>
                <a:close/>
                <a:moveTo>
                  <a:pt x="0" y="271042"/>
                </a:moveTo>
                <a:lnTo>
                  <a:pt x="0" y="0"/>
                </a:lnTo>
                <a:lnTo>
                  <a:pt x="6858000" y="0"/>
                </a:lnTo>
                <a:lnTo>
                  <a:pt x="6858000" y="271042"/>
                </a:lnTo>
                <a:lnTo>
                  <a:pt x="6857999" y="271042"/>
                </a:lnTo>
                <a:lnTo>
                  <a:pt x="6857999" y="11921602"/>
                </a:lnTo>
                <a:lnTo>
                  <a:pt x="6858000" y="11921602"/>
                </a:lnTo>
                <a:lnTo>
                  <a:pt x="6858000" y="12191581"/>
                </a:lnTo>
                <a:lnTo>
                  <a:pt x="0" y="12191581"/>
                </a:lnTo>
                <a:lnTo>
                  <a:pt x="0" y="11921602"/>
                </a:lnTo>
                <a:lnTo>
                  <a:pt x="0" y="11921602"/>
                </a:lnTo>
                <a:lnTo>
                  <a:pt x="0" y="2710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sp>
        <p:nvSpPr>
          <p:cNvPr id="2" name="textruta 1">
            <a:extLst>
              <a:ext uri="{FF2B5EF4-FFF2-40B4-BE49-F238E27FC236}">
                <a16:creationId xmlns:a16="http://schemas.microsoft.com/office/drawing/2014/main" id="{317A8266-2B3E-4CE0-810C-D7210BAF35CE}"/>
              </a:ext>
            </a:extLst>
          </p:cNvPr>
          <p:cNvSpPr txBox="1"/>
          <p:nvPr userDrawn="1"/>
        </p:nvSpPr>
        <p:spPr>
          <a:xfrm>
            <a:off x="12295417" y="997376"/>
            <a:ext cx="4201791" cy="830997"/>
          </a:xfrm>
          <a:prstGeom prst="rect">
            <a:avLst/>
          </a:prstGeom>
          <a:solidFill>
            <a:schemeClr val="bg1"/>
          </a:solidFill>
        </p:spPr>
        <p:txBody>
          <a:bodyPr wrap="none" rtlCol="0">
            <a:spAutoFit/>
          </a:bodyPr>
          <a:lstStyle/>
          <a:p>
            <a:r>
              <a:rPr lang="sv-SE" sz="1200" b="1"/>
              <a:t>TIPS!</a:t>
            </a:r>
          </a:p>
          <a:p>
            <a:r>
              <a:rPr lang="sv-SE" sz="1200"/>
              <a:t>För att göra logotypen till mörk:</a:t>
            </a:r>
          </a:p>
          <a:p>
            <a:r>
              <a:rPr lang="sv-SE" sz="1200"/>
              <a:t>Högerklicka utanför arbetsytan – välj ”</a:t>
            </a:r>
            <a:r>
              <a:rPr lang="sv-SE" sz="1200" i="1"/>
              <a:t>Formatera bakgrund</a:t>
            </a:r>
            <a:r>
              <a:rPr lang="sv-SE" sz="1200"/>
              <a:t>”</a:t>
            </a:r>
          </a:p>
          <a:p>
            <a:r>
              <a:rPr lang="sv-SE" sz="1200"/>
              <a:t>Välj ”</a:t>
            </a:r>
            <a:r>
              <a:rPr lang="sv-SE" sz="1200" i="1"/>
              <a:t>Hel fyllning</a:t>
            </a:r>
            <a:r>
              <a:rPr lang="sv-SE" sz="1200"/>
              <a:t>” och välj ”</a:t>
            </a:r>
            <a:r>
              <a:rPr lang="sv-SE" sz="1200" i="1"/>
              <a:t>svart</a:t>
            </a:r>
            <a:r>
              <a:rPr lang="sv-SE" sz="1200"/>
              <a:t>”</a:t>
            </a:r>
          </a:p>
        </p:txBody>
      </p:sp>
      <p:grpSp>
        <p:nvGrpSpPr>
          <p:cNvPr id="12" name="Grupp 11">
            <a:extLst>
              <a:ext uri="{FF2B5EF4-FFF2-40B4-BE49-F238E27FC236}">
                <a16:creationId xmlns:a16="http://schemas.microsoft.com/office/drawing/2014/main" id="{A65CF749-E176-4C0F-B6B1-8C9AC5B471AE}"/>
              </a:ext>
            </a:extLst>
          </p:cNvPr>
          <p:cNvGrpSpPr/>
          <p:nvPr userDrawn="1"/>
        </p:nvGrpSpPr>
        <p:grpSpPr>
          <a:xfrm>
            <a:off x="12295416" y="1897335"/>
            <a:ext cx="2503753" cy="2126025"/>
            <a:chOff x="12295417" y="1897335"/>
            <a:chExt cx="2049924" cy="1740663"/>
          </a:xfrm>
        </p:grpSpPr>
        <p:pic>
          <p:nvPicPr>
            <p:cNvPr id="5" name="Bildobjekt 4">
              <a:extLst>
                <a:ext uri="{FF2B5EF4-FFF2-40B4-BE49-F238E27FC236}">
                  <a16:creationId xmlns:a16="http://schemas.microsoft.com/office/drawing/2014/main" id="{DE24E40D-1307-4CB5-8416-9F247C2F9F7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2295417" y="1897335"/>
              <a:ext cx="1124441" cy="968317"/>
            </a:xfrm>
            <a:prstGeom prst="rect">
              <a:avLst/>
            </a:prstGeom>
          </p:spPr>
        </p:pic>
        <p:pic>
          <p:nvPicPr>
            <p:cNvPr id="7" name="Bildobjekt 6">
              <a:extLst>
                <a:ext uri="{FF2B5EF4-FFF2-40B4-BE49-F238E27FC236}">
                  <a16:creationId xmlns:a16="http://schemas.microsoft.com/office/drawing/2014/main" id="{2D074425-959C-459F-8001-391CCE5796D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419858" y="1897335"/>
              <a:ext cx="925483" cy="1740663"/>
            </a:xfrm>
            <a:prstGeom prst="rect">
              <a:avLst/>
            </a:prstGeom>
          </p:spPr>
        </p:pic>
      </p:grpSp>
      <p:sp>
        <p:nvSpPr>
          <p:cNvPr id="49" name="Rektangel 48">
            <a:extLst>
              <a:ext uri="{FF2B5EF4-FFF2-40B4-BE49-F238E27FC236}">
                <a16:creationId xmlns:a16="http://schemas.microsoft.com/office/drawing/2014/main" id="{F00A4852-B799-4C91-B4DC-B8977D03AB74}"/>
              </a:ext>
            </a:extLst>
          </p:cNvPr>
          <p:cNvSpPr/>
          <p:nvPr userDrawn="1"/>
        </p:nvSpPr>
        <p:spPr>
          <a:xfrm>
            <a:off x="12908137" y="2721778"/>
            <a:ext cx="753688" cy="144087"/>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0" name="Rektangel 49">
            <a:extLst>
              <a:ext uri="{FF2B5EF4-FFF2-40B4-BE49-F238E27FC236}">
                <a16:creationId xmlns:a16="http://schemas.microsoft.com/office/drawing/2014/main" id="{3925B998-0894-4098-BD24-FCF1304C065F}"/>
              </a:ext>
            </a:extLst>
          </p:cNvPr>
          <p:cNvSpPr/>
          <p:nvPr userDrawn="1"/>
        </p:nvSpPr>
        <p:spPr>
          <a:xfrm>
            <a:off x="13772630" y="2344594"/>
            <a:ext cx="392257" cy="110432"/>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1" name="Rektangel 50">
            <a:extLst>
              <a:ext uri="{FF2B5EF4-FFF2-40B4-BE49-F238E27FC236}">
                <a16:creationId xmlns:a16="http://schemas.microsoft.com/office/drawing/2014/main" id="{DB967EB6-39D4-4CFE-B17B-4757CD63573D}"/>
              </a:ext>
            </a:extLst>
          </p:cNvPr>
          <p:cNvSpPr/>
          <p:nvPr userDrawn="1"/>
        </p:nvSpPr>
        <p:spPr>
          <a:xfrm>
            <a:off x="14090442" y="3128761"/>
            <a:ext cx="146489" cy="110432"/>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747072137"/>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42">
          <p15:clr>
            <a:srgbClr val="FBAE40"/>
          </p15:clr>
        </p15:guide>
        <p15:guide id="5" orient="horz" pos="4149">
          <p15:clr>
            <a:srgbClr val="FBAE40"/>
          </p15:clr>
        </p15:guide>
        <p15:guide id="6"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Omslag 4">
    <p:bg>
      <p:bgPr>
        <a:solidFill>
          <a:schemeClr val="tx2"/>
        </a:solidFill>
        <a:effectLst/>
      </p:bgPr>
    </p:bg>
    <p:spTree>
      <p:nvGrpSpPr>
        <p:cNvPr id="1" name=""/>
        <p:cNvGrpSpPr/>
        <p:nvPr/>
      </p:nvGrpSpPr>
      <p:grpSpPr>
        <a:xfrm>
          <a:off x="0" y="0"/>
          <a:ext cx="0" cy="0"/>
          <a:chOff x="0" y="0"/>
          <a:chExt cx="0" cy="0"/>
        </a:xfrm>
      </p:grpSpPr>
      <p:sp>
        <p:nvSpPr>
          <p:cNvPr id="47" name="Platshållare för bild 46">
            <a:extLst>
              <a:ext uri="{FF2B5EF4-FFF2-40B4-BE49-F238E27FC236}">
                <a16:creationId xmlns:a16="http://schemas.microsoft.com/office/drawing/2014/main" id="{17125A38-2054-4510-8105-7008446839E1}"/>
              </a:ext>
            </a:extLst>
          </p:cNvPr>
          <p:cNvSpPr>
            <a:spLocks noGrp="1"/>
          </p:cNvSpPr>
          <p:nvPr>
            <p:ph type="pic" sz="quarter" idx="11"/>
          </p:nvPr>
        </p:nvSpPr>
        <p:spPr>
          <a:xfrm>
            <a:off x="268287" y="265111"/>
            <a:ext cx="11652250" cy="6337228"/>
          </a:xfrm>
          <a:custGeom>
            <a:avLst/>
            <a:gdLst>
              <a:gd name="connsiteX0" fmla="*/ 9553218 w 11652250"/>
              <a:gd name="connsiteY0" fmla="*/ 2475787 h 6337228"/>
              <a:gd name="connsiteX1" fmla="*/ 7806611 w 11652250"/>
              <a:gd name="connsiteY1" fmla="*/ 4222394 h 6337228"/>
              <a:gd name="connsiteX2" fmla="*/ 9553218 w 11652250"/>
              <a:gd name="connsiteY2" fmla="*/ 5969001 h 6337228"/>
              <a:gd name="connsiteX3" fmla="*/ 11299825 w 11652250"/>
              <a:gd name="connsiteY3" fmla="*/ 5969001 h 6337228"/>
              <a:gd name="connsiteX4" fmla="*/ 11299825 w 11652250"/>
              <a:gd name="connsiteY4" fmla="*/ 4222395 h 6337228"/>
              <a:gd name="connsiteX5" fmla="*/ 9553218 w 11652250"/>
              <a:gd name="connsiteY5" fmla="*/ 2475788 h 6337228"/>
              <a:gd name="connsiteX6" fmla="*/ 1691 w 11652250"/>
              <a:gd name="connsiteY6" fmla="*/ 0 h 6337228"/>
              <a:gd name="connsiteX7" fmla="*/ 11652250 w 11652250"/>
              <a:gd name="connsiteY7" fmla="*/ 0 h 6337228"/>
              <a:gd name="connsiteX8" fmla="*/ 11652250 w 11652250"/>
              <a:gd name="connsiteY8" fmla="*/ 6324599 h 6337228"/>
              <a:gd name="connsiteX9" fmla="*/ 11650559 w 11652250"/>
              <a:gd name="connsiteY9" fmla="*/ 6324599 h 6337228"/>
              <a:gd name="connsiteX10" fmla="*/ 11650559 w 11652250"/>
              <a:gd name="connsiteY10" fmla="*/ 6337228 h 6337228"/>
              <a:gd name="connsiteX11" fmla="*/ 0 w 11652250"/>
              <a:gd name="connsiteY11" fmla="*/ 6337228 h 6337228"/>
              <a:gd name="connsiteX12" fmla="*/ 0 w 11652250"/>
              <a:gd name="connsiteY12" fmla="*/ 6112161 h 6337228"/>
              <a:gd name="connsiteX13" fmla="*/ 1691 w 11652250"/>
              <a:gd name="connsiteY13" fmla="*/ 6112161 h 633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52250" h="6337228">
                <a:moveTo>
                  <a:pt x="9553218" y="2475787"/>
                </a:moveTo>
                <a:cubicBezTo>
                  <a:pt x="8588594" y="2475787"/>
                  <a:pt x="7806611" y="3257770"/>
                  <a:pt x="7806611" y="4222394"/>
                </a:cubicBezTo>
                <a:cubicBezTo>
                  <a:pt x="7806611" y="5187018"/>
                  <a:pt x="8588594" y="5969001"/>
                  <a:pt x="9553218" y="5969001"/>
                </a:cubicBezTo>
                <a:lnTo>
                  <a:pt x="11299825" y="5969001"/>
                </a:lnTo>
                <a:lnTo>
                  <a:pt x="11299825" y="4222395"/>
                </a:lnTo>
                <a:cubicBezTo>
                  <a:pt x="11299825" y="3257771"/>
                  <a:pt x="10517842" y="2475788"/>
                  <a:pt x="9553218" y="2475788"/>
                </a:cubicBezTo>
                <a:close/>
                <a:moveTo>
                  <a:pt x="1691" y="0"/>
                </a:moveTo>
                <a:lnTo>
                  <a:pt x="11652250" y="0"/>
                </a:lnTo>
                <a:lnTo>
                  <a:pt x="11652250" y="6324599"/>
                </a:lnTo>
                <a:lnTo>
                  <a:pt x="11650559" y="6324599"/>
                </a:lnTo>
                <a:lnTo>
                  <a:pt x="11650559" y="6337228"/>
                </a:lnTo>
                <a:lnTo>
                  <a:pt x="0" y="6337228"/>
                </a:lnTo>
                <a:lnTo>
                  <a:pt x="0" y="6112161"/>
                </a:lnTo>
                <a:lnTo>
                  <a:pt x="1691" y="6112161"/>
                </a:lnTo>
                <a:close/>
              </a:path>
            </a:pathLst>
          </a:custGeom>
          <a:solidFill>
            <a:schemeClr val="bg1">
              <a:lumMod val="95000"/>
            </a:schemeClr>
          </a:solidFill>
        </p:spPr>
        <p:txBody>
          <a:bodyPr wrap="square" tIns="36000" bIns="1008000" anchor="t">
            <a:noAutofit/>
          </a:bodyPr>
          <a:lstStyle>
            <a:lvl1pPr marL="0" indent="0" algn="ctr">
              <a:buNone/>
              <a:defRPr sz="1600">
                <a:solidFill>
                  <a:schemeClr val="tx2"/>
                </a:solidFill>
              </a:defRPr>
            </a:lvl1pPr>
          </a:lstStyle>
          <a:p>
            <a:r>
              <a:rPr lang="sv-SE"/>
              <a:t>Klicka på ikonen för att lägga till en bild</a:t>
            </a:r>
          </a:p>
        </p:txBody>
      </p:sp>
      <p:sp>
        <p:nvSpPr>
          <p:cNvPr id="33" name="Rubrik 32">
            <a:extLst>
              <a:ext uri="{FF2B5EF4-FFF2-40B4-BE49-F238E27FC236}">
                <a16:creationId xmlns:a16="http://schemas.microsoft.com/office/drawing/2014/main" id="{D92524F0-0B38-448B-944E-7453CC144C93}"/>
              </a:ext>
            </a:extLst>
          </p:cNvPr>
          <p:cNvSpPr>
            <a:spLocks noGrp="1" noChangeAspect="1"/>
          </p:cNvSpPr>
          <p:nvPr>
            <p:ph type="title"/>
          </p:nvPr>
        </p:nvSpPr>
        <p:spPr>
          <a:xfrm rot="5400000">
            <a:off x="8074898" y="2740898"/>
            <a:ext cx="3493214" cy="3493214"/>
          </a:xfrm>
          <a:custGeom>
            <a:avLst/>
            <a:gdLst>
              <a:gd name="connsiteX0" fmla="*/ 2839932 w 3493214"/>
              <a:gd name="connsiteY0" fmla="*/ 2131295 h 3493214"/>
              <a:gd name="connsiteX1" fmla="*/ 2840628 w 3493214"/>
              <a:gd name="connsiteY1" fmla="*/ 2110512 h 3493214"/>
              <a:gd name="connsiteX2" fmla="*/ 2856216 w 3493214"/>
              <a:gd name="connsiteY2" fmla="*/ 2110512 h 3493214"/>
              <a:gd name="connsiteX3" fmla="*/ 2902673 w 3493214"/>
              <a:gd name="connsiteY3" fmla="*/ 2159697 h 3493214"/>
              <a:gd name="connsiteX4" fmla="*/ 2873898 w 3493214"/>
              <a:gd name="connsiteY4" fmla="*/ 2192598 h 3493214"/>
              <a:gd name="connsiteX5" fmla="*/ 2839932 w 3493214"/>
              <a:gd name="connsiteY5" fmla="*/ 2131295 h 3493214"/>
              <a:gd name="connsiteX6" fmla="*/ 2770942 w 3493214"/>
              <a:gd name="connsiteY6" fmla="*/ 1756818 h 3493214"/>
              <a:gd name="connsiteX7" fmla="*/ 2836441 w 3493214"/>
              <a:gd name="connsiteY7" fmla="*/ 1702468 h 3493214"/>
              <a:gd name="connsiteX8" fmla="*/ 2902004 w 3493214"/>
              <a:gd name="connsiteY8" fmla="*/ 1756818 h 3493214"/>
              <a:gd name="connsiteX9" fmla="*/ 2836441 w 3493214"/>
              <a:gd name="connsiteY9" fmla="*/ 1811554 h 3493214"/>
              <a:gd name="connsiteX10" fmla="*/ 2770942 w 3493214"/>
              <a:gd name="connsiteY10" fmla="*/ 1756818 h 3493214"/>
              <a:gd name="connsiteX11" fmla="*/ 2770316 w 3493214"/>
              <a:gd name="connsiteY11" fmla="*/ 1956720 h 3493214"/>
              <a:gd name="connsiteX12" fmla="*/ 2835780 w 3493214"/>
              <a:gd name="connsiteY12" fmla="*/ 1908222 h 3493214"/>
              <a:gd name="connsiteX13" fmla="*/ 2902673 w 3493214"/>
              <a:gd name="connsiteY13" fmla="*/ 1957063 h 3493214"/>
              <a:gd name="connsiteX14" fmla="*/ 2836818 w 3493214"/>
              <a:gd name="connsiteY14" fmla="*/ 2009019 h 3493214"/>
              <a:gd name="connsiteX15" fmla="*/ 2770316 w 3493214"/>
              <a:gd name="connsiteY15" fmla="*/ 1956720 h 3493214"/>
              <a:gd name="connsiteX16" fmla="*/ 2770225 w 3493214"/>
              <a:gd name="connsiteY16" fmla="*/ 1089072 h 3493214"/>
              <a:gd name="connsiteX17" fmla="*/ 2819960 w 3493214"/>
              <a:gd name="connsiteY17" fmla="*/ 1042422 h 3493214"/>
              <a:gd name="connsiteX18" fmla="*/ 2819960 w 3493214"/>
              <a:gd name="connsiteY18" fmla="*/ 1139406 h 3493214"/>
              <a:gd name="connsiteX19" fmla="*/ 2770225 w 3493214"/>
              <a:gd name="connsiteY19" fmla="*/ 1089072 h 3493214"/>
              <a:gd name="connsiteX20" fmla="*/ 2770225 w 3493214"/>
              <a:gd name="connsiteY20" fmla="*/ 1441539 h 3493214"/>
              <a:gd name="connsiteX21" fmla="*/ 2819960 w 3493214"/>
              <a:gd name="connsiteY21" fmla="*/ 1394884 h 3493214"/>
              <a:gd name="connsiteX22" fmla="*/ 2819960 w 3493214"/>
              <a:gd name="connsiteY22" fmla="*/ 1491869 h 3493214"/>
              <a:gd name="connsiteX23" fmla="*/ 2770225 w 3493214"/>
              <a:gd name="connsiteY23" fmla="*/ 1441539 h 3493214"/>
              <a:gd name="connsiteX24" fmla="*/ 2742154 w 3493214"/>
              <a:gd name="connsiteY24" fmla="*/ 1756818 h 3493214"/>
              <a:gd name="connsiteX25" fmla="*/ 2836441 w 3493214"/>
              <a:gd name="connsiteY25" fmla="*/ 1848689 h 3493214"/>
              <a:gd name="connsiteX26" fmla="*/ 2930792 w 3493214"/>
              <a:gd name="connsiteY26" fmla="*/ 1756818 h 3493214"/>
              <a:gd name="connsiteX27" fmla="*/ 2836441 w 3493214"/>
              <a:gd name="connsiteY27" fmla="*/ 1665337 h 3493214"/>
              <a:gd name="connsiteX28" fmla="*/ 2742154 w 3493214"/>
              <a:gd name="connsiteY28" fmla="*/ 1756818 h 3493214"/>
              <a:gd name="connsiteX29" fmla="*/ 2742051 w 3493214"/>
              <a:gd name="connsiteY29" fmla="*/ 1949797 h 3493214"/>
              <a:gd name="connsiteX30" fmla="*/ 2768201 w 3493214"/>
              <a:gd name="connsiteY30" fmla="*/ 2008462 h 3493214"/>
              <a:gd name="connsiteX31" fmla="*/ 2746199 w 3493214"/>
              <a:gd name="connsiteY31" fmla="*/ 2008462 h 3493214"/>
              <a:gd name="connsiteX32" fmla="*/ 2746199 w 3493214"/>
              <a:gd name="connsiteY32" fmla="*/ 2043525 h 3493214"/>
              <a:gd name="connsiteX33" fmla="*/ 2989788 w 3493214"/>
              <a:gd name="connsiteY33" fmla="*/ 2043525 h 3493214"/>
              <a:gd name="connsiteX34" fmla="*/ 2989788 w 3493214"/>
              <a:gd name="connsiteY34" fmla="*/ 2007076 h 3493214"/>
              <a:gd name="connsiteX35" fmla="*/ 2905702 w 3493214"/>
              <a:gd name="connsiteY35" fmla="*/ 2007076 h 3493214"/>
              <a:gd name="connsiteX36" fmla="*/ 2930942 w 3493214"/>
              <a:gd name="connsiteY36" fmla="*/ 1949441 h 3493214"/>
              <a:gd name="connsiteX37" fmla="*/ 2833361 w 3493214"/>
              <a:gd name="connsiteY37" fmla="*/ 1871644 h 3493214"/>
              <a:gd name="connsiteX38" fmla="*/ 2742051 w 3493214"/>
              <a:gd name="connsiteY38" fmla="*/ 1949797 h 3493214"/>
              <a:gd name="connsiteX39" fmla="*/ 2742051 w 3493214"/>
              <a:gd name="connsiteY39" fmla="*/ 2148955 h 3493214"/>
              <a:gd name="connsiteX40" fmla="*/ 2759558 w 3493214"/>
              <a:gd name="connsiteY40" fmla="*/ 2209160 h 3493214"/>
              <a:gd name="connsiteX41" fmla="*/ 2792304 w 3493214"/>
              <a:gd name="connsiteY41" fmla="*/ 2207119 h 3493214"/>
              <a:gd name="connsiteX42" fmla="*/ 2772263 w 3493214"/>
              <a:gd name="connsiteY42" fmla="*/ 2154150 h 3493214"/>
              <a:gd name="connsiteX43" fmla="*/ 2814345 w 3493214"/>
              <a:gd name="connsiteY43" fmla="*/ 2112562 h 3493214"/>
              <a:gd name="connsiteX44" fmla="*/ 2813753 w 3493214"/>
              <a:gd name="connsiteY44" fmla="*/ 2145146 h 3493214"/>
              <a:gd name="connsiteX45" fmla="*/ 2873898 w 3493214"/>
              <a:gd name="connsiteY45" fmla="*/ 2229180 h 3493214"/>
              <a:gd name="connsiteX46" fmla="*/ 2930942 w 3493214"/>
              <a:gd name="connsiteY46" fmla="*/ 2162464 h 3493214"/>
              <a:gd name="connsiteX47" fmla="*/ 2906795 w 3493214"/>
              <a:gd name="connsiteY47" fmla="*/ 2108994 h 3493214"/>
              <a:gd name="connsiteX48" fmla="*/ 2926802 w 3493214"/>
              <a:gd name="connsiteY48" fmla="*/ 2108994 h 3493214"/>
              <a:gd name="connsiteX49" fmla="*/ 2926802 w 3493214"/>
              <a:gd name="connsiteY49" fmla="*/ 2074342 h 3493214"/>
              <a:gd name="connsiteX50" fmla="*/ 2890207 w 3493214"/>
              <a:gd name="connsiteY50" fmla="*/ 2076015 h 3493214"/>
              <a:gd name="connsiteX51" fmla="*/ 2817086 w 3493214"/>
              <a:gd name="connsiteY51" fmla="*/ 2076015 h 3493214"/>
              <a:gd name="connsiteX52" fmla="*/ 2742051 w 3493214"/>
              <a:gd name="connsiteY52" fmla="*/ 2148955 h 3493214"/>
              <a:gd name="connsiteX53" fmla="*/ 2741879 w 3493214"/>
              <a:gd name="connsiteY53" fmla="*/ 1088197 h 3493214"/>
              <a:gd name="connsiteX54" fmla="*/ 2834098 w 3493214"/>
              <a:gd name="connsiteY54" fmla="*/ 1174800 h 3493214"/>
              <a:gd name="connsiteX55" fmla="*/ 2931044 w 3493214"/>
              <a:gd name="connsiteY55" fmla="*/ 1077811 h 3493214"/>
              <a:gd name="connsiteX56" fmla="*/ 2918781 w 3493214"/>
              <a:gd name="connsiteY56" fmla="*/ 1018653 h 3493214"/>
              <a:gd name="connsiteX57" fmla="*/ 2884021 w 3493214"/>
              <a:gd name="connsiteY57" fmla="*/ 1018653 h 3493214"/>
              <a:gd name="connsiteX58" fmla="*/ 2901798 w 3493214"/>
              <a:gd name="connsiteY58" fmla="*/ 1076340 h 3493214"/>
              <a:gd name="connsiteX59" fmla="*/ 2846929 w 3493214"/>
              <a:gd name="connsiteY59" fmla="*/ 1138064 h 3493214"/>
              <a:gd name="connsiteX60" fmla="*/ 2846929 w 3493214"/>
              <a:gd name="connsiteY60" fmla="*/ 1006058 h 3493214"/>
              <a:gd name="connsiteX61" fmla="*/ 2741879 w 3493214"/>
              <a:gd name="connsiteY61" fmla="*/ 1088197 h 3493214"/>
              <a:gd name="connsiteX62" fmla="*/ 2741879 w 3493214"/>
              <a:gd name="connsiteY62" fmla="*/ 1440659 h 3493214"/>
              <a:gd name="connsiteX63" fmla="*/ 2834098 w 3493214"/>
              <a:gd name="connsiteY63" fmla="*/ 1527267 h 3493214"/>
              <a:gd name="connsiteX64" fmla="*/ 2931044 w 3493214"/>
              <a:gd name="connsiteY64" fmla="*/ 1430274 h 3493214"/>
              <a:gd name="connsiteX65" fmla="*/ 2918781 w 3493214"/>
              <a:gd name="connsiteY65" fmla="*/ 1371116 h 3493214"/>
              <a:gd name="connsiteX66" fmla="*/ 2884021 w 3493214"/>
              <a:gd name="connsiteY66" fmla="*/ 1371116 h 3493214"/>
              <a:gd name="connsiteX67" fmla="*/ 2901798 w 3493214"/>
              <a:gd name="connsiteY67" fmla="*/ 1428803 h 3493214"/>
              <a:gd name="connsiteX68" fmla="*/ 2846929 w 3493214"/>
              <a:gd name="connsiteY68" fmla="*/ 1490526 h 3493214"/>
              <a:gd name="connsiteX69" fmla="*/ 2846929 w 3493214"/>
              <a:gd name="connsiteY69" fmla="*/ 1358521 h 3493214"/>
              <a:gd name="connsiteX70" fmla="*/ 2741879 w 3493214"/>
              <a:gd name="connsiteY70" fmla="*/ 1440659 h 3493214"/>
              <a:gd name="connsiteX71" fmla="*/ 2699849 w 3493214"/>
              <a:gd name="connsiteY71" fmla="*/ 928392 h 3493214"/>
              <a:gd name="connsiteX72" fmla="*/ 2713447 w 3493214"/>
              <a:gd name="connsiteY72" fmla="*/ 964845 h 3493214"/>
              <a:gd name="connsiteX73" fmla="*/ 2746289 w 3493214"/>
              <a:gd name="connsiteY73" fmla="*/ 964845 h 3493214"/>
              <a:gd name="connsiteX74" fmla="*/ 2746289 w 3493214"/>
              <a:gd name="connsiteY74" fmla="*/ 993448 h 3493214"/>
              <a:gd name="connsiteX75" fmla="*/ 2776510 w 3493214"/>
              <a:gd name="connsiteY75" fmla="*/ 993448 h 3493214"/>
              <a:gd name="connsiteX76" fmla="*/ 2776510 w 3493214"/>
              <a:gd name="connsiteY76" fmla="*/ 964845 h 3493214"/>
              <a:gd name="connsiteX77" fmla="*/ 2877802 w 3493214"/>
              <a:gd name="connsiteY77" fmla="*/ 964845 h 3493214"/>
              <a:gd name="connsiteX78" fmla="*/ 2931036 w 3493214"/>
              <a:gd name="connsiteY78" fmla="*/ 908513 h 3493214"/>
              <a:gd name="connsiteX79" fmla="*/ 2925614 w 3493214"/>
              <a:gd name="connsiteY79" fmla="*/ 878868 h 3493214"/>
              <a:gd name="connsiteX80" fmla="*/ 2892970 w 3493214"/>
              <a:gd name="connsiteY80" fmla="*/ 878868 h 3493214"/>
              <a:gd name="connsiteX81" fmla="*/ 2900807 w 3493214"/>
              <a:gd name="connsiteY81" fmla="*/ 902975 h 3493214"/>
              <a:gd name="connsiteX82" fmla="*/ 2871221 w 3493214"/>
              <a:gd name="connsiteY82" fmla="*/ 928392 h 3493214"/>
              <a:gd name="connsiteX83" fmla="*/ 2776510 w 3493214"/>
              <a:gd name="connsiteY83" fmla="*/ 928392 h 3493214"/>
              <a:gd name="connsiteX84" fmla="*/ 2776510 w 3493214"/>
              <a:gd name="connsiteY84" fmla="*/ 887867 h 3493214"/>
              <a:gd name="connsiteX85" fmla="*/ 2746289 w 3493214"/>
              <a:gd name="connsiteY85" fmla="*/ 887867 h 3493214"/>
              <a:gd name="connsiteX86" fmla="*/ 2746289 w 3493214"/>
              <a:gd name="connsiteY86" fmla="*/ 928392 h 3493214"/>
              <a:gd name="connsiteX87" fmla="*/ 2699849 w 3493214"/>
              <a:gd name="connsiteY87" fmla="*/ 1590411 h 3493214"/>
              <a:gd name="connsiteX88" fmla="*/ 2713447 w 3493214"/>
              <a:gd name="connsiteY88" fmla="*/ 1626860 h 3493214"/>
              <a:gd name="connsiteX89" fmla="*/ 2746293 w 3493214"/>
              <a:gd name="connsiteY89" fmla="*/ 1626860 h 3493214"/>
              <a:gd name="connsiteX90" fmla="*/ 2746293 w 3493214"/>
              <a:gd name="connsiteY90" fmla="*/ 1655467 h 3493214"/>
              <a:gd name="connsiteX91" fmla="*/ 2776510 w 3493214"/>
              <a:gd name="connsiteY91" fmla="*/ 1655467 h 3493214"/>
              <a:gd name="connsiteX92" fmla="*/ 2776510 w 3493214"/>
              <a:gd name="connsiteY92" fmla="*/ 1626860 h 3493214"/>
              <a:gd name="connsiteX93" fmla="*/ 2877806 w 3493214"/>
              <a:gd name="connsiteY93" fmla="*/ 1626860 h 3493214"/>
              <a:gd name="connsiteX94" fmla="*/ 2931036 w 3493214"/>
              <a:gd name="connsiteY94" fmla="*/ 1570532 h 3493214"/>
              <a:gd name="connsiteX95" fmla="*/ 2925614 w 3493214"/>
              <a:gd name="connsiteY95" fmla="*/ 1540887 h 3493214"/>
              <a:gd name="connsiteX96" fmla="*/ 2892970 w 3493214"/>
              <a:gd name="connsiteY96" fmla="*/ 1540887 h 3493214"/>
              <a:gd name="connsiteX97" fmla="*/ 2900807 w 3493214"/>
              <a:gd name="connsiteY97" fmla="*/ 1564994 h 3493214"/>
              <a:gd name="connsiteX98" fmla="*/ 2871221 w 3493214"/>
              <a:gd name="connsiteY98" fmla="*/ 1590411 h 3493214"/>
              <a:gd name="connsiteX99" fmla="*/ 2776510 w 3493214"/>
              <a:gd name="connsiteY99" fmla="*/ 1590411 h 3493214"/>
              <a:gd name="connsiteX100" fmla="*/ 2776510 w 3493214"/>
              <a:gd name="connsiteY100" fmla="*/ 1549882 h 3493214"/>
              <a:gd name="connsiteX101" fmla="*/ 2746293 w 3493214"/>
              <a:gd name="connsiteY101" fmla="*/ 1549882 h 3493214"/>
              <a:gd name="connsiteX102" fmla="*/ 2746293 w 3493214"/>
              <a:gd name="connsiteY102" fmla="*/ 1590411 h 3493214"/>
              <a:gd name="connsiteX103" fmla="*/ 2679984 w 3493214"/>
              <a:gd name="connsiteY103" fmla="*/ 1329219 h 3493214"/>
              <a:gd name="connsiteX104" fmla="*/ 2926802 w 3493214"/>
              <a:gd name="connsiteY104" fmla="*/ 1329219 h 3493214"/>
              <a:gd name="connsiteX105" fmla="*/ 2926802 w 3493214"/>
              <a:gd name="connsiteY105" fmla="*/ 1292770 h 3493214"/>
              <a:gd name="connsiteX106" fmla="*/ 2839255 w 3493214"/>
              <a:gd name="connsiteY106" fmla="*/ 1292770 h 3493214"/>
              <a:gd name="connsiteX107" fmla="*/ 2926802 w 3493214"/>
              <a:gd name="connsiteY107" fmla="*/ 1216624 h 3493214"/>
              <a:gd name="connsiteX108" fmla="*/ 2926802 w 3493214"/>
              <a:gd name="connsiteY108" fmla="*/ 1167654 h 3493214"/>
              <a:gd name="connsiteX109" fmla="*/ 2826506 w 3493214"/>
              <a:gd name="connsiteY109" fmla="*/ 1258731 h 3493214"/>
              <a:gd name="connsiteX110" fmla="*/ 2746203 w 3493214"/>
              <a:gd name="connsiteY110" fmla="*/ 1177674 h 3493214"/>
              <a:gd name="connsiteX111" fmla="*/ 2746203 w 3493214"/>
              <a:gd name="connsiteY111" fmla="*/ 1224526 h 3493214"/>
              <a:gd name="connsiteX112" fmla="*/ 2815126 w 3493214"/>
              <a:gd name="connsiteY112" fmla="*/ 1292770 h 3493214"/>
              <a:gd name="connsiteX113" fmla="*/ 2679984 w 3493214"/>
              <a:gd name="connsiteY113" fmla="*/ 1292770 h 3493214"/>
              <a:gd name="connsiteX114" fmla="*/ 2671215 w 3493214"/>
              <a:gd name="connsiteY114" fmla="*/ 2446806 h 3493214"/>
              <a:gd name="connsiteX115" fmla="*/ 2834436 w 3493214"/>
              <a:gd name="connsiteY115" fmla="*/ 2614346 h 3493214"/>
              <a:gd name="connsiteX116" fmla="*/ 2997654 w 3493214"/>
              <a:gd name="connsiteY116" fmla="*/ 2446806 h 3493214"/>
              <a:gd name="connsiteX117" fmla="*/ 2997654 w 3493214"/>
              <a:gd name="connsiteY117" fmla="*/ 2285314 h 3493214"/>
              <a:gd name="connsiteX118" fmla="*/ 2671215 w 3493214"/>
              <a:gd name="connsiteY118" fmla="*/ 2285314 h 3493214"/>
              <a:gd name="connsiteX119" fmla="*/ 0 w 3493214"/>
              <a:gd name="connsiteY119" fmla="*/ 1746607 h 3493214"/>
              <a:gd name="connsiteX120" fmla="*/ 1 w 3493214"/>
              <a:gd name="connsiteY120" fmla="*/ 1746607 h 3493214"/>
              <a:gd name="connsiteX121" fmla="*/ 1746608 w 3493214"/>
              <a:gd name="connsiteY121" fmla="*/ 0 h 3493214"/>
              <a:gd name="connsiteX122" fmla="*/ 3493214 w 3493214"/>
              <a:gd name="connsiteY122" fmla="*/ 0 h 3493214"/>
              <a:gd name="connsiteX123" fmla="*/ 3493214 w 3493214"/>
              <a:gd name="connsiteY123" fmla="*/ 1746607 h 3493214"/>
              <a:gd name="connsiteX124" fmla="*/ 1746607 w 3493214"/>
              <a:gd name="connsiteY124" fmla="*/ 3493214 h 3493214"/>
              <a:gd name="connsiteX125" fmla="*/ 0 w 3493214"/>
              <a:gd name="connsiteY125" fmla="*/ 1746607 h 3493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3493214" h="3493214">
                <a:moveTo>
                  <a:pt x="2839932" y="2131295"/>
                </a:moveTo>
                <a:cubicBezTo>
                  <a:pt x="2839932" y="2124363"/>
                  <a:pt x="2840628" y="2117440"/>
                  <a:pt x="2840628" y="2110512"/>
                </a:cubicBezTo>
                <a:lnTo>
                  <a:pt x="2856216" y="2110512"/>
                </a:lnTo>
                <a:cubicBezTo>
                  <a:pt x="2882585" y="2110512"/>
                  <a:pt x="2902673" y="2127477"/>
                  <a:pt x="2902673" y="2159697"/>
                </a:cubicBezTo>
                <a:cubicBezTo>
                  <a:pt x="2902673" y="2174590"/>
                  <a:pt x="2892635" y="2192598"/>
                  <a:pt x="2873898" y="2192598"/>
                </a:cubicBezTo>
                <a:cubicBezTo>
                  <a:pt x="2842704" y="2192598"/>
                  <a:pt x="2839932" y="2148955"/>
                  <a:pt x="2839932" y="2131295"/>
                </a:cubicBezTo>
                <a:close/>
                <a:moveTo>
                  <a:pt x="2770942" y="1756818"/>
                </a:moveTo>
                <a:cubicBezTo>
                  <a:pt x="2770942" y="1721518"/>
                  <a:pt x="2804698" y="1702468"/>
                  <a:pt x="2836441" y="1702468"/>
                </a:cubicBezTo>
                <a:cubicBezTo>
                  <a:pt x="2868017" y="1702468"/>
                  <a:pt x="2902004" y="1719215"/>
                  <a:pt x="2902004" y="1756818"/>
                </a:cubicBezTo>
                <a:cubicBezTo>
                  <a:pt x="2902004" y="1794421"/>
                  <a:pt x="2868017" y="1811554"/>
                  <a:pt x="2836441" y="1811554"/>
                </a:cubicBezTo>
                <a:cubicBezTo>
                  <a:pt x="2804698" y="1811554"/>
                  <a:pt x="2770942" y="1792370"/>
                  <a:pt x="2770942" y="1756818"/>
                </a:cubicBezTo>
                <a:close/>
                <a:moveTo>
                  <a:pt x="2770316" y="1956720"/>
                </a:moveTo>
                <a:cubicBezTo>
                  <a:pt x="2770316" y="1921387"/>
                  <a:pt x="2803912" y="1907535"/>
                  <a:pt x="2835780" y="1908222"/>
                </a:cubicBezTo>
                <a:cubicBezTo>
                  <a:pt x="2863492" y="1907535"/>
                  <a:pt x="2902673" y="1922086"/>
                  <a:pt x="2902673" y="1957063"/>
                </a:cubicBezTo>
                <a:cubicBezTo>
                  <a:pt x="2902673" y="1993778"/>
                  <a:pt x="2866267" y="2009019"/>
                  <a:pt x="2836818" y="2009019"/>
                </a:cubicBezTo>
                <a:cubicBezTo>
                  <a:pt x="2803912" y="2009019"/>
                  <a:pt x="2770316" y="1992049"/>
                  <a:pt x="2770316" y="1956720"/>
                </a:cubicBezTo>
                <a:close/>
                <a:moveTo>
                  <a:pt x="2770225" y="1089072"/>
                </a:moveTo>
                <a:cubicBezTo>
                  <a:pt x="2770225" y="1059323"/>
                  <a:pt x="2792780" y="1042422"/>
                  <a:pt x="2819960" y="1042422"/>
                </a:cubicBezTo>
                <a:lnTo>
                  <a:pt x="2819960" y="1139406"/>
                </a:lnTo>
                <a:cubicBezTo>
                  <a:pt x="2796958" y="1136832"/>
                  <a:pt x="2770225" y="1122883"/>
                  <a:pt x="2770225" y="1089072"/>
                </a:cubicBezTo>
                <a:close/>
                <a:moveTo>
                  <a:pt x="2770225" y="1441539"/>
                </a:moveTo>
                <a:cubicBezTo>
                  <a:pt x="2770225" y="1411785"/>
                  <a:pt x="2792780" y="1394884"/>
                  <a:pt x="2819960" y="1394884"/>
                </a:cubicBezTo>
                <a:lnTo>
                  <a:pt x="2819960" y="1491869"/>
                </a:lnTo>
                <a:cubicBezTo>
                  <a:pt x="2796958" y="1489295"/>
                  <a:pt x="2770225" y="1475350"/>
                  <a:pt x="2770225" y="1441539"/>
                </a:cubicBezTo>
                <a:close/>
                <a:moveTo>
                  <a:pt x="2742154" y="1756818"/>
                </a:moveTo>
                <a:cubicBezTo>
                  <a:pt x="2742154" y="1810910"/>
                  <a:pt x="2780928" y="1848689"/>
                  <a:pt x="2836441" y="1848689"/>
                </a:cubicBezTo>
                <a:cubicBezTo>
                  <a:pt x="2890228" y="1848689"/>
                  <a:pt x="2930792" y="1809186"/>
                  <a:pt x="2930792" y="1756818"/>
                </a:cubicBezTo>
                <a:cubicBezTo>
                  <a:pt x="2930792" y="1704664"/>
                  <a:pt x="2890228" y="1665337"/>
                  <a:pt x="2836441" y="1665337"/>
                </a:cubicBezTo>
                <a:cubicBezTo>
                  <a:pt x="2780928" y="1665337"/>
                  <a:pt x="2742154" y="1702962"/>
                  <a:pt x="2742154" y="1756818"/>
                </a:cubicBezTo>
                <a:close/>
                <a:moveTo>
                  <a:pt x="2742051" y="1949797"/>
                </a:moveTo>
                <a:cubicBezTo>
                  <a:pt x="2742051" y="1977941"/>
                  <a:pt x="2754942" y="1997914"/>
                  <a:pt x="2768201" y="2008462"/>
                </a:cubicBezTo>
                <a:lnTo>
                  <a:pt x="2746199" y="2008462"/>
                </a:lnTo>
                <a:lnTo>
                  <a:pt x="2746199" y="2043525"/>
                </a:lnTo>
                <a:lnTo>
                  <a:pt x="2989788" y="2043525"/>
                </a:lnTo>
                <a:lnTo>
                  <a:pt x="2989788" y="2007076"/>
                </a:lnTo>
                <a:lnTo>
                  <a:pt x="2905702" y="2007076"/>
                </a:lnTo>
                <a:cubicBezTo>
                  <a:pt x="2922384" y="1994808"/>
                  <a:pt x="2930942" y="1975513"/>
                  <a:pt x="2930942" y="1949441"/>
                </a:cubicBezTo>
                <a:cubicBezTo>
                  <a:pt x="2930942" y="1892024"/>
                  <a:pt x="2878372" y="1871644"/>
                  <a:pt x="2833361" y="1871644"/>
                </a:cubicBezTo>
                <a:cubicBezTo>
                  <a:pt x="2791237" y="1871644"/>
                  <a:pt x="2742051" y="1892118"/>
                  <a:pt x="2742051" y="1949797"/>
                </a:cubicBezTo>
                <a:close/>
                <a:moveTo>
                  <a:pt x="2742051" y="2148955"/>
                </a:moveTo>
                <a:cubicBezTo>
                  <a:pt x="2742051" y="2170562"/>
                  <a:pt x="2748344" y="2190342"/>
                  <a:pt x="2759558" y="2209160"/>
                </a:cubicBezTo>
                <a:lnTo>
                  <a:pt x="2792304" y="2207119"/>
                </a:lnTo>
                <a:cubicBezTo>
                  <a:pt x="2780225" y="2193623"/>
                  <a:pt x="2772263" y="2174444"/>
                  <a:pt x="2772263" y="2154150"/>
                </a:cubicBezTo>
                <a:cubicBezTo>
                  <a:pt x="2772263" y="2125230"/>
                  <a:pt x="2784583" y="2113129"/>
                  <a:pt x="2814345" y="2112562"/>
                </a:cubicBezTo>
                <a:cubicBezTo>
                  <a:pt x="2813779" y="2124282"/>
                  <a:pt x="2813753" y="2133204"/>
                  <a:pt x="2813753" y="2145146"/>
                </a:cubicBezTo>
                <a:cubicBezTo>
                  <a:pt x="2813753" y="2176353"/>
                  <a:pt x="2826416" y="2229180"/>
                  <a:pt x="2873898" y="2229180"/>
                </a:cubicBezTo>
                <a:cubicBezTo>
                  <a:pt x="2910690" y="2229180"/>
                  <a:pt x="2930942" y="2205484"/>
                  <a:pt x="2930942" y="2162464"/>
                </a:cubicBezTo>
                <a:cubicBezTo>
                  <a:pt x="2930942" y="2133676"/>
                  <a:pt x="2916125" y="2116779"/>
                  <a:pt x="2906795" y="2108994"/>
                </a:cubicBezTo>
                <a:lnTo>
                  <a:pt x="2926802" y="2108994"/>
                </a:lnTo>
                <a:lnTo>
                  <a:pt x="2926802" y="2074342"/>
                </a:lnTo>
                <a:cubicBezTo>
                  <a:pt x="2916112" y="2075800"/>
                  <a:pt x="2906877" y="2076015"/>
                  <a:pt x="2890207" y="2076015"/>
                </a:cubicBezTo>
                <a:lnTo>
                  <a:pt x="2817086" y="2076015"/>
                </a:lnTo>
                <a:cubicBezTo>
                  <a:pt x="2765885" y="2076015"/>
                  <a:pt x="2742051" y="2099192"/>
                  <a:pt x="2742051" y="2148955"/>
                </a:cubicBezTo>
                <a:close/>
                <a:moveTo>
                  <a:pt x="2741879" y="1088197"/>
                </a:moveTo>
                <a:cubicBezTo>
                  <a:pt x="2741879" y="1141096"/>
                  <a:pt x="2781468" y="1174800"/>
                  <a:pt x="2834098" y="1174800"/>
                </a:cubicBezTo>
                <a:cubicBezTo>
                  <a:pt x="2891940" y="1174800"/>
                  <a:pt x="2931044" y="1140745"/>
                  <a:pt x="2931044" y="1077811"/>
                </a:cubicBezTo>
                <a:cubicBezTo>
                  <a:pt x="2931044" y="1046947"/>
                  <a:pt x="2923310" y="1031886"/>
                  <a:pt x="2918781" y="1018653"/>
                </a:cubicBezTo>
                <a:lnTo>
                  <a:pt x="2884021" y="1018653"/>
                </a:lnTo>
                <a:cubicBezTo>
                  <a:pt x="2890649" y="1027099"/>
                  <a:pt x="2901798" y="1053562"/>
                  <a:pt x="2901798" y="1076340"/>
                </a:cubicBezTo>
                <a:cubicBezTo>
                  <a:pt x="2901798" y="1109040"/>
                  <a:pt x="2882121" y="1138064"/>
                  <a:pt x="2846929" y="1138064"/>
                </a:cubicBezTo>
                <a:lnTo>
                  <a:pt x="2846929" y="1006058"/>
                </a:lnTo>
                <a:cubicBezTo>
                  <a:pt x="2789482" y="1004763"/>
                  <a:pt x="2741879" y="1025941"/>
                  <a:pt x="2741879" y="1088197"/>
                </a:cubicBezTo>
                <a:close/>
                <a:moveTo>
                  <a:pt x="2741879" y="1440659"/>
                </a:moveTo>
                <a:cubicBezTo>
                  <a:pt x="2741879" y="1493559"/>
                  <a:pt x="2781468" y="1527267"/>
                  <a:pt x="2834098" y="1527267"/>
                </a:cubicBezTo>
                <a:cubicBezTo>
                  <a:pt x="2891940" y="1527267"/>
                  <a:pt x="2931044" y="1493212"/>
                  <a:pt x="2931044" y="1430274"/>
                </a:cubicBezTo>
                <a:cubicBezTo>
                  <a:pt x="2931044" y="1399410"/>
                  <a:pt x="2923310" y="1384349"/>
                  <a:pt x="2918781" y="1371116"/>
                </a:cubicBezTo>
                <a:lnTo>
                  <a:pt x="2884021" y="1371116"/>
                </a:lnTo>
                <a:cubicBezTo>
                  <a:pt x="2890649" y="1379562"/>
                  <a:pt x="2901798" y="1406024"/>
                  <a:pt x="2901798" y="1428803"/>
                </a:cubicBezTo>
                <a:cubicBezTo>
                  <a:pt x="2901798" y="1461502"/>
                  <a:pt x="2882121" y="1490526"/>
                  <a:pt x="2846929" y="1490526"/>
                </a:cubicBezTo>
                <a:lnTo>
                  <a:pt x="2846929" y="1358521"/>
                </a:lnTo>
                <a:cubicBezTo>
                  <a:pt x="2789482" y="1357230"/>
                  <a:pt x="2741879" y="1378404"/>
                  <a:pt x="2741879" y="1440659"/>
                </a:cubicBezTo>
                <a:close/>
                <a:moveTo>
                  <a:pt x="2699849" y="928392"/>
                </a:moveTo>
                <a:lnTo>
                  <a:pt x="2713447" y="964845"/>
                </a:lnTo>
                <a:lnTo>
                  <a:pt x="2746289" y="964845"/>
                </a:lnTo>
                <a:lnTo>
                  <a:pt x="2746289" y="993448"/>
                </a:lnTo>
                <a:lnTo>
                  <a:pt x="2776510" y="993448"/>
                </a:lnTo>
                <a:lnTo>
                  <a:pt x="2776510" y="964845"/>
                </a:lnTo>
                <a:lnTo>
                  <a:pt x="2877802" y="964845"/>
                </a:lnTo>
                <a:cubicBezTo>
                  <a:pt x="2912621" y="964845"/>
                  <a:pt x="2931036" y="945365"/>
                  <a:pt x="2931036" y="908513"/>
                </a:cubicBezTo>
                <a:cubicBezTo>
                  <a:pt x="2931036" y="897489"/>
                  <a:pt x="2927840" y="885560"/>
                  <a:pt x="2925614" y="878868"/>
                </a:cubicBezTo>
                <a:lnTo>
                  <a:pt x="2892970" y="878868"/>
                </a:lnTo>
                <a:cubicBezTo>
                  <a:pt x="2899220" y="887760"/>
                  <a:pt x="2900807" y="895087"/>
                  <a:pt x="2900807" y="902975"/>
                </a:cubicBezTo>
                <a:cubicBezTo>
                  <a:pt x="2900807" y="915634"/>
                  <a:pt x="2891666" y="928409"/>
                  <a:pt x="2871221" y="928392"/>
                </a:cubicBezTo>
                <a:lnTo>
                  <a:pt x="2776510" y="928392"/>
                </a:lnTo>
                <a:lnTo>
                  <a:pt x="2776510" y="887867"/>
                </a:lnTo>
                <a:lnTo>
                  <a:pt x="2746289" y="887867"/>
                </a:lnTo>
                <a:lnTo>
                  <a:pt x="2746289" y="928392"/>
                </a:lnTo>
                <a:close/>
                <a:moveTo>
                  <a:pt x="2699849" y="1590411"/>
                </a:moveTo>
                <a:lnTo>
                  <a:pt x="2713447" y="1626860"/>
                </a:lnTo>
                <a:lnTo>
                  <a:pt x="2746293" y="1626860"/>
                </a:lnTo>
                <a:lnTo>
                  <a:pt x="2746293" y="1655467"/>
                </a:lnTo>
                <a:lnTo>
                  <a:pt x="2776510" y="1655467"/>
                </a:lnTo>
                <a:lnTo>
                  <a:pt x="2776510" y="1626860"/>
                </a:lnTo>
                <a:lnTo>
                  <a:pt x="2877806" y="1626860"/>
                </a:lnTo>
                <a:cubicBezTo>
                  <a:pt x="2912621" y="1626860"/>
                  <a:pt x="2931036" y="1607384"/>
                  <a:pt x="2931036" y="1570532"/>
                </a:cubicBezTo>
                <a:cubicBezTo>
                  <a:pt x="2931036" y="1559508"/>
                  <a:pt x="2927840" y="1547579"/>
                  <a:pt x="2925614" y="1540887"/>
                </a:cubicBezTo>
                <a:lnTo>
                  <a:pt x="2892970" y="1540887"/>
                </a:lnTo>
                <a:cubicBezTo>
                  <a:pt x="2899224" y="1549779"/>
                  <a:pt x="2900807" y="1557102"/>
                  <a:pt x="2900807" y="1564994"/>
                </a:cubicBezTo>
                <a:cubicBezTo>
                  <a:pt x="2900807" y="1577653"/>
                  <a:pt x="2891666" y="1590428"/>
                  <a:pt x="2871221" y="1590411"/>
                </a:cubicBezTo>
                <a:lnTo>
                  <a:pt x="2776510" y="1590411"/>
                </a:lnTo>
                <a:lnTo>
                  <a:pt x="2776510" y="1549882"/>
                </a:lnTo>
                <a:lnTo>
                  <a:pt x="2746293" y="1549882"/>
                </a:lnTo>
                <a:lnTo>
                  <a:pt x="2746293" y="1590411"/>
                </a:lnTo>
                <a:close/>
                <a:moveTo>
                  <a:pt x="2679984" y="1329219"/>
                </a:moveTo>
                <a:lnTo>
                  <a:pt x="2926802" y="1329219"/>
                </a:lnTo>
                <a:lnTo>
                  <a:pt x="2926802" y="1292770"/>
                </a:lnTo>
                <a:lnTo>
                  <a:pt x="2839255" y="1292770"/>
                </a:lnTo>
                <a:cubicBezTo>
                  <a:pt x="2846440" y="1286524"/>
                  <a:pt x="2926802" y="1216624"/>
                  <a:pt x="2926802" y="1216624"/>
                </a:cubicBezTo>
                <a:lnTo>
                  <a:pt x="2926802" y="1167654"/>
                </a:lnTo>
                <a:cubicBezTo>
                  <a:pt x="2926802" y="1167654"/>
                  <a:pt x="2829247" y="1256153"/>
                  <a:pt x="2826506" y="1258731"/>
                </a:cubicBezTo>
                <a:cubicBezTo>
                  <a:pt x="2823932" y="1256020"/>
                  <a:pt x="2746203" y="1177674"/>
                  <a:pt x="2746203" y="1177674"/>
                </a:cubicBezTo>
                <a:lnTo>
                  <a:pt x="2746203" y="1224526"/>
                </a:lnTo>
                <a:cubicBezTo>
                  <a:pt x="2746203" y="1224526"/>
                  <a:pt x="2809013" y="1286730"/>
                  <a:pt x="2815126" y="1292770"/>
                </a:cubicBezTo>
                <a:lnTo>
                  <a:pt x="2679984" y="1292770"/>
                </a:lnTo>
                <a:close/>
                <a:moveTo>
                  <a:pt x="2671215" y="2446806"/>
                </a:moveTo>
                <a:cubicBezTo>
                  <a:pt x="2671215" y="2536948"/>
                  <a:pt x="2744289" y="2614346"/>
                  <a:pt x="2834436" y="2614346"/>
                </a:cubicBezTo>
                <a:cubicBezTo>
                  <a:pt x="2924580" y="2614346"/>
                  <a:pt x="2997654" y="2536948"/>
                  <a:pt x="2997654" y="2446806"/>
                </a:cubicBezTo>
                <a:lnTo>
                  <a:pt x="2997654" y="2285314"/>
                </a:lnTo>
                <a:lnTo>
                  <a:pt x="2671215" y="2285314"/>
                </a:lnTo>
                <a:close/>
                <a:moveTo>
                  <a:pt x="0" y="1746607"/>
                </a:moveTo>
                <a:lnTo>
                  <a:pt x="1" y="1746607"/>
                </a:lnTo>
                <a:cubicBezTo>
                  <a:pt x="1" y="781983"/>
                  <a:pt x="781984" y="0"/>
                  <a:pt x="1746608" y="0"/>
                </a:cubicBezTo>
                <a:lnTo>
                  <a:pt x="3493214" y="0"/>
                </a:lnTo>
                <a:lnTo>
                  <a:pt x="3493214" y="1746607"/>
                </a:lnTo>
                <a:cubicBezTo>
                  <a:pt x="3493214" y="2711231"/>
                  <a:pt x="2711231" y="3493214"/>
                  <a:pt x="1746607" y="3493214"/>
                </a:cubicBezTo>
                <a:cubicBezTo>
                  <a:pt x="781983" y="3493214"/>
                  <a:pt x="0" y="2711231"/>
                  <a:pt x="0" y="1746607"/>
                </a:cubicBezTo>
                <a:close/>
              </a:path>
            </a:pathLst>
          </a:custGeom>
          <a:solidFill>
            <a:schemeClr val="tx2"/>
          </a:solidFill>
        </p:spPr>
        <p:txBody>
          <a:bodyPr vert="vert270" wrap="square" lIns="0" tIns="72000" rIns="1584000" bIns="72000" anchor="b">
            <a:noAutofit/>
          </a:bodyPr>
          <a:lstStyle>
            <a:lvl1pPr algn="ctr">
              <a:defRPr sz="2400">
                <a:solidFill>
                  <a:schemeClr val="bg1"/>
                </a:solidFill>
              </a:defRPr>
            </a:lvl1pPr>
          </a:lstStyle>
          <a:p>
            <a:r>
              <a:rPr lang="sv-SE"/>
              <a:t>Klicka här för att ändra mall för rubrikformat</a:t>
            </a:r>
          </a:p>
        </p:txBody>
      </p:sp>
      <p:sp>
        <p:nvSpPr>
          <p:cNvPr id="5" name="Platshållare för text 11">
            <a:extLst>
              <a:ext uri="{FF2B5EF4-FFF2-40B4-BE49-F238E27FC236}">
                <a16:creationId xmlns:a16="http://schemas.microsoft.com/office/drawing/2014/main" id="{582FE7D8-FC0C-460E-B5F3-BB85F47A3A2C}"/>
              </a:ext>
            </a:extLst>
          </p:cNvPr>
          <p:cNvSpPr>
            <a:spLocks noGrp="1"/>
          </p:cNvSpPr>
          <p:nvPr>
            <p:ph type="body" sz="quarter" idx="10"/>
          </p:nvPr>
        </p:nvSpPr>
        <p:spPr>
          <a:xfrm>
            <a:off x="8074900" y="4766143"/>
            <a:ext cx="3493213" cy="502809"/>
          </a:xfrm>
        </p:spPr>
        <p:txBody>
          <a:bodyPr lIns="108000" tIns="0" rIns="108000" bIns="0">
            <a:normAutofit/>
          </a:bodyPr>
          <a:lstStyle>
            <a:lvl1pPr marL="0" indent="0" algn="ctr">
              <a:buNone/>
              <a:defRPr sz="1200" b="0">
                <a:solidFill>
                  <a:schemeClr val="bg1"/>
                </a:solidFill>
              </a:defRPr>
            </a:lvl1pPr>
            <a:lvl2pPr marL="246062" indent="0">
              <a:buNone/>
              <a:defRPr/>
            </a:lvl2pPr>
          </a:lstStyle>
          <a:p>
            <a:pPr lvl="0"/>
            <a:r>
              <a:rPr lang="sv-SE"/>
              <a:t>Klicka här för att ändra format på bakgrundstexten</a:t>
            </a:r>
          </a:p>
        </p:txBody>
      </p:sp>
      <p:grpSp>
        <p:nvGrpSpPr>
          <p:cNvPr id="34" name="Grupp 33">
            <a:extLst>
              <a:ext uri="{FF2B5EF4-FFF2-40B4-BE49-F238E27FC236}">
                <a16:creationId xmlns:a16="http://schemas.microsoft.com/office/drawing/2014/main" id="{2F75A653-6D50-4B31-A788-DD68AA9DEC67}"/>
              </a:ext>
            </a:extLst>
          </p:cNvPr>
          <p:cNvGrpSpPr/>
          <p:nvPr userDrawn="1"/>
        </p:nvGrpSpPr>
        <p:grpSpPr>
          <a:xfrm>
            <a:off x="8953766" y="5412114"/>
            <a:ext cx="1735478" cy="326438"/>
            <a:chOff x="9835686" y="6074987"/>
            <a:chExt cx="1735478" cy="326438"/>
          </a:xfrm>
        </p:grpSpPr>
        <p:sp>
          <p:nvSpPr>
            <p:cNvPr id="35" name="Frihandsfigur: Form 34">
              <a:extLst>
                <a:ext uri="{FF2B5EF4-FFF2-40B4-BE49-F238E27FC236}">
                  <a16:creationId xmlns:a16="http://schemas.microsoft.com/office/drawing/2014/main" id="{6FFD28FE-FE7E-4AA2-8EB1-EDCA097A0C2F}"/>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chemeClr val="bg1"/>
            </a:solidFill>
            <a:ln w="9525" cap="flat">
              <a:noFill/>
              <a:prstDash val="solid"/>
              <a:miter/>
            </a:ln>
          </p:spPr>
          <p:txBody>
            <a:bodyPr rtlCol="0" anchor="ctr"/>
            <a:lstStyle/>
            <a:p>
              <a:endParaRPr lang="sv-SE"/>
            </a:p>
          </p:txBody>
        </p:sp>
        <p:sp>
          <p:nvSpPr>
            <p:cNvPr id="36" name="Frihandsfigur: Form 35">
              <a:extLst>
                <a:ext uri="{FF2B5EF4-FFF2-40B4-BE49-F238E27FC236}">
                  <a16:creationId xmlns:a16="http://schemas.microsoft.com/office/drawing/2014/main" id="{DF0C8F5E-575E-48CF-94F2-BB06B60CE04B}"/>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chemeClr val="bg1"/>
            </a:solidFill>
            <a:ln w="9525" cap="flat">
              <a:noFill/>
              <a:prstDash val="solid"/>
              <a:miter/>
            </a:ln>
          </p:spPr>
          <p:txBody>
            <a:bodyPr rtlCol="0" anchor="ctr"/>
            <a:lstStyle/>
            <a:p>
              <a:endParaRPr lang="sv-SE"/>
            </a:p>
          </p:txBody>
        </p:sp>
        <p:sp>
          <p:nvSpPr>
            <p:cNvPr id="37" name="Frihandsfigur: Form 36">
              <a:extLst>
                <a:ext uri="{FF2B5EF4-FFF2-40B4-BE49-F238E27FC236}">
                  <a16:creationId xmlns:a16="http://schemas.microsoft.com/office/drawing/2014/main" id="{AFD17F97-EA9B-4D4E-A52D-5474442D27BD}"/>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chemeClr val="bg1"/>
            </a:solidFill>
            <a:ln w="9525" cap="flat">
              <a:noFill/>
              <a:prstDash val="solid"/>
              <a:miter/>
            </a:ln>
          </p:spPr>
          <p:txBody>
            <a:bodyPr rtlCol="0" anchor="ctr"/>
            <a:lstStyle/>
            <a:p>
              <a:endParaRPr lang="sv-SE"/>
            </a:p>
          </p:txBody>
        </p:sp>
        <p:sp>
          <p:nvSpPr>
            <p:cNvPr id="38" name="Frihandsfigur: Form 37">
              <a:extLst>
                <a:ext uri="{FF2B5EF4-FFF2-40B4-BE49-F238E27FC236}">
                  <a16:creationId xmlns:a16="http://schemas.microsoft.com/office/drawing/2014/main" id="{CCC07AF9-B8B3-4B4F-934C-F57CD0071E46}"/>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chemeClr val="bg1"/>
            </a:solidFill>
            <a:ln w="9525" cap="flat">
              <a:noFill/>
              <a:prstDash val="solid"/>
              <a:miter/>
            </a:ln>
          </p:spPr>
          <p:txBody>
            <a:bodyPr rtlCol="0" anchor="ctr"/>
            <a:lstStyle/>
            <a:p>
              <a:endParaRPr lang="sv-SE"/>
            </a:p>
          </p:txBody>
        </p:sp>
        <p:sp>
          <p:nvSpPr>
            <p:cNvPr id="39" name="Frihandsfigur: Form 38">
              <a:extLst>
                <a:ext uri="{FF2B5EF4-FFF2-40B4-BE49-F238E27FC236}">
                  <a16:creationId xmlns:a16="http://schemas.microsoft.com/office/drawing/2014/main" id="{A7CDFA8A-1BF0-4847-B83B-87FD46DBE2DF}"/>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chemeClr val="bg1"/>
            </a:solidFill>
            <a:ln w="9525" cap="flat">
              <a:noFill/>
              <a:prstDash val="solid"/>
              <a:miter/>
            </a:ln>
          </p:spPr>
          <p:txBody>
            <a:bodyPr rtlCol="0" anchor="ctr"/>
            <a:lstStyle/>
            <a:p>
              <a:endParaRPr lang="sv-SE"/>
            </a:p>
          </p:txBody>
        </p:sp>
        <p:sp>
          <p:nvSpPr>
            <p:cNvPr id="40" name="Frihandsfigur: Form 39">
              <a:extLst>
                <a:ext uri="{FF2B5EF4-FFF2-40B4-BE49-F238E27FC236}">
                  <a16:creationId xmlns:a16="http://schemas.microsoft.com/office/drawing/2014/main" id="{C0D6F11F-DFE9-4A54-9C59-D0FD4887E1C4}"/>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chemeClr val="bg1"/>
            </a:solidFill>
            <a:ln w="9525" cap="flat">
              <a:noFill/>
              <a:prstDash val="solid"/>
              <a:miter/>
            </a:ln>
          </p:spPr>
          <p:txBody>
            <a:bodyPr rtlCol="0" anchor="ctr"/>
            <a:lstStyle/>
            <a:p>
              <a:endParaRPr lang="sv-SE"/>
            </a:p>
          </p:txBody>
        </p:sp>
        <p:sp>
          <p:nvSpPr>
            <p:cNvPr id="41" name="Frihandsfigur: Form 40">
              <a:extLst>
                <a:ext uri="{FF2B5EF4-FFF2-40B4-BE49-F238E27FC236}">
                  <a16:creationId xmlns:a16="http://schemas.microsoft.com/office/drawing/2014/main" id="{26EEF3E3-250F-4D44-B687-13098900E982}"/>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chemeClr val="bg1"/>
            </a:solidFill>
            <a:ln w="9525" cap="flat">
              <a:noFill/>
              <a:prstDash val="solid"/>
              <a:miter/>
            </a:ln>
          </p:spPr>
          <p:txBody>
            <a:bodyPr rtlCol="0" anchor="ctr"/>
            <a:lstStyle/>
            <a:p>
              <a:endParaRPr lang="sv-SE"/>
            </a:p>
          </p:txBody>
        </p:sp>
        <p:sp>
          <p:nvSpPr>
            <p:cNvPr id="42" name="Frihandsfigur: Form 41">
              <a:extLst>
                <a:ext uri="{FF2B5EF4-FFF2-40B4-BE49-F238E27FC236}">
                  <a16:creationId xmlns:a16="http://schemas.microsoft.com/office/drawing/2014/main" id="{AEB5338D-5897-4A51-83C1-4AB764EEDE62}"/>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chemeClr val="bg1"/>
            </a:solidFill>
            <a:ln w="9525" cap="flat">
              <a:noFill/>
              <a:prstDash val="solid"/>
              <a:miter/>
            </a:ln>
          </p:spPr>
          <p:txBody>
            <a:bodyPr rtlCol="0" anchor="ctr"/>
            <a:lstStyle/>
            <a:p>
              <a:endParaRPr lang="sv-SE"/>
            </a:p>
          </p:txBody>
        </p:sp>
        <p:sp>
          <p:nvSpPr>
            <p:cNvPr id="43" name="Frihandsfigur: Form 42">
              <a:extLst>
                <a:ext uri="{FF2B5EF4-FFF2-40B4-BE49-F238E27FC236}">
                  <a16:creationId xmlns:a16="http://schemas.microsoft.com/office/drawing/2014/main" id="{D460B299-97F3-43C7-8370-3CEDAEF2A623}"/>
                </a:ext>
              </a:extLst>
            </p:cNvPr>
            <p:cNvSpPr/>
            <p:nvPr userDrawn="1"/>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44" name="Frihandsfigur: Form 43">
              <a:extLst>
                <a:ext uri="{FF2B5EF4-FFF2-40B4-BE49-F238E27FC236}">
                  <a16:creationId xmlns:a16="http://schemas.microsoft.com/office/drawing/2014/main" id="{71D20284-58ED-40FA-AEA2-7E3A4EFC329E}"/>
                </a:ext>
              </a:extLst>
            </p:cNvPr>
            <p:cNvSpPr/>
            <p:nvPr userDrawn="1"/>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45" name="Frihandsfigur: Form 44">
            <a:extLst>
              <a:ext uri="{FF2B5EF4-FFF2-40B4-BE49-F238E27FC236}">
                <a16:creationId xmlns:a16="http://schemas.microsoft.com/office/drawing/2014/main" id="{C147EE60-3E98-4723-B19D-376B5B1FD8EC}"/>
              </a:ext>
            </a:extLst>
          </p:cNvPr>
          <p:cNvSpPr/>
          <p:nvPr userDrawn="1"/>
        </p:nvSpPr>
        <p:spPr>
          <a:xfrm rot="5400000">
            <a:off x="2666790" y="-2666789"/>
            <a:ext cx="6858000" cy="12191581"/>
          </a:xfrm>
          <a:custGeom>
            <a:avLst/>
            <a:gdLst>
              <a:gd name="connsiteX0" fmla="*/ 268288 w 6858000"/>
              <a:gd name="connsiteY0" fmla="*/ 11921602 h 12191581"/>
              <a:gd name="connsiteX1" fmla="*/ 6589711 w 6858000"/>
              <a:gd name="connsiteY1" fmla="*/ 11921602 h 12191581"/>
              <a:gd name="connsiteX2" fmla="*/ 6589711 w 6858000"/>
              <a:gd name="connsiteY2" fmla="*/ 271042 h 12191581"/>
              <a:gd name="connsiteX3" fmla="*/ 268288 w 6858000"/>
              <a:gd name="connsiteY3" fmla="*/ 271042 h 12191581"/>
              <a:gd name="connsiteX4" fmla="*/ 0 w 6858000"/>
              <a:gd name="connsiteY4" fmla="*/ 271042 h 12191581"/>
              <a:gd name="connsiteX5" fmla="*/ 0 w 6858000"/>
              <a:gd name="connsiteY5" fmla="*/ 0 h 12191581"/>
              <a:gd name="connsiteX6" fmla="*/ 6858000 w 6858000"/>
              <a:gd name="connsiteY6" fmla="*/ 0 h 12191581"/>
              <a:gd name="connsiteX7" fmla="*/ 6858000 w 6858000"/>
              <a:gd name="connsiteY7" fmla="*/ 271042 h 12191581"/>
              <a:gd name="connsiteX8" fmla="*/ 6857999 w 6858000"/>
              <a:gd name="connsiteY8" fmla="*/ 271042 h 12191581"/>
              <a:gd name="connsiteX9" fmla="*/ 6857999 w 6858000"/>
              <a:gd name="connsiteY9" fmla="*/ 11921602 h 12191581"/>
              <a:gd name="connsiteX10" fmla="*/ 6858000 w 6858000"/>
              <a:gd name="connsiteY10" fmla="*/ 11921602 h 12191581"/>
              <a:gd name="connsiteX11" fmla="*/ 6858000 w 6858000"/>
              <a:gd name="connsiteY11" fmla="*/ 12191581 h 12191581"/>
              <a:gd name="connsiteX12" fmla="*/ 0 w 6858000"/>
              <a:gd name="connsiteY12" fmla="*/ 12191581 h 12191581"/>
              <a:gd name="connsiteX13" fmla="*/ 0 w 6858000"/>
              <a:gd name="connsiteY13" fmla="*/ 11921602 h 12191581"/>
              <a:gd name="connsiteX14" fmla="*/ 0 w 6858000"/>
              <a:gd name="connsiteY14" fmla="*/ 11921602 h 12191581"/>
              <a:gd name="connsiteX15" fmla="*/ 0 w 6858000"/>
              <a:gd name="connsiteY15" fmla="*/ 271042 h 12191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12191581">
                <a:moveTo>
                  <a:pt x="268288" y="11921602"/>
                </a:moveTo>
                <a:lnTo>
                  <a:pt x="6589711" y="11921602"/>
                </a:lnTo>
                <a:lnTo>
                  <a:pt x="6589711" y="271042"/>
                </a:lnTo>
                <a:lnTo>
                  <a:pt x="268288" y="271042"/>
                </a:lnTo>
                <a:close/>
                <a:moveTo>
                  <a:pt x="0" y="271042"/>
                </a:moveTo>
                <a:lnTo>
                  <a:pt x="0" y="0"/>
                </a:lnTo>
                <a:lnTo>
                  <a:pt x="6858000" y="0"/>
                </a:lnTo>
                <a:lnTo>
                  <a:pt x="6858000" y="271042"/>
                </a:lnTo>
                <a:lnTo>
                  <a:pt x="6857999" y="271042"/>
                </a:lnTo>
                <a:lnTo>
                  <a:pt x="6857999" y="11921602"/>
                </a:lnTo>
                <a:lnTo>
                  <a:pt x="6858000" y="11921602"/>
                </a:lnTo>
                <a:lnTo>
                  <a:pt x="6858000" y="12191581"/>
                </a:lnTo>
                <a:lnTo>
                  <a:pt x="0" y="12191581"/>
                </a:lnTo>
                <a:lnTo>
                  <a:pt x="0" y="11921602"/>
                </a:lnTo>
                <a:lnTo>
                  <a:pt x="0" y="11921602"/>
                </a:lnTo>
                <a:lnTo>
                  <a:pt x="0" y="27104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sv-SE"/>
          </a:p>
        </p:txBody>
      </p:sp>
    </p:spTree>
    <p:extLst>
      <p:ext uri="{BB962C8B-B14F-4D97-AF65-F5344CB8AC3E}">
        <p14:creationId xmlns:p14="http://schemas.microsoft.com/office/powerpoint/2010/main" val="2157632741"/>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4" orient="horz" pos="4020">
          <p15:clr>
            <a:srgbClr val="FBAE40"/>
          </p15:clr>
        </p15:guide>
        <p15:guide id="5" orient="horz" pos="4149">
          <p15:clr>
            <a:srgbClr val="FBAE40"/>
          </p15:clr>
        </p15:guide>
        <p15:guide id="6"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mslag 5">
    <p:spTree>
      <p:nvGrpSpPr>
        <p:cNvPr id="1" name=""/>
        <p:cNvGrpSpPr/>
        <p:nvPr/>
      </p:nvGrpSpPr>
      <p:grpSpPr>
        <a:xfrm>
          <a:off x="0" y="0"/>
          <a:ext cx="0" cy="0"/>
          <a:chOff x="0" y="0"/>
          <a:chExt cx="0" cy="0"/>
        </a:xfrm>
      </p:grpSpPr>
      <p:sp>
        <p:nvSpPr>
          <p:cNvPr id="18" name="Rektangel 17">
            <a:extLst>
              <a:ext uri="{FF2B5EF4-FFF2-40B4-BE49-F238E27FC236}">
                <a16:creationId xmlns:a16="http://schemas.microsoft.com/office/drawing/2014/main" id="{E6D38F01-5D84-46DE-ADD3-E31FB5B56794}"/>
              </a:ext>
            </a:extLst>
          </p:cNvPr>
          <p:cNvSpPr/>
          <p:nvPr userDrawn="1"/>
        </p:nvSpPr>
        <p:spPr>
          <a:xfrm>
            <a:off x="268497" y="265113"/>
            <a:ext cx="11655007"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Platshållare för bildnummer 2">
            <a:extLst>
              <a:ext uri="{FF2B5EF4-FFF2-40B4-BE49-F238E27FC236}">
                <a16:creationId xmlns:a16="http://schemas.microsoft.com/office/drawing/2014/main" id="{0C291B66-AFEF-48F4-9403-814FED28C304}"/>
              </a:ext>
            </a:extLst>
          </p:cNvPr>
          <p:cNvSpPr>
            <a:spLocks noGrp="1"/>
          </p:cNvSpPr>
          <p:nvPr>
            <p:ph type="sldNum" sz="quarter" idx="10"/>
          </p:nvPr>
        </p:nvSpPr>
        <p:spPr/>
        <p:txBody>
          <a:bodyPr/>
          <a:lstStyle/>
          <a:p>
            <a:fld id="{37D9A64F-750D-4E7D-A276-9A7D3F74441C}" type="slidenum">
              <a:rPr lang="sv-SE" smtClean="0"/>
              <a:pPr/>
              <a:t>‹#›</a:t>
            </a:fld>
            <a:endParaRPr lang="sv-SE"/>
          </a:p>
        </p:txBody>
      </p:sp>
      <p:pic>
        <p:nvPicPr>
          <p:cNvPr id="4" name="Bildobjekt 3" descr="En bild som visar växt, blomma, löv, yta&#10;&#10;Automatiskt genererad beskrivning">
            <a:extLst>
              <a:ext uri="{FF2B5EF4-FFF2-40B4-BE49-F238E27FC236}">
                <a16:creationId xmlns:a16="http://schemas.microsoft.com/office/drawing/2014/main" id="{2EEB0B73-6E8D-4D7D-B2D0-862C9B994E3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4513066" flipH="1" flipV="1">
            <a:off x="-57550" y="-596868"/>
            <a:ext cx="2785246" cy="3752628"/>
          </a:xfrm>
          <a:custGeom>
            <a:avLst/>
            <a:gdLst>
              <a:gd name="connsiteX0" fmla="*/ 1955847 w 4371941"/>
              <a:gd name="connsiteY0" fmla="*/ 0 h 5890423"/>
              <a:gd name="connsiteX1" fmla="*/ 0 w 4371941"/>
              <a:gd name="connsiteY1" fmla="*/ 3660581 h 5890423"/>
              <a:gd name="connsiteX2" fmla="*/ 4173393 w 4371941"/>
              <a:gd name="connsiteY2" fmla="*/ 5890423 h 5890423"/>
              <a:gd name="connsiteX3" fmla="*/ 4371941 w 4371941"/>
              <a:gd name="connsiteY3" fmla="*/ 5518819 h 5890423"/>
              <a:gd name="connsiteX4" fmla="*/ 4371941 w 4371941"/>
              <a:gd name="connsiteY4" fmla="*/ 406300 h 5890423"/>
              <a:gd name="connsiteX5" fmla="*/ 3611506 w 4371941"/>
              <a:gd name="connsiteY5" fmla="*/ 0 h 5890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1941" h="5890423">
                <a:moveTo>
                  <a:pt x="1955847" y="0"/>
                </a:moveTo>
                <a:lnTo>
                  <a:pt x="0" y="3660581"/>
                </a:lnTo>
                <a:lnTo>
                  <a:pt x="4173393" y="5890423"/>
                </a:lnTo>
                <a:lnTo>
                  <a:pt x="4371941" y="5518819"/>
                </a:lnTo>
                <a:lnTo>
                  <a:pt x="4371941" y="406300"/>
                </a:lnTo>
                <a:lnTo>
                  <a:pt x="3611506" y="0"/>
                </a:lnTo>
                <a:close/>
              </a:path>
            </a:pathLst>
          </a:custGeom>
        </p:spPr>
      </p:pic>
      <p:grpSp>
        <p:nvGrpSpPr>
          <p:cNvPr id="21" name="Grupp 20">
            <a:extLst>
              <a:ext uri="{FF2B5EF4-FFF2-40B4-BE49-F238E27FC236}">
                <a16:creationId xmlns:a16="http://schemas.microsoft.com/office/drawing/2014/main" id="{50F35DF0-EFEA-4967-B624-2D13C8DE1C3B}"/>
              </a:ext>
            </a:extLst>
          </p:cNvPr>
          <p:cNvGrpSpPr/>
          <p:nvPr userDrawn="1"/>
        </p:nvGrpSpPr>
        <p:grpSpPr>
          <a:xfrm>
            <a:off x="8142013" y="5806629"/>
            <a:ext cx="1735478" cy="326438"/>
            <a:chOff x="9835686" y="6074987"/>
            <a:chExt cx="1735478" cy="326438"/>
          </a:xfrm>
        </p:grpSpPr>
        <p:sp>
          <p:nvSpPr>
            <p:cNvPr id="22" name="Frihandsfigur: Form 21">
              <a:extLst>
                <a:ext uri="{FF2B5EF4-FFF2-40B4-BE49-F238E27FC236}">
                  <a16:creationId xmlns:a16="http://schemas.microsoft.com/office/drawing/2014/main" id="{36BD0FB2-4DD7-4429-9F67-1B921050D708}"/>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23" name="Frihandsfigur: Form 22">
              <a:extLst>
                <a:ext uri="{FF2B5EF4-FFF2-40B4-BE49-F238E27FC236}">
                  <a16:creationId xmlns:a16="http://schemas.microsoft.com/office/drawing/2014/main" id="{1916AF60-1BE1-4828-9223-94DE6289B376}"/>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24" name="Frihandsfigur: Form 23">
              <a:extLst>
                <a:ext uri="{FF2B5EF4-FFF2-40B4-BE49-F238E27FC236}">
                  <a16:creationId xmlns:a16="http://schemas.microsoft.com/office/drawing/2014/main" id="{D0D4C18C-7F26-47DA-AE1D-2877E2E7A211}"/>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25" name="Frihandsfigur: Form 24">
              <a:extLst>
                <a:ext uri="{FF2B5EF4-FFF2-40B4-BE49-F238E27FC236}">
                  <a16:creationId xmlns:a16="http://schemas.microsoft.com/office/drawing/2014/main" id="{7B3D3FEA-9DB1-4BC5-AB4F-C671EA70B53D}"/>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26" name="Frihandsfigur: Form 25">
              <a:extLst>
                <a:ext uri="{FF2B5EF4-FFF2-40B4-BE49-F238E27FC236}">
                  <a16:creationId xmlns:a16="http://schemas.microsoft.com/office/drawing/2014/main" id="{BDF06BA3-4FC3-4789-8943-EFCCA594EF25}"/>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27" name="Frihandsfigur: Form 26">
              <a:extLst>
                <a:ext uri="{FF2B5EF4-FFF2-40B4-BE49-F238E27FC236}">
                  <a16:creationId xmlns:a16="http://schemas.microsoft.com/office/drawing/2014/main" id="{1427416E-03A9-4D69-B4DE-B3C67450AF34}"/>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28" name="Frihandsfigur: Form 27">
              <a:extLst>
                <a:ext uri="{FF2B5EF4-FFF2-40B4-BE49-F238E27FC236}">
                  <a16:creationId xmlns:a16="http://schemas.microsoft.com/office/drawing/2014/main" id="{27862BB7-0315-4CAC-B958-BA948B4FFB22}"/>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29" name="Frihandsfigur: Form 28">
              <a:extLst>
                <a:ext uri="{FF2B5EF4-FFF2-40B4-BE49-F238E27FC236}">
                  <a16:creationId xmlns:a16="http://schemas.microsoft.com/office/drawing/2014/main" id="{3B329DF4-C439-4E7A-94BC-3D68E84A7CA3}"/>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30" name="Frihandsfigur: Form 29">
              <a:extLst>
                <a:ext uri="{FF2B5EF4-FFF2-40B4-BE49-F238E27FC236}">
                  <a16:creationId xmlns:a16="http://schemas.microsoft.com/office/drawing/2014/main" id="{160DBAA9-1657-44DA-84BF-1DD6845E0C6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31" name="Frihandsfigur: Form 30">
              <a:extLst>
                <a:ext uri="{FF2B5EF4-FFF2-40B4-BE49-F238E27FC236}">
                  <a16:creationId xmlns:a16="http://schemas.microsoft.com/office/drawing/2014/main" id="{D52CB9EE-D034-46A8-A2B6-AE267E7A6345}"/>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32" name="Rubrik 33">
            <a:extLst>
              <a:ext uri="{FF2B5EF4-FFF2-40B4-BE49-F238E27FC236}">
                <a16:creationId xmlns:a16="http://schemas.microsoft.com/office/drawing/2014/main" id="{339C7CD2-1E73-45D7-BDAC-D750A2A26B5D}"/>
              </a:ext>
            </a:extLst>
          </p:cNvPr>
          <p:cNvSpPr>
            <a:spLocks noGrp="1"/>
          </p:cNvSpPr>
          <p:nvPr>
            <p:ph type="title"/>
          </p:nvPr>
        </p:nvSpPr>
        <p:spPr>
          <a:xfrm>
            <a:off x="6451390" y="2291453"/>
            <a:ext cx="5116722" cy="1387915"/>
          </a:xfrm>
        </p:spPr>
        <p:txBody>
          <a:bodyPr anchor="b">
            <a:noAutofit/>
          </a:bodyPr>
          <a:lstStyle>
            <a:lvl1pPr algn="ctr">
              <a:defRPr sz="4000">
                <a:solidFill>
                  <a:schemeClr val="tx2"/>
                </a:solidFill>
              </a:defRPr>
            </a:lvl1pPr>
          </a:lstStyle>
          <a:p>
            <a:r>
              <a:rPr lang="sv-SE"/>
              <a:t>Klicka här för att ändra mall för rubrikformat</a:t>
            </a:r>
          </a:p>
        </p:txBody>
      </p:sp>
      <p:sp>
        <p:nvSpPr>
          <p:cNvPr id="33" name="Platshållare för text 11">
            <a:extLst>
              <a:ext uri="{FF2B5EF4-FFF2-40B4-BE49-F238E27FC236}">
                <a16:creationId xmlns:a16="http://schemas.microsoft.com/office/drawing/2014/main" id="{7ADBA333-5563-42C5-8601-2A9A9F4B49D0}"/>
              </a:ext>
            </a:extLst>
          </p:cNvPr>
          <p:cNvSpPr>
            <a:spLocks noGrp="1"/>
          </p:cNvSpPr>
          <p:nvPr>
            <p:ph type="body" sz="quarter" idx="11"/>
          </p:nvPr>
        </p:nvSpPr>
        <p:spPr>
          <a:xfrm>
            <a:off x="6451391" y="3899972"/>
            <a:ext cx="5116721" cy="1014412"/>
          </a:xfrm>
        </p:spPr>
        <p:txBody>
          <a:bodyPr>
            <a:normAutofit/>
          </a:bodyPr>
          <a:lstStyle>
            <a:lvl1pPr marL="0" indent="0" algn="ctr">
              <a:buNone/>
              <a:defRPr sz="1800" b="0"/>
            </a:lvl1pPr>
            <a:lvl2pPr marL="246062" indent="0">
              <a:buNone/>
              <a:defRPr/>
            </a:lvl2pPr>
          </a:lstStyle>
          <a:p>
            <a:pPr lvl="0"/>
            <a:r>
              <a:rPr lang="sv-SE"/>
              <a:t>Klicka här för att ändra format på bakgrundstexten</a:t>
            </a:r>
          </a:p>
        </p:txBody>
      </p:sp>
      <p:sp>
        <p:nvSpPr>
          <p:cNvPr id="35" name="Platshållare för bild 34">
            <a:extLst>
              <a:ext uri="{FF2B5EF4-FFF2-40B4-BE49-F238E27FC236}">
                <a16:creationId xmlns:a16="http://schemas.microsoft.com/office/drawing/2014/main" id="{D2B56A52-7C1A-497F-B662-49C1FAC5C284}"/>
              </a:ext>
            </a:extLst>
          </p:cNvPr>
          <p:cNvSpPr>
            <a:spLocks noGrp="1"/>
          </p:cNvSpPr>
          <p:nvPr>
            <p:ph type="pic" sz="quarter" idx="12"/>
          </p:nvPr>
        </p:nvSpPr>
        <p:spPr>
          <a:xfrm>
            <a:off x="1335072" y="1600878"/>
            <a:ext cx="3406958" cy="3406958"/>
          </a:xfrm>
          <a:prstGeom prst="ellipse">
            <a:avLst/>
          </a:prstGeom>
          <a:solidFill>
            <a:schemeClr val="bg1">
              <a:lumMod val="95000"/>
            </a:schemeClr>
          </a:solidFill>
        </p:spPr>
        <p:txBody>
          <a:bodyPr anchor="ctr"/>
          <a:lstStyle>
            <a:lvl1pPr marL="0" indent="0" algn="ctr">
              <a:buNone/>
              <a:defRPr/>
            </a:lvl1pPr>
          </a:lstStyle>
          <a:p>
            <a:r>
              <a:rPr lang="sv-SE"/>
              <a:t>Klicka på ikonen för att lägga till en bild</a:t>
            </a:r>
          </a:p>
        </p:txBody>
      </p:sp>
    </p:spTree>
    <p:extLst>
      <p:ext uri="{BB962C8B-B14F-4D97-AF65-F5344CB8AC3E}">
        <p14:creationId xmlns:p14="http://schemas.microsoft.com/office/powerpoint/2010/main" val="38568328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Omslag 6">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B658088F-035B-41E2-AF26-A4714D676B9E}"/>
              </a:ext>
            </a:extLst>
          </p:cNvPr>
          <p:cNvSpPr/>
          <p:nvPr userDrawn="1"/>
        </p:nvSpPr>
        <p:spPr>
          <a:xfrm>
            <a:off x="268497" y="265113"/>
            <a:ext cx="11655007" cy="6324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8" name="Grupp 17">
            <a:extLst>
              <a:ext uri="{FF2B5EF4-FFF2-40B4-BE49-F238E27FC236}">
                <a16:creationId xmlns:a16="http://schemas.microsoft.com/office/drawing/2014/main" id="{EF3DF2F8-4C49-4A3E-A793-C8D4C2CE639B}"/>
              </a:ext>
            </a:extLst>
          </p:cNvPr>
          <p:cNvGrpSpPr/>
          <p:nvPr userDrawn="1"/>
        </p:nvGrpSpPr>
        <p:grpSpPr>
          <a:xfrm>
            <a:off x="8142013" y="5806629"/>
            <a:ext cx="1735478" cy="326438"/>
            <a:chOff x="9835686" y="6074987"/>
            <a:chExt cx="1735478" cy="326438"/>
          </a:xfrm>
        </p:grpSpPr>
        <p:sp>
          <p:nvSpPr>
            <p:cNvPr id="19" name="Frihandsfigur: Form 18">
              <a:extLst>
                <a:ext uri="{FF2B5EF4-FFF2-40B4-BE49-F238E27FC236}">
                  <a16:creationId xmlns:a16="http://schemas.microsoft.com/office/drawing/2014/main" id="{ECF77505-3FB8-458A-8CE8-50657D8836B3}"/>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12F1F9D7-6E6B-4051-8411-ECF0066E93B2}"/>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21" name="Frihandsfigur: Form 20">
              <a:extLst>
                <a:ext uri="{FF2B5EF4-FFF2-40B4-BE49-F238E27FC236}">
                  <a16:creationId xmlns:a16="http://schemas.microsoft.com/office/drawing/2014/main" id="{25524A4E-847B-43AA-AF28-E519F23B20FA}"/>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22" name="Frihandsfigur: Form 21">
              <a:extLst>
                <a:ext uri="{FF2B5EF4-FFF2-40B4-BE49-F238E27FC236}">
                  <a16:creationId xmlns:a16="http://schemas.microsoft.com/office/drawing/2014/main" id="{0CAB9203-B58C-4274-9F95-FB9EE62BBBB0}"/>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23" name="Frihandsfigur: Form 22">
              <a:extLst>
                <a:ext uri="{FF2B5EF4-FFF2-40B4-BE49-F238E27FC236}">
                  <a16:creationId xmlns:a16="http://schemas.microsoft.com/office/drawing/2014/main" id="{4F32A260-AAD7-4609-8921-85487B6272DF}"/>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24" name="Frihandsfigur: Form 23">
              <a:extLst>
                <a:ext uri="{FF2B5EF4-FFF2-40B4-BE49-F238E27FC236}">
                  <a16:creationId xmlns:a16="http://schemas.microsoft.com/office/drawing/2014/main" id="{9BCE81A2-0BA0-40C9-9406-74EB54371EDB}"/>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25" name="Frihandsfigur: Form 24">
              <a:extLst>
                <a:ext uri="{FF2B5EF4-FFF2-40B4-BE49-F238E27FC236}">
                  <a16:creationId xmlns:a16="http://schemas.microsoft.com/office/drawing/2014/main" id="{BDA61D44-A961-4B77-9093-3F2CBF785BD6}"/>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27" name="Frihandsfigur: Form 26">
              <a:extLst>
                <a:ext uri="{FF2B5EF4-FFF2-40B4-BE49-F238E27FC236}">
                  <a16:creationId xmlns:a16="http://schemas.microsoft.com/office/drawing/2014/main" id="{181DE42F-F83B-48D1-A87C-169819960D7B}"/>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28" name="Frihandsfigur: Form 27">
              <a:extLst>
                <a:ext uri="{FF2B5EF4-FFF2-40B4-BE49-F238E27FC236}">
                  <a16:creationId xmlns:a16="http://schemas.microsoft.com/office/drawing/2014/main" id="{711455A0-C8B4-45A9-B429-7C58D7E9E620}"/>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9" name="Frihandsfigur: Form 28">
              <a:extLst>
                <a:ext uri="{FF2B5EF4-FFF2-40B4-BE49-F238E27FC236}">
                  <a16:creationId xmlns:a16="http://schemas.microsoft.com/office/drawing/2014/main" id="{8C65D001-FED1-48ED-A405-3F4E318532EF}"/>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
        <p:nvSpPr>
          <p:cNvPr id="31" name="Rubrik 33">
            <a:extLst>
              <a:ext uri="{FF2B5EF4-FFF2-40B4-BE49-F238E27FC236}">
                <a16:creationId xmlns:a16="http://schemas.microsoft.com/office/drawing/2014/main" id="{41F79878-98FE-4670-9056-E527B6232EC5}"/>
              </a:ext>
            </a:extLst>
          </p:cNvPr>
          <p:cNvSpPr>
            <a:spLocks noGrp="1"/>
          </p:cNvSpPr>
          <p:nvPr>
            <p:ph type="title"/>
          </p:nvPr>
        </p:nvSpPr>
        <p:spPr>
          <a:xfrm>
            <a:off x="6451390" y="2291453"/>
            <a:ext cx="5116722" cy="1387915"/>
          </a:xfrm>
        </p:spPr>
        <p:txBody>
          <a:bodyPr anchor="b">
            <a:noAutofit/>
          </a:bodyPr>
          <a:lstStyle>
            <a:lvl1pPr algn="ctr">
              <a:defRPr sz="4000">
                <a:solidFill>
                  <a:schemeClr val="tx2"/>
                </a:solidFill>
              </a:defRPr>
            </a:lvl1pPr>
          </a:lstStyle>
          <a:p>
            <a:r>
              <a:rPr lang="sv-SE"/>
              <a:t>Klicka här för att ändra mall för rubrikformat</a:t>
            </a:r>
          </a:p>
        </p:txBody>
      </p:sp>
      <p:sp>
        <p:nvSpPr>
          <p:cNvPr id="32" name="Platshållare för text 11">
            <a:extLst>
              <a:ext uri="{FF2B5EF4-FFF2-40B4-BE49-F238E27FC236}">
                <a16:creationId xmlns:a16="http://schemas.microsoft.com/office/drawing/2014/main" id="{673D7749-A314-47A6-870C-78136113D1BC}"/>
              </a:ext>
            </a:extLst>
          </p:cNvPr>
          <p:cNvSpPr>
            <a:spLocks noGrp="1"/>
          </p:cNvSpPr>
          <p:nvPr>
            <p:ph type="body" sz="quarter" idx="11"/>
          </p:nvPr>
        </p:nvSpPr>
        <p:spPr>
          <a:xfrm>
            <a:off x="6451391" y="3899972"/>
            <a:ext cx="5116721" cy="1014412"/>
          </a:xfrm>
        </p:spPr>
        <p:txBody>
          <a:bodyPr>
            <a:normAutofit/>
          </a:bodyPr>
          <a:lstStyle>
            <a:lvl1pPr marL="0" indent="0" algn="ctr">
              <a:buNone/>
              <a:defRPr sz="1800" b="0"/>
            </a:lvl1pPr>
            <a:lvl2pPr marL="246062" indent="0">
              <a:buNone/>
              <a:defRPr/>
            </a:lvl2pPr>
          </a:lstStyle>
          <a:p>
            <a:pPr lvl="0"/>
            <a:r>
              <a:rPr lang="sv-SE"/>
              <a:t>Klicka här för att ändra format på bakgrundstexten</a:t>
            </a:r>
          </a:p>
        </p:txBody>
      </p:sp>
      <p:pic>
        <p:nvPicPr>
          <p:cNvPr id="33" name="Bild 32">
            <a:extLst>
              <a:ext uri="{FF2B5EF4-FFF2-40B4-BE49-F238E27FC236}">
                <a16:creationId xmlns:a16="http://schemas.microsoft.com/office/drawing/2014/main" id="{5490FD9B-878E-40EB-A122-AAD86FB217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6057" y="1090034"/>
            <a:ext cx="4504553" cy="4685291"/>
          </a:xfrm>
          <a:prstGeom prst="rect">
            <a:avLst/>
          </a:prstGeom>
        </p:spPr>
      </p:pic>
    </p:spTree>
    <p:extLst>
      <p:ext uri="{BB962C8B-B14F-4D97-AF65-F5344CB8AC3E}">
        <p14:creationId xmlns:p14="http://schemas.microsoft.com/office/powerpoint/2010/main" val="947286115"/>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Omslag 7">
    <p:spTree>
      <p:nvGrpSpPr>
        <p:cNvPr id="1" name=""/>
        <p:cNvGrpSpPr/>
        <p:nvPr/>
      </p:nvGrpSpPr>
      <p:grpSpPr>
        <a:xfrm>
          <a:off x="0" y="0"/>
          <a:ext cx="0" cy="0"/>
          <a:chOff x="0" y="0"/>
          <a:chExt cx="0" cy="0"/>
        </a:xfrm>
      </p:grpSpPr>
      <p:grpSp>
        <p:nvGrpSpPr>
          <p:cNvPr id="49" name="Grupp 48">
            <a:extLst>
              <a:ext uri="{FF2B5EF4-FFF2-40B4-BE49-F238E27FC236}">
                <a16:creationId xmlns:a16="http://schemas.microsoft.com/office/drawing/2014/main" id="{A17B1FFD-4C47-445D-89EB-81878920FF40}"/>
              </a:ext>
            </a:extLst>
          </p:cNvPr>
          <p:cNvGrpSpPr/>
          <p:nvPr userDrawn="1"/>
        </p:nvGrpSpPr>
        <p:grpSpPr>
          <a:xfrm>
            <a:off x="5228261" y="5806629"/>
            <a:ext cx="1735478" cy="326438"/>
            <a:chOff x="9835686" y="6074987"/>
            <a:chExt cx="1735478" cy="326438"/>
          </a:xfrm>
        </p:grpSpPr>
        <p:sp>
          <p:nvSpPr>
            <p:cNvPr id="50" name="Frihandsfigur: Form 49">
              <a:extLst>
                <a:ext uri="{FF2B5EF4-FFF2-40B4-BE49-F238E27FC236}">
                  <a16:creationId xmlns:a16="http://schemas.microsoft.com/office/drawing/2014/main" id="{8ABD41B9-904B-4168-9DDC-82CE9BA6415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51" name="Frihandsfigur: Form 50">
              <a:extLst>
                <a:ext uri="{FF2B5EF4-FFF2-40B4-BE49-F238E27FC236}">
                  <a16:creationId xmlns:a16="http://schemas.microsoft.com/office/drawing/2014/main" id="{DC5F6E23-680D-4CDB-82C7-1FE475843758}"/>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52" name="Frihandsfigur: Form 51">
              <a:extLst>
                <a:ext uri="{FF2B5EF4-FFF2-40B4-BE49-F238E27FC236}">
                  <a16:creationId xmlns:a16="http://schemas.microsoft.com/office/drawing/2014/main" id="{3CA1DB4F-E26E-4CE1-991C-1912D405C9E8}"/>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53" name="Frihandsfigur: Form 52">
              <a:extLst>
                <a:ext uri="{FF2B5EF4-FFF2-40B4-BE49-F238E27FC236}">
                  <a16:creationId xmlns:a16="http://schemas.microsoft.com/office/drawing/2014/main" id="{F5DBD882-CB4B-42EF-8D95-A8A532964B91}"/>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54" name="Frihandsfigur: Form 53">
              <a:extLst>
                <a:ext uri="{FF2B5EF4-FFF2-40B4-BE49-F238E27FC236}">
                  <a16:creationId xmlns:a16="http://schemas.microsoft.com/office/drawing/2014/main" id="{23DF994B-D705-4B9D-A06E-F0F281BA7CC3}"/>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55" name="Frihandsfigur: Form 54">
              <a:extLst>
                <a:ext uri="{FF2B5EF4-FFF2-40B4-BE49-F238E27FC236}">
                  <a16:creationId xmlns:a16="http://schemas.microsoft.com/office/drawing/2014/main" id="{67B451CC-70FD-4F86-9F1D-2328ADECE8B6}"/>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56" name="Frihandsfigur: Form 55">
              <a:extLst>
                <a:ext uri="{FF2B5EF4-FFF2-40B4-BE49-F238E27FC236}">
                  <a16:creationId xmlns:a16="http://schemas.microsoft.com/office/drawing/2014/main" id="{B9E1D679-9156-4C54-AB7B-3E98D3B0871B}"/>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57" name="Frihandsfigur: Form 56">
              <a:extLst>
                <a:ext uri="{FF2B5EF4-FFF2-40B4-BE49-F238E27FC236}">
                  <a16:creationId xmlns:a16="http://schemas.microsoft.com/office/drawing/2014/main" id="{0DF0B4B9-54B9-40C8-A3A4-DB17BC0E1CB4}"/>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58" name="Frihandsfigur: Form 57">
              <a:extLst>
                <a:ext uri="{FF2B5EF4-FFF2-40B4-BE49-F238E27FC236}">
                  <a16:creationId xmlns:a16="http://schemas.microsoft.com/office/drawing/2014/main" id="{59A0B482-9D05-4042-A6BA-D2F57C29E3C6}"/>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59" name="Frihandsfigur: Form 58">
              <a:extLst>
                <a:ext uri="{FF2B5EF4-FFF2-40B4-BE49-F238E27FC236}">
                  <a16:creationId xmlns:a16="http://schemas.microsoft.com/office/drawing/2014/main" id="{CF2BF6E7-7585-41A9-B9A2-24EC83C0A937}"/>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pic>
        <p:nvPicPr>
          <p:cNvPr id="26" name="Bildobjekt 25" descr="En bild som visar växt, blomma, löv, yta&#10;&#10;Automatiskt genererad beskrivning">
            <a:extLst>
              <a:ext uri="{FF2B5EF4-FFF2-40B4-BE49-F238E27FC236}">
                <a16:creationId xmlns:a16="http://schemas.microsoft.com/office/drawing/2014/main" id="{28490181-B66A-4CF8-9AEE-D31781DF1FC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2840356">
            <a:off x="-200967" y="-1344068"/>
            <a:ext cx="3930594" cy="5818494"/>
          </a:xfrm>
          <a:custGeom>
            <a:avLst/>
            <a:gdLst>
              <a:gd name="connsiteX0" fmla="*/ 0 w 3930594"/>
              <a:gd name="connsiteY0" fmla="*/ 3131036 h 5818494"/>
              <a:gd name="connsiteX1" fmla="*/ 2885267 w 3930594"/>
              <a:gd name="connsiteY1" fmla="*/ 0 h 5818494"/>
              <a:gd name="connsiteX2" fmla="*/ 3930594 w 3930594"/>
              <a:gd name="connsiteY2" fmla="*/ 0 h 5818494"/>
              <a:gd name="connsiteX3" fmla="*/ 3930594 w 3930594"/>
              <a:gd name="connsiteY3" fmla="*/ 4717888 h 5818494"/>
              <a:gd name="connsiteX4" fmla="*/ 2916379 w 3930594"/>
              <a:gd name="connsiteY4" fmla="*/ 5818494 h 5818494"/>
              <a:gd name="connsiteX5" fmla="*/ 2850268 w 3930594"/>
              <a:gd name="connsiteY5" fmla="*/ 5757573 h 5818494"/>
              <a:gd name="connsiteX6" fmla="*/ 3756985 w 3930594"/>
              <a:gd name="connsiteY6" fmla="*/ 4773621 h 5818494"/>
              <a:gd name="connsiteX7" fmla="*/ 2901386 w 3930594"/>
              <a:gd name="connsiteY7" fmla="*/ 3985182 h 5818494"/>
              <a:gd name="connsiteX8" fmla="*/ 1994669 w 3930594"/>
              <a:gd name="connsiteY8" fmla="*/ 4969134 h 581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30594" h="5818494">
                <a:moveTo>
                  <a:pt x="0" y="3131036"/>
                </a:moveTo>
                <a:lnTo>
                  <a:pt x="2885267" y="0"/>
                </a:lnTo>
                <a:lnTo>
                  <a:pt x="3930594" y="0"/>
                </a:lnTo>
                <a:lnTo>
                  <a:pt x="3930594" y="4717888"/>
                </a:lnTo>
                <a:lnTo>
                  <a:pt x="2916379" y="5818494"/>
                </a:lnTo>
                <a:lnTo>
                  <a:pt x="2850268" y="5757573"/>
                </a:lnTo>
                <a:lnTo>
                  <a:pt x="3756985" y="4773621"/>
                </a:lnTo>
                <a:lnTo>
                  <a:pt x="2901386" y="3985182"/>
                </a:lnTo>
                <a:lnTo>
                  <a:pt x="1994669" y="4969134"/>
                </a:lnTo>
                <a:close/>
              </a:path>
            </a:pathLst>
          </a:custGeom>
        </p:spPr>
      </p:pic>
      <p:pic>
        <p:nvPicPr>
          <p:cNvPr id="30" name="Bildobjekt 29" descr="En bild som visar växt, blomma, löv, yta&#10;&#10;Automatiskt genererad beskrivning">
            <a:extLst>
              <a:ext uri="{FF2B5EF4-FFF2-40B4-BE49-F238E27FC236}">
                <a16:creationId xmlns:a16="http://schemas.microsoft.com/office/drawing/2014/main" id="{66D4B74D-4C69-49E3-8ED4-7643DEA0269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rot="2364484">
            <a:off x="8405243" y="2112531"/>
            <a:ext cx="4012084" cy="6296330"/>
          </a:xfrm>
          <a:custGeom>
            <a:avLst/>
            <a:gdLst>
              <a:gd name="connsiteX0" fmla="*/ 0 w 4266892"/>
              <a:gd name="connsiteY0" fmla="*/ 201691 h 6696211"/>
              <a:gd name="connsiteX1" fmla="*/ 245472 w 4266892"/>
              <a:gd name="connsiteY1" fmla="*/ 0 h 6696211"/>
              <a:gd name="connsiteX2" fmla="*/ 1456806 w 4266892"/>
              <a:gd name="connsiteY2" fmla="*/ 0 h 6696211"/>
              <a:gd name="connsiteX3" fmla="*/ 4266892 w 4266892"/>
              <a:gd name="connsiteY3" fmla="*/ 3420074 h 6696211"/>
              <a:gd name="connsiteX4" fmla="*/ 279602 w 4266892"/>
              <a:gd name="connsiteY4" fmla="*/ 6696211 h 6696211"/>
              <a:gd name="connsiteX5" fmla="*/ 0 w 4266892"/>
              <a:gd name="connsiteY5" fmla="*/ 6355916 h 669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892" h="6696211">
                <a:moveTo>
                  <a:pt x="0" y="201691"/>
                </a:moveTo>
                <a:lnTo>
                  <a:pt x="245472" y="0"/>
                </a:lnTo>
                <a:lnTo>
                  <a:pt x="1456806" y="0"/>
                </a:lnTo>
                <a:lnTo>
                  <a:pt x="4266892" y="3420074"/>
                </a:lnTo>
                <a:lnTo>
                  <a:pt x="279602" y="6696211"/>
                </a:lnTo>
                <a:lnTo>
                  <a:pt x="0" y="6355916"/>
                </a:lnTo>
                <a:close/>
              </a:path>
            </a:pathLst>
          </a:custGeom>
        </p:spPr>
      </p:pic>
      <p:sp>
        <p:nvSpPr>
          <p:cNvPr id="34" name="Rubrik 33">
            <a:extLst>
              <a:ext uri="{FF2B5EF4-FFF2-40B4-BE49-F238E27FC236}">
                <a16:creationId xmlns:a16="http://schemas.microsoft.com/office/drawing/2014/main" id="{428452C1-5ECD-4011-BAC1-E4F6C0A9BEFA}"/>
              </a:ext>
            </a:extLst>
          </p:cNvPr>
          <p:cNvSpPr>
            <a:spLocks noGrp="1"/>
          </p:cNvSpPr>
          <p:nvPr>
            <p:ph type="title"/>
          </p:nvPr>
        </p:nvSpPr>
        <p:spPr>
          <a:xfrm>
            <a:off x="2743200" y="1944694"/>
            <a:ext cx="6705602" cy="1387915"/>
          </a:xfrm>
        </p:spPr>
        <p:txBody>
          <a:bodyPr anchor="b">
            <a:normAutofit/>
          </a:bodyPr>
          <a:lstStyle>
            <a:lvl1pPr algn="ctr">
              <a:defRPr sz="4400">
                <a:solidFill>
                  <a:schemeClr val="tx2"/>
                </a:solidFill>
              </a:defRPr>
            </a:lvl1pPr>
          </a:lstStyle>
          <a:p>
            <a:r>
              <a:rPr lang="sv-SE"/>
              <a:t>Klicka här för att ändra mall för rubrikformat</a:t>
            </a:r>
          </a:p>
        </p:txBody>
      </p:sp>
      <p:sp>
        <p:nvSpPr>
          <p:cNvPr id="35" name="Platshållare för text 11">
            <a:extLst>
              <a:ext uri="{FF2B5EF4-FFF2-40B4-BE49-F238E27FC236}">
                <a16:creationId xmlns:a16="http://schemas.microsoft.com/office/drawing/2014/main" id="{8214634E-D352-4BFE-A1EF-28A325A532D1}"/>
              </a:ext>
            </a:extLst>
          </p:cNvPr>
          <p:cNvSpPr>
            <a:spLocks noGrp="1"/>
          </p:cNvSpPr>
          <p:nvPr>
            <p:ph type="body" sz="quarter" idx="10"/>
          </p:nvPr>
        </p:nvSpPr>
        <p:spPr>
          <a:xfrm>
            <a:off x="2743201" y="3553213"/>
            <a:ext cx="6705602" cy="1014412"/>
          </a:xfrm>
        </p:spPr>
        <p:txBody>
          <a:bodyPr>
            <a:normAutofit/>
          </a:bodyPr>
          <a:lstStyle>
            <a:lvl1pPr marL="0" indent="0" algn="ctr">
              <a:buNone/>
              <a:defRPr sz="2000" b="0"/>
            </a:lvl1pPr>
            <a:lvl2pPr marL="246062" indent="0">
              <a:buNone/>
              <a:defRPr/>
            </a:lvl2pPr>
          </a:lstStyle>
          <a:p>
            <a:pPr lvl="0"/>
            <a:r>
              <a:rPr lang="sv-SE"/>
              <a:t>Klicka här för att ändra format på bakgrundstexten</a:t>
            </a:r>
          </a:p>
        </p:txBody>
      </p:sp>
    </p:spTree>
    <p:extLst>
      <p:ext uri="{BB962C8B-B14F-4D97-AF65-F5344CB8AC3E}">
        <p14:creationId xmlns:p14="http://schemas.microsoft.com/office/powerpoint/2010/main" val="2348158753"/>
      </p:ext>
    </p:extLst>
  </p:cSld>
  <p:clrMapOvr>
    <a:masterClrMapping/>
  </p:clrMapOvr>
  <p:extLst>
    <p:ext uri="{DCECCB84-F9BA-43D5-87BE-67443E8EF086}">
      <p15:sldGuideLst xmlns:p15="http://schemas.microsoft.com/office/powerpoint/2012/main">
        <p15:guide id="1" pos="169">
          <p15:clr>
            <a:srgbClr val="FBAE40"/>
          </p15:clr>
        </p15:guide>
        <p15:guide id="2" pos="7509">
          <p15:clr>
            <a:srgbClr val="FBAE40"/>
          </p15:clr>
        </p15:guide>
        <p15:guide id="3" orient="horz" pos="167">
          <p15:clr>
            <a:srgbClr val="FBAE40"/>
          </p15:clr>
        </p15:guide>
        <p15:guide id="5" orient="horz" pos="4149">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Kapitel/Avsnitt">
    <p:bg>
      <p:bgPr>
        <a:solidFill>
          <a:schemeClr val="tx2"/>
        </a:solidFill>
        <a:effectLst/>
      </p:bgPr>
    </p:bg>
    <p:spTree>
      <p:nvGrpSpPr>
        <p:cNvPr id="1" name=""/>
        <p:cNvGrpSpPr/>
        <p:nvPr/>
      </p:nvGrpSpPr>
      <p:grpSpPr>
        <a:xfrm>
          <a:off x="0" y="0"/>
          <a:ext cx="0" cy="0"/>
          <a:chOff x="0" y="0"/>
          <a:chExt cx="0" cy="0"/>
        </a:xfrm>
      </p:grpSpPr>
      <p:sp>
        <p:nvSpPr>
          <p:cNvPr id="6" name="Rubrik 33">
            <a:extLst>
              <a:ext uri="{FF2B5EF4-FFF2-40B4-BE49-F238E27FC236}">
                <a16:creationId xmlns:a16="http://schemas.microsoft.com/office/drawing/2014/main" id="{0586E45B-C946-40EB-BCF3-52B22A6A4874}"/>
              </a:ext>
            </a:extLst>
          </p:cNvPr>
          <p:cNvSpPr>
            <a:spLocks noGrp="1"/>
          </p:cNvSpPr>
          <p:nvPr>
            <p:ph type="title"/>
          </p:nvPr>
        </p:nvSpPr>
        <p:spPr>
          <a:xfrm>
            <a:off x="2743200" y="1944694"/>
            <a:ext cx="6705602" cy="1387915"/>
          </a:xfrm>
        </p:spPr>
        <p:txBody>
          <a:bodyPr anchor="b">
            <a:normAutofit/>
          </a:bodyPr>
          <a:lstStyle>
            <a:lvl1pPr algn="ctr">
              <a:defRPr sz="4400">
                <a:solidFill>
                  <a:schemeClr val="bg1"/>
                </a:solidFill>
              </a:defRPr>
            </a:lvl1pPr>
          </a:lstStyle>
          <a:p>
            <a:r>
              <a:rPr lang="sv-SE"/>
              <a:t>Klicka här för att ändra mall för rubrikformat</a:t>
            </a:r>
          </a:p>
        </p:txBody>
      </p:sp>
      <p:sp>
        <p:nvSpPr>
          <p:cNvPr id="7" name="Platshållare för text 11">
            <a:extLst>
              <a:ext uri="{FF2B5EF4-FFF2-40B4-BE49-F238E27FC236}">
                <a16:creationId xmlns:a16="http://schemas.microsoft.com/office/drawing/2014/main" id="{6B1B7308-15CE-4CC0-B48F-31AE93943FC0}"/>
              </a:ext>
            </a:extLst>
          </p:cNvPr>
          <p:cNvSpPr>
            <a:spLocks noGrp="1"/>
          </p:cNvSpPr>
          <p:nvPr>
            <p:ph type="body" sz="quarter" idx="10"/>
          </p:nvPr>
        </p:nvSpPr>
        <p:spPr>
          <a:xfrm>
            <a:off x="2743201" y="3553213"/>
            <a:ext cx="6705602" cy="1014412"/>
          </a:xfrm>
        </p:spPr>
        <p:txBody>
          <a:bodyPr>
            <a:normAutofit/>
          </a:bodyPr>
          <a:lstStyle>
            <a:lvl1pPr marL="0" indent="0" algn="ctr">
              <a:buNone/>
              <a:defRPr sz="2000" b="0">
                <a:solidFill>
                  <a:schemeClr val="bg1"/>
                </a:solidFill>
              </a:defRPr>
            </a:lvl1pPr>
            <a:lvl2pPr marL="246062" indent="0">
              <a:buNone/>
              <a:defRPr/>
            </a:lvl2pPr>
          </a:lstStyle>
          <a:p>
            <a:pPr lvl="0"/>
            <a:r>
              <a:rPr lang="sv-SE"/>
              <a:t>Klicka här för att ändra format på bakgrundstexten</a:t>
            </a:r>
          </a:p>
        </p:txBody>
      </p:sp>
      <p:grpSp>
        <p:nvGrpSpPr>
          <p:cNvPr id="11" name="Grupp 10">
            <a:extLst>
              <a:ext uri="{FF2B5EF4-FFF2-40B4-BE49-F238E27FC236}">
                <a16:creationId xmlns:a16="http://schemas.microsoft.com/office/drawing/2014/main" id="{877AC21F-2F39-4EF6-A8C9-C56625D3740F}"/>
              </a:ext>
            </a:extLst>
          </p:cNvPr>
          <p:cNvGrpSpPr/>
          <p:nvPr userDrawn="1"/>
        </p:nvGrpSpPr>
        <p:grpSpPr>
          <a:xfrm>
            <a:off x="5228261" y="5806629"/>
            <a:ext cx="1735478" cy="326438"/>
            <a:chOff x="9835686" y="6074987"/>
            <a:chExt cx="1735478" cy="326438"/>
          </a:xfrm>
        </p:grpSpPr>
        <p:sp>
          <p:nvSpPr>
            <p:cNvPr id="12" name="Frihandsfigur: Form 11">
              <a:extLst>
                <a:ext uri="{FF2B5EF4-FFF2-40B4-BE49-F238E27FC236}">
                  <a16:creationId xmlns:a16="http://schemas.microsoft.com/office/drawing/2014/main" id="{BE14921D-E172-41AE-BD94-1DC8A45CEF5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chemeClr val="bg1"/>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494C50ED-ADD2-4CD8-8CCB-65C257B3645B}"/>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chemeClr val="bg1"/>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47614A15-91E7-406A-8BD9-3D2F675D16E2}"/>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chemeClr val="bg1"/>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9DC837DE-9E9A-414A-AD02-B2849A652CFD}"/>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chemeClr val="bg1"/>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26767D1A-17AF-4EB9-8552-ED540E5C9B74}"/>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chemeClr val="bg1"/>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E469D9F4-09CC-47EF-82C4-BA0677FE23C0}"/>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chemeClr val="bg1"/>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9EA6835E-264A-4E32-BC85-02677AAB8DBE}"/>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chemeClr val="bg1"/>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CC5624C7-9FB2-4CAC-A5DD-F7D7F902BFDD}"/>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chemeClr val="bg1"/>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03D4840A-A615-4FF7-9581-27EC743CBA3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1" name="Frihandsfigur: Form 20">
              <a:extLst>
                <a:ext uri="{FF2B5EF4-FFF2-40B4-BE49-F238E27FC236}">
                  <a16:creationId xmlns:a16="http://schemas.microsoft.com/office/drawing/2014/main" id="{0D89E812-8625-421C-A3B9-22450B67F568}"/>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336698939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2"/>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741EAFA1-E418-4DDF-9B58-6183C5FC1BF8}"/>
              </a:ext>
            </a:extLst>
          </p:cNvPr>
          <p:cNvSpPr>
            <a:spLocks noGrp="1"/>
          </p:cNvSpPr>
          <p:nvPr>
            <p:ph type="dt" sz="half" idx="10"/>
          </p:nvPr>
        </p:nvSpPr>
        <p:spPr>
          <a:xfrm>
            <a:off x="5508121" y="7645918"/>
            <a:ext cx="2743200" cy="187474"/>
          </a:xfrm>
          <a:prstGeom prst="rect">
            <a:avLst/>
          </a:prstGeom>
        </p:spPr>
        <p:txBody>
          <a:bodyPr vert="horz" lIns="0" tIns="45720" rIns="0" bIns="45720" rtlCol="0" anchor="ctr"/>
          <a:lstStyle>
            <a:defPPr>
              <a:defRPr lang="sv-S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sv-SE"/>
          </a:p>
        </p:txBody>
      </p:sp>
      <p:sp>
        <p:nvSpPr>
          <p:cNvPr id="5" name="Platshållare för sidfot 4">
            <a:extLst>
              <a:ext uri="{FF2B5EF4-FFF2-40B4-BE49-F238E27FC236}">
                <a16:creationId xmlns:a16="http://schemas.microsoft.com/office/drawing/2014/main" id="{82671DEC-79D5-414A-AF37-59860093439D}"/>
              </a:ext>
            </a:extLst>
          </p:cNvPr>
          <p:cNvSpPr>
            <a:spLocks noGrp="1"/>
          </p:cNvSpPr>
          <p:nvPr>
            <p:ph type="ftr" sz="quarter" idx="11"/>
          </p:nvPr>
        </p:nvSpPr>
        <p:spPr>
          <a:xfrm>
            <a:off x="4136521" y="7166416"/>
            <a:ext cx="4114800" cy="187474"/>
          </a:xfrm>
          <a:prstGeom prst="rect">
            <a:avLst/>
          </a:prstGeom>
        </p:spPr>
        <p:txBody>
          <a:bodyPr vert="horz" lIns="0" tIns="45720" rIns="0" bIns="45720" rtlCol="0" anchor="ctr"/>
          <a:lstStyle>
            <a:defPPr>
              <a:defRPr lang="sv-S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sv-SE"/>
          </a:p>
        </p:txBody>
      </p:sp>
      <p:sp>
        <p:nvSpPr>
          <p:cNvPr id="6" name="Platshållare för bildnummer 5">
            <a:extLst>
              <a:ext uri="{FF2B5EF4-FFF2-40B4-BE49-F238E27FC236}">
                <a16:creationId xmlns:a16="http://schemas.microsoft.com/office/drawing/2014/main" id="{902E2EE9-3E7F-4F13-B36C-D031C9F83903}"/>
              </a:ext>
            </a:extLst>
          </p:cNvPr>
          <p:cNvSpPr>
            <a:spLocks noGrp="1"/>
          </p:cNvSpPr>
          <p:nvPr>
            <p:ph type="sldNum" sz="quarter" idx="12"/>
          </p:nvPr>
        </p:nvSpPr>
        <p:spPr/>
        <p:txBody>
          <a:bodyPr/>
          <a:lstStyle/>
          <a:p>
            <a:fld id="{72E0D4E4-9CBB-4B7E-9F27-5D32C6360418}" type="slidenum">
              <a:rPr lang="sv-SE" smtClean="0"/>
              <a:t>‹#›</a:t>
            </a:fld>
            <a:endParaRPr lang="sv-SE"/>
          </a:p>
        </p:txBody>
      </p:sp>
      <p:sp>
        <p:nvSpPr>
          <p:cNvPr id="15" name="Rubrik 14">
            <a:extLst>
              <a:ext uri="{FF2B5EF4-FFF2-40B4-BE49-F238E27FC236}">
                <a16:creationId xmlns:a16="http://schemas.microsoft.com/office/drawing/2014/main" id="{C48C5FE8-E608-4A0B-AFE0-377EA891C715}"/>
              </a:ext>
            </a:extLst>
          </p:cNvPr>
          <p:cNvSpPr>
            <a:spLocks noGrp="1"/>
          </p:cNvSpPr>
          <p:nvPr>
            <p:ph type="title"/>
          </p:nvPr>
        </p:nvSpPr>
        <p:spPr>
          <a:xfrm>
            <a:off x="623889" y="624750"/>
            <a:ext cx="6775718" cy="871567"/>
          </a:xfrm>
        </p:spPr>
        <p:txBody>
          <a:bodyPr/>
          <a:lstStyle>
            <a:lvl1pPr>
              <a:defRPr>
                <a:solidFill>
                  <a:schemeClr val="tx2"/>
                </a:solidFill>
              </a:defRPr>
            </a:lvl1pPr>
          </a:lstStyle>
          <a:p>
            <a:r>
              <a:rPr lang="sv-SE"/>
              <a:t>Klicka här för att ändra mall för rubrikformat</a:t>
            </a:r>
          </a:p>
        </p:txBody>
      </p:sp>
      <p:sp>
        <p:nvSpPr>
          <p:cNvPr id="23" name="Platshållare för text 6">
            <a:extLst>
              <a:ext uri="{FF2B5EF4-FFF2-40B4-BE49-F238E27FC236}">
                <a16:creationId xmlns:a16="http://schemas.microsoft.com/office/drawing/2014/main" id="{8CDF427A-3C40-43D1-AD07-374C42BF5464}"/>
              </a:ext>
            </a:extLst>
          </p:cNvPr>
          <p:cNvSpPr>
            <a:spLocks noGrp="1"/>
          </p:cNvSpPr>
          <p:nvPr>
            <p:ph type="body" sz="quarter" idx="14" hasCustomPrompt="1"/>
          </p:nvPr>
        </p:nvSpPr>
        <p:spPr>
          <a:xfrm>
            <a:off x="7530087" y="1673225"/>
            <a:ext cx="4003100" cy="3916363"/>
          </a:xfrm>
          <a:custGeom>
            <a:avLst/>
            <a:gdLst>
              <a:gd name="connsiteX0" fmla="*/ 1933354 w 4003100"/>
              <a:gd name="connsiteY0" fmla="*/ 0 h 3916363"/>
              <a:gd name="connsiteX1" fmla="*/ 2006404 w 4003100"/>
              <a:gd name="connsiteY1" fmla="*/ 0 h 3916363"/>
              <a:gd name="connsiteX2" fmla="*/ 3402468 w 4003100"/>
              <a:gd name="connsiteY2" fmla="*/ 551943 h 3916363"/>
              <a:gd name="connsiteX3" fmla="*/ 4003100 w 4003100"/>
              <a:gd name="connsiteY3" fmla="*/ 1956152 h 3916363"/>
              <a:gd name="connsiteX4" fmla="*/ 3402468 w 4003100"/>
              <a:gd name="connsiteY4" fmla="*/ 3364420 h 3916363"/>
              <a:gd name="connsiteX5" fmla="*/ 2006404 w 4003100"/>
              <a:gd name="connsiteY5" fmla="*/ 3916363 h 3916363"/>
              <a:gd name="connsiteX6" fmla="*/ 9708 w 4003100"/>
              <a:gd name="connsiteY6" fmla="*/ 3912305 h 3916363"/>
              <a:gd name="connsiteX7" fmla="*/ 1591 w 4003100"/>
              <a:gd name="connsiteY7" fmla="*/ 3896071 h 3916363"/>
              <a:gd name="connsiteX8" fmla="*/ 1933354 w 4003100"/>
              <a:gd name="connsiteY8" fmla="*/ 0 h 3916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3100" h="3916363">
                <a:moveTo>
                  <a:pt x="1933354" y="0"/>
                </a:moveTo>
                <a:cubicBezTo>
                  <a:pt x="1977996" y="0"/>
                  <a:pt x="2006404" y="0"/>
                  <a:pt x="2006404" y="0"/>
                </a:cubicBezTo>
                <a:cubicBezTo>
                  <a:pt x="2655736" y="20292"/>
                  <a:pt x="3053452" y="219154"/>
                  <a:pt x="3402468" y="551943"/>
                </a:cubicBezTo>
                <a:cubicBezTo>
                  <a:pt x="3771776" y="896908"/>
                  <a:pt x="4003100" y="1392034"/>
                  <a:pt x="4003100" y="1956152"/>
                </a:cubicBezTo>
                <a:cubicBezTo>
                  <a:pt x="4003100" y="2520271"/>
                  <a:pt x="3771776" y="3015397"/>
                  <a:pt x="3402468" y="3364420"/>
                </a:cubicBezTo>
                <a:cubicBezTo>
                  <a:pt x="3053452" y="3693151"/>
                  <a:pt x="2655736" y="3892013"/>
                  <a:pt x="2006404" y="3916363"/>
                </a:cubicBezTo>
                <a:cubicBezTo>
                  <a:pt x="2002346" y="3916363"/>
                  <a:pt x="9708" y="3912305"/>
                  <a:pt x="9708" y="3912305"/>
                </a:cubicBezTo>
                <a:cubicBezTo>
                  <a:pt x="1591" y="3912305"/>
                  <a:pt x="-2467" y="3904188"/>
                  <a:pt x="1591" y="3896071"/>
                </a:cubicBezTo>
                <a:cubicBezTo>
                  <a:pt x="5649" y="3892013"/>
                  <a:pt x="1933354" y="0"/>
                  <a:pt x="1933354" y="0"/>
                </a:cubicBezTo>
                <a:close/>
              </a:path>
            </a:pathLst>
          </a:custGeom>
          <a:solidFill>
            <a:schemeClr val="tx2"/>
          </a:solidFill>
        </p:spPr>
        <p:txBody>
          <a:bodyPr wrap="square" lIns="1512000" tIns="0" rIns="432000" bIns="0" anchor="ctr" anchorCtr="0">
            <a:noAutofit/>
          </a:bodyPr>
          <a:lstStyle>
            <a:lvl1pPr marL="0" indent="0" algn="l">
              <a:buFontTx/>
              <a:buNone/>
              <a:defRPr sz="2600" b="1">
                <a:solidFill>
                  <a:schemeClr val="bg2"/>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Klicka här för att lägga till text</a:t>
            </a:r>
          </a:p>
        </p:txBody>
      </p:sp>
      <p:sp>
        <p:nvSpPr>
          <p:cNvPr id="9" name="Platshållare för text 2">
            <a:extLst>
              <a:ext uri="{FF2B5EF4-FFF2-40B4-BE49-F238E27FC236}">
                <a16:creationId xmlns:a16="http://schemas.microsoft.com/office/drawing/2014/main" id="{2FB393F3-9EA5-4C11-B4B1-9D0C2D1839B7}"/>
              </a:ext>
            </a:extLst>
          </p:cNvPr>
          <p:cNvSpPr>
            <a:spLocks noGrp="1"/>
          </p:cNvSpPr>
          <p:nvPr>
            <p:ph idx="1"/>
          </p:nvPr>
        </p:nvSpPr>
        <p:spPr>
          <a:xfrm>
            <a:off x="634701" y="1673224"/>
            <a:ext cx="6775718" cy="4095749"/>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Tree>
    <p:extLst>
      <p:ext uri="{BB962C8B-B14F-4D97-AF65-F5344CB8AC3E}">
        <p14:creationId xmlns:p14="http://schemas.microsoft.com/office/powerpoint/2010/main" val="110121636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Avslutning">
    <p:bg>
      <p:bgPr>
        <a:solidFill>
          <a:schemeClr val="bg2"/>
        </a:solidFill>
        <a:effectLst/>
      </p:bgPr>
    </p:bg>
    <p:spTree>
      <p:nvGrpSpPr>
        <p:cNvPr id="1" name=""/>
        <p:cNvGrpSpPr/>
        <p:nvPr/>
      </p:nvGrpSpPr>
      <p:grpSpPr>
        <a:xfrm>
          <a:off x="0" y="0"/>
          <a:ext cx="0" cy="0"/>
          <a:chOff x="0" y="0"/>
          <a:chExt cx="0" cy="0"/>
        </a:xfrm>
      </p:grpSpPr>
      <p:sp>
        <p:nvSpPr>
          <p:cNvPr id="6" name="Rubrik 33">
            <a:extLst>
              <a:ext uri="{FF2B5EF4-FFF2-40B4-BE49-F238E27FC236}">
                <a16:creationId xmlns:a16="http://schemas.microsoft.com/office/drawing/2014/main" id="{0586E45B-C946-40EB-BCF3-52B22A6A4874}"/>
              </a:ext>
            </a:extLst>
          </p:cNvPr>
          <p:cNvSpPr>
            <a:spLocks noGrp="1"/>
          </p:cNvSpPr>
          <p:nvPr>
            <p:ph type="title"/>
          </p:nvPr>
        </p:nvSpPr>
        <p:spPr>
          <a:xfrm>
            <a:off x="1531174" y="623888"/>
            <a:ext cx="9129654" cy="4582813"/>
          </a:xfrm>
        </p:spPr>
        <p:txBody>
          <a:bodyPr anchor="ctr">
            <a:normAutofit/>
          </a:bodyPr>
          <a:lstStyle>
            <a:lvl1pPr algn="ctr">
              <a:defRPr sz="4400">
                <a:solidFill>
                  <a:schemeClr val="tx2"/>
                </a:solidFill>
              </a:defRPr>
            </a:lvl1pPr>
          </a:lstStyle>
          <a:p>
            <a:r>
              <a:rPr lang="sv-SE"/>
              <a:t>Klicka här för att ändra mall för rubrikformat</a:t>
            </a:r>
          </a:p>
        </p:txBody>
      </p:sp>
      <p:grpSp>
        <p:nvGrpSpPr>
          <p:cNvPr id="8" name="Grupp 7">
            <a:extLst>
              <a:ext uri="{FF2B5EF4-FFF2-40B4-BE49-F238E27FC236}">
                <a16:creationId xmlns:a16="http://schemas.microsoft.com/office/drawing/2014/main" id="{913F60A5-58F0-4BED-A179-299184FC276B}"/>
              </a:ext>
            </a:extLst>
          </p:cNvPr>
          <p:cNvGrpSpPr/>
          <p:nvPr userDrawn="1"/>
        </p:nvGrpSpPr>
        <p:grpSpPr>
          <a:xfrm>
            <a:off x="5228261" y="5806629"/>
            <a:ext cx="1735478" cy="326438"/>
            <a:chOff x="9835686" y="6074987"/>
            <a:chExt cx="1735478" cy="326438"/>
          </a:xfrm>
        </p:grpSpPr>
        <p:sp>
          <p:nvSpPr>
            <p:cNvPr id="11" name="Frihandsfigur: Form 10">
              <a:extLst>
                <a:ext uri="{FF2B5EF4-FFF2-40B4-BE49-F238E27FC236}">
                  <a16:creationId xmlns:a16="http://schemas.microsoft.com/office/drawing/2014/main" id="{1F4E32D5-F119-485F-8558-4E86D5156A95}"/>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12" name="Frihandsfigur: Form 11">
              <a:extLst>
                <a:ext uri="{FF2B5EF4-FFF2-40B4-BE49-F238E27FC236}">
                  <a16:creationId xmlns:a16="http://schemas.microsoft.com/office/drawing/2014/main" id="{B2095216-4224-49BE-9557-B56CB3F5230F}"/>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E604924A-1947-483B-8AC6-2F170FE907F0}"/>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D77FE13D-1262-4A33-8A9F-B469D649FB32}"/>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A7A3F3FC-1CD9-4DAD-A8C0-9B8205D94E76}"/>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93306529-7910-4036-A697-CF3EA4601670}"/>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48774385-640A-40E0-A2F8-187D034A279F}"/>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922EB587-67DB-4C3A-8E35-4FD832EB5A71}"/>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AD707084-6C12-4D25-BFB9-4A3C2A2D47A7}"/>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59FCE280-B436-43D4-85C1-0E9808F88862}"/>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152778118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En spalt + textruta">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21"/>
          <p:cNvSpPr>
            <a:spLocks noGrp="1"/>
          </p:cNvSpPr>
          <p:nvPr>
            <p:ph type="body" sz="quarter" idx="16"/>
          </p:nvPr>
        </p:nvSpPr>
        <p:spPr>
          <a:xfrm>
            <a:off x="625474" y="4696835"/>
            <a:ext cx="7889287" cy="1072140"/>
          </a:xfrm>
          <a:prstGeom prst="rect">
            <a:avLst/>
          </a:prstGeom>
        </p:spPr>
        <p:txBody>
          <a:bodyPr>
            <a:noAutofit/>
          </a:bodyPr>
          <a:lstStyle>
            <a:lvl1pPr>
              <a:lnSpc>
                <a:spcPct val="100000"/>
              </a:lnSpc>
              <a:spcBef>
                <a:spcPts val="500"/>
              </a:spcBef>
              <a:defRPr sz="1400"/>
            </a:lvl1pPr>
          </a:lstStyle>
          <a:p>
            <a:pPr lvl="0"/>
            <a:r>
              <a:rPr lang="sv-SE"/>
              <a:t>Klicka här för att ändra format på bakgrundstexten</a:t>
            </a:r>
          </a:p>
        </p:txBody>
      </p:sp>
      <p:sp>
        <p:nvSpPr>
          <p:cNvPr id="10" name="Platshållare för innehåll 2"/>
          <p:cNvSpPr>
            <a:spLocks noGrp="1"/>
          </p:cNvSpPr>
          <p:nvPr>
            <p:ph idx="1"/>
          </p:nvPr>
        </p:nvSpPr>
        <p:spPr>
          <a:xfrm>
            <a:off x="625477" y="1773239"/>
            <a:ext cx="10941049" cy="2843212"/>
          </a:xfrm>
          <a:prstGeom prst="rect">
            <a:avLst/>
          </a:prstGeo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11" name="Platshållare för text 7"/>
          <p:cNvSpPr>
            <a:spLocks noGrp="1"/>
          </p:cNvSpPr>
          <p:nvPr>
            <p:ph type="body" sz="quarter" idx="13" hasCustomPrompt="1"/>
          </p:nvPr>
        </p:nvSpPr>
        <p:spPr>
          <a:xfrm>
            <a:off x="610636" y="1412877"/>
            <a:ext cx="10955888" cy="360363"/>
          </a:xfrm>
          <a:prstGeom prst="rect">
            <a:avLst/>
          </a:prstGeom>
          <a:solidFill>
            <a:schemeClr val="bg1"/>
          </a:solidFill>
          <a:ln>
            <a:noFill/>
          </a:ln>
          <a:effectLst/>
        </p:spPr>
        <p:txBody>
          <a:bodyPr>
            <a:normAutofit/>
          </a:bodyPr>
          <a:lstStyle>
            <a:lvl1pPr marL="0" indent="0">
              <a:buFontTx/>
              <a:buNone/>
              <a:defRPr sz="1800" b="1">
                <a:solidFill>
                  <a:schemeClr val="tx2"/>
                </a:solidFill>
              </a:defRPr>
            </a:lvl1pPr>
          </a:lstStyle>
          <a:p>
            <a:pPr lvl="0"/>
            <a:r>
              <a:rPr lang="sv-SE"/>
              <a:t>Klicka här för att ändra format på underrubrik</a:t>
            </a:r>
          </a:p>
        </p:txBody>
      </p:sp>
      <p:sp>
        <p:nvSpPr>
          <p:cNvPr id="14"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E450BEEE-E5C0-4ABB-8159-CDF002D84F99}"/>
              </a:ext>
            </a:extLst>
          </p:cNvPr>
          <p:cNvSpPr>
            <a:spLocks noGrp="1"/>
          </p:cNvSpPr>
          <p:nvPr>
            <p:ph type="body" sz="quarter" idx="20" hasCustomPrompt="1"/>
          </p:nvPr>
        </p:nvSpPr>
        <p:spPr>
          <a:xfrm>
            <a:off x="8642351" y="110533"/>
            <a:ext cx="2927847" cy="197446"/>
          </a:xfrm>
          <a:prstGeom prst="rect">
            <a:avLst/>
          </a:prstGeo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570754195"/>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En spalt">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699" y="1417636"/>
            <a:ext cx="10935499"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7" name="Platshållare för text 4"/>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Tree>
    <p:extLst>
      <p:ext uri="{BB962C8B-B14F-4D97-AF65-F5344CB8AC3E}">
        <p14:creationId xmlns:p14="http://schemas.microsoft.com/office/powerpoint/2010/main" val="148655601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En spalt med textruta">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700" y="1417636"/>
            <a:ext cx="10933413" cy="3198814"/>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CD7A26F7-73FA-4F1B-8558-BB90DBA900BD}"/>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
        <p:nvSpPr>
          <p:cNvPr id="14" name="Platshållare för text 21">
            <a:extLst>
              <a:ext uri="{FF2B5EF4-FFF2-40B4-BE49-F238E27FC236}">
                <a16:creationId xmlns:a16="http://schemas.microsoft.com/office/drawing/2014/main" id="{E966FEE3-65D1-4C96-A009-3F331D960FE6}"/>
              </a:ext>
            </a:extLst>
          </p:cNvPr>
          <p:cNvSpPr>
            <a:spLocks noGrp="1"/>
          </p:cNvSpPr>
          <p:nvPr>
            <p:ph type="body" sz="quarter" idx="16"/>
          </p:nvPr>
        </p:nvSpPr>
        <p:spPr>
          <a:xfrm>
            <a:off x="625474" y="4696835"/>
            <a:ext cx="10942639"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Tree>
    <p:extLst>
      <p:ext uri="{BB962C8B-B14F-4D97-AF65-F5344CB8AC3E}">
        <p14:creationId xmlns:p14="http://schemas.microsoft.com/office/powerpoint/2010/main" val="468327091"/>
      </p:ext>
    </p:extLst>
  </p:cSld>
  <p:clrMapOvr>
    <a:masterClrMapping/>
  </p:clrMapOvr>
  <p:extLst>
    <p:ext uri="{DCECCB84-F9BA-43D5-87BE-67443E8EF086}">
      <p15:sldGuideLst xmlns:p15="http://schemas.microsoft.com/office/powerpoint/2012/main">
        <p15:guide id="1" orient="horz" pos="2908">
          <p15:clr>
            <a:srgbClr val="FBAE40"/>
          </p15:clr>
        </p15:guide>
        <p15:guide id="2" orient="horz" pos="2954">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En spalt m. sköld">
    <p:spTree>
      <p:nvGrpSpPr>
        <p:cNvPr id="1" name=""/>
        <p:cNvGrpSpPr/>
        <p:nvPr/>
      </p:nvGrpSpPr>
      <p:grpSpPr>
        <a:xfrm>
          <a:off x="0" y="0"/>
          <a:ext cx="0" cy="0"/>
          <a:chOff x="0" y="0"/>
          <a:chExt cx="0" cy="0"/>
        </a:xfrm>
      </p:grpSpPr>
      <p:sp>
        <p:nvSpPr>
          <p:cNvPr id="3" name="Platshållare för innehåll 2"/>
          <p:cNvSpPr>
            <a:spLocks noGrp="1"/>
          </p:cNvSpPr>
          <p:nvPr>
            <p:ph idx="1"/>
          </p:nvPr>
        </p:nvSpPr>
        <p:spPr>
          <a:xfrm>
            <a:off x="634701" y="1417636"/>
            <a:ext cx="6759875"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Rubrik 6"/>
          <p:cNvSpPr>
            <a:spLocks noGrp="1"/>
          </p:cNvSpPr>
          <p:nvPr>
            <p:ph type="title"/>
          </p:nvPr>
        </p:nvSpPr>
        <p:spPr/>
        <p:txBody>
          <a:bodyPr/>
          <a:lstStyle/>
          <a:p>
            <a:r>
              <a:rPr lang="sv-SE"/>
              <a:t>Klicka här för att ändra format</a:t>
            </a:r>
          </a:p>
        </p:txBody>
      </p:sp>
      <p:sp>
        <p:nvSpPr>
          <p:cNvPr id="8" name="Platshållare för text 12"/>
          <p:cNvSpPr>
            <a:spLocks noGrp="1"/>
          </p:cNvSpPr>
          <p:nvPr>
            <p:ph type="body" sz="quarter" idx="18" hasCustomPrompt="1"/>
          </p:nvPr>
        </p:nvSpPr>
        <p:spPr>
          <a:xfrm>
            <a:off x="7782878" y="1755701"/>
            <a:ext cx="3750311" cy="3670451"/>
          </a:xfrm>
          <a:custGeom>
            <a:avLst/>
            <a:gdLst>
              <a:gd name="connsiteX0" fmla="*/ 1996394 w 3999812"/>
              <a:gd name="connsiteY0" fmla="*/ 0 h 3914640"/>
              <a:gd name="connsiteX1" fmla="*/ 2067694 w 3999812"/>
              <a:gd name="connsiteY1" fmla="*/ 0 h 3914640"/>
              <a:gd name="connsiteX2" fmla="*/ 3998988 w 3999812"/>
              <a:gd name="connsiteY2" fmla="*/ 3894657 h 3914640"/>
              <a:gd name="connsiteX3" fmla="*/ 3989688 w 3999812"/>
              <a:gd name="connsiteY3" fmla="*/ 3913262 h 3914640"/>
              <a:gd name="connsiteX4" fmla="*/ 1996394 w 3999812"/>
              <a:gd name="connsiteY4" fmla="*/ 3913262 h 3914640"/>
              <a:gd name="connsiteX5" fmla="*/ 601398 w 3999812"/>
              <a:gd name="connsiteY5" fmla="*/ 3364413 h 3914640"/>
              <a:gd name="connsiteX6" fmla="*/ 0 w 3999812"/>
              <a:gd name="connsiteY6" fmla="*/ 1956631 h 3914640"/>
              <a:gd name="connsiteX7" fmla="*/ 601398 w 3999812"/>
              <a:gd name="connsiteY7" fmla="*/ 551950 h 3914640"/>
              <a:gd name="connsiteX8" fmla="*/ 1996394 w 3999812"/>
              <a:gd name="connsiteY8" fmla="*/ 0 h 391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99812" h="3914640">
                <a:moveTo>
                  <a:pt x="1996394" y="0"/>
                </a:moveTo>
                <a:cubicBezTo>
                  <a:pt x="1996394" y="0"/>
                  <a:pt x="2021194" y="0"/>
                  <a:pt x="2067694" y="0"/>
                </a:cubicBezTo>
                <a:cubicBezTo>
                  <a:pt x="2067694" y="0"/>
                  <a:pt x="3995888" y="3891556"/>
                  <a:pt x="3998988" y="3894657"/>
                </a:cubicBezTo>
                <a:cubicBezTo>
                  <a:pt x="4002088" y="3903960"/>
                  <a:pt x="3995888" y="3913262"/>
                  <a:pt x="3989688" y="3913262"/>
                </a:cubicBezTo>
                <a:cubicBezTo>
                  <a:pt x="3989688" y="3913262"/>
                  <a:pt x="1999494" y="3916363"/>
                  <a:pt x="1996394" y="3913262"/>
                </a:cubicBezTo>
                <a:cubicBezTo>
                  <a:pt x="1345396" y="3894657"/>
                  <a:pt x="951697" y="3693103"/>
                  <a:pt x="601398" y="3364413"/>
                </a:cubicBezTo>
                <a:cubicBezTo>
                  <a:pt x="229399" y="3014018"/>
                  <a:pt x="0" y="2520984"/>
                  <a:pt x="0" y="1956631"/>
                </a:cubicBezTo>
                <a:cubicBezTo>
                  <a:pt x="0" y="1392278"/>
                  <a:pt x="229399" y="899244"/>
                  <a:pt x="601398" y="551950"/>
                </a:cubicBezTo>
                <a:cubicBezTo>
                  <a:pt x="951697" y="223261"/>
                  <a:pt x="1345396" y="21706"/>
                  <a:pt x="1996394" y="0"/>
                </a:cubicBezTo>
                <a:close/>
              </a:path>
            </a:pathLst>
          </a:custGeom>
          <a:solidFill>
            <a:schemeClr val="tx2"/>
          </a:solidFill>
        </p:spPr>
        <p:txBody>
          <a:bodyPr wrap="square" lIns="396000" tIns="0" rIns="1332000" bIns="0" anchor="ctr" anchorCtr="0">
            <a:noAutofit/>
          </a:bodyPr>
          <a:lstStyle>
            <a:lvl1pPr marL="0" indent="0" algn="l">
              <a:buFontTx/>
              <a:buNone/>
              <a:defRPr sz="2600" b="1">
                <a:solidFill>
                  <a:schemeClr val="bg1"/>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Textruta</a:t>
            </a:r>
          </a:p>
        </p:txBody>
      </p:sp>
      <p:sp>
        <p:nvSpPr>
          <p:cNvPr id="9" name="Platshållare för bildnummer 8"/>
          <p:cNvSpPr>
            <a:spLocks noGrp="1"/>
          </p:cNvSpPr>
          <p:nvPr>
            <p:ph type="sldNum" sz="quarter" idx="19"/>
          </p:nvPr>
        </p:nvSpPr>
        <p:spPr/>
        <p:txBody>
          <a:bodyPr/>
          <a:lstStyle/>
          <a:p>
            <a:fld id="{37D9A64F-750D-4E7D-A276-9A7D3F74441C}" type="slidenum">
              <a:rPr lang="sv-SE" smtClean="0"/>
              <a:pPr/>
              <a:t>‹#›</a:t>
            </a:fld>
            <a:endParaRPr lang="sv-SE"/>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356AD836-69C5-46E0-8902-338048AB794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756505653"/>
      </p:ext>
    </p:extLst>
  </p:cSld>
  <p:clrMapOvr>
    <a:masterClrMapping/>
  </p:clrMapOvr>
  <p:extLst>
    <p:ext uri="{DCECCB84-F9BA-43D5-87BE-67443E8EF086}">
      <p15:sldGuideLst xmlns:p15="http://schemas.microsoft.com/office/powerpoint/2012/main">
        <p15:guide id="1" pos="4669">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vå spalt m. bild">
    <p:spTree>
      <p:nvGrpSpPr>
        <p:cNvPr id="1" name=""/>
        <p:cNvGrpSpPr/>
        <p:nvPr/>
      </p:nvGrpSpPr>
      <p:grpSpPr>
        <a:xfrm>
          <a:off x="0" y="0"/>
          <a:ext cx="0" cy="0"/>
          <a:chOff x="0" y="0"/>
          <a:chExt cx="0" cy="0"/>
        </a:xfrm>
      </p:grpSpPr>
      <p:sp>
        <p:nvSpPr>
          <p:cNvPr id="10" name="Platshållare för bild 7"/>
          <p:cNvSpPr>
            <a:spLocks noGrp="1"/>
          </p:cNvSpPr>
          <p:nvPr>
            <p:ph type="pic" sz="quarter" idx="15"/>
          </p:nvPr>
        </p:nvSpPr>
        <p:spPr>
          <a:xfrm>
            <a:off x="5386089" y="1412876"/>
            <a:ext cx="6184108" cy="4356100"/>
          </a:xfrm>
          <a:prstGeom prst="rect">
            <a:avLst/>
          </a:prstGeom>
        </p:spPr>
        <p:txBody>
          <a:bodyPr/>
          <a:lstStyle/>
          <a:p>
            <a:endParaRPr lang="sv-SE"/>
          </a:p>
        </p:txBody>
      </p:sp>
      <p:sp>
        <p:nvSpPr>
          <p:cNvPr id="3" name="Platshållare för innehåll 2"/>
          <p:cNvSpPr>
            <a:spLocks noGrp="1"/>
          </p:cNvSpPr>
          <p:nvPr>
            <p:ph idx="1"/>
          </p:nvPr>
        </p:nvSpPr>
        <p:spPr>
          <a:xfrm>
            <a:off x="634701" y="1417635"/>
            <a:ext cx="4514545" cy="4357689"/>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41D6F8E9-1ADC-4889-A1B3-33C491475D8A}"/>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440182166"/>
      </p:ext>
    </p:extLst>
  </p:cSld>
  <p:clrMapOvr>
    <a:masterClrMapping/>
  </p:clrMapOvr>
  <p:extLst>
    <p:ext uri="{DCECCB84-F9BA-43D5-87BE-67443E8EF086}">
      <p15:sldGuideLst xmlns:p15="http://schemas.microsoft.com/office/powerpoint/2012/main">
        <p15:guide id="1" pos="3386">
          <p15:clr>
            <a:srgbClr val="FBAE40"/>
          </p15:clr>
        </p15:guide>
        <p15:guide id="2" pos="325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190037"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8" name="Platshållare för text 4">
            <a:extLst>
              <a:ext uri="{FF2B5EF4-FFF2-40B4-BE49-F238E27FC236}">
                <a16:creationId xmlns:a16="http://schemas.microsoft.com/office/drawing/2014/main" id="{868ECF1D-88C1-47F2-A66A-ED1AC2EB0FB0}"/>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438518960"/>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4" orient="horz" pos="2205">
          <p15:clr>
            <a:srgbClr val="FBAE40"/>
          </p15:clr>
        </p15:guide>
        <p15:guide id="5" orient="horz" pos="231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vå spalt + textruto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7"/>
            <a:ext cx="5383115" cy="32035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190037" y="1412877"/>
            <a:ext cx="5383115" cy="32035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21"/>
          <p:cNvSpPr>
            <a:spLocks noGrp="1"/>
          </p:cNvSpPr>
          <p:nvPr>
            <p:ph type="body" sz="quarter" idx="16"/>
          </p:nvPr>
        </p:nvSpPr>
        <p:spPr>
          <a:xfrm>
            <a:off x="625476" y="4696835"/>
            <a:ext cx="5384801"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4" name="Platshållare för text 21"/>
          <p:cNvSpPr>
            <a:spLocks noGrp="1"/>
          </p:cNvSpPr>
          <p:nvPr>
            <p:ph type="body" sz="quarter" idx="17"/>
          </p:nvPr>
        </p:nvSpPr>
        <p:spPr>
          <a:xfrm>
            <a:off x="6183313" y="4696835"/>
            <a:ext cx="5384801" cy="107214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2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0" name="Platshållare för text 4">
            <a:extLst>
              <a:ext uri="{FF2B5EF4-FFF2-40B4-BE49-F238E27FC236}">
                <a16:creationId xmlns:a16="http://schemas.microsoft.com/office/drawing/2014/main" id="{7501D57F-6166-49B1-8C9D-289FB5A1650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4100181308"/>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908">
          <p15:clr>
            <a:srgbClr val="FBAE40"/>
          </p15:clr>
        </p15:guide>
        <p15:guide id="4" orient="horz" pos="2954">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vådelar, en spal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4" y="1412877"/>
            <a:ext cx="10944723" cy="2087563"/>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5"/>
          </p:nvPr>
        </p:nvSpPr>
        <p:spPr>
          <a:xfrm>
            <a:off x="625476" y="3675063"/>
            <a:ext cx="10947677" cy="2093912"/>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0"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3B049746-1A3D-48BE-8A45-B03BEEBF9FE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671976375"/>
      </p:ext>
    </p:extLst>
  </p:cSld>
  <p:clrMapOvr>
    <a:masterClrMapping/>
  </p:clrMapOvr>
  <p:extLst>
    <p:ext uri="{DCECCB84-F9BA-43D5-87BE-67443E8EF086}">
      <p15:sldGuideLst xmlns:p15="http://schemas.microsoft.com/office/powerpoint/2012/main">
        <p15:guide id="1" orient="horz" pos="2205">
          <p15:clr>
            <a:srgbClr val="FBAE40"/>
          </p15:clr>
        </p15:guide>
        <p15:guide id="2" orient="horz" pos="231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re spalt ">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412875"/>
            <a:ext cx="3508375" cy="436245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908F913D-8C30-4FD6-940C-8C9605094CF2}"/>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564624956"/>
      </p:ext>
    </p:extLst>
  </p:cSld>
  <p:clrMapOvr>
    <a:masterClrMapping/>
  </p:clrMapOvr>
  <p:extLst>
    <p:ext uri="{DCECCB84-F9BA-43D5-87BE-67443E8EF086}">
      <p15:sldGuideLst xmlns:p15="http://schemas.microsoft.com/office/powerpoint/2012/main">
        <p15:guide id="0" pos="2729">
          <p15:clr>
            <a:srgbClr val="FBAE40"/>
          </p15:clr>
        </p15:guide>
        <p15:guide id="1" pos="5069">
          <p15:clr>
            <a:srgbClr val="FBAE40"/>
          </p15:clr>
        </p15:guide>
        <p15:guide id="2" pos="2607">
          <p15:clr>
            <a:srgbClr val="FBAE40"/>
          </p15:clr>
        </p15:guide>
        <p15:guide id="3" pos="4936">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re spalt m. textrutor">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p>
            <a:fld id="{37D9A64F-750D-4E7D-A276-9A7D3F74441C}" type="slidenum">
              <a:rPr lang="sv-SE" smtClean="0"/>
              <a:pPr/>
              <a:t>‹#›</a:t>
            </a:fld>
            <a:endParaRPr lang="sv-SE"/>
          </a:p>
        </p:txBody>
      </p:sp>
      <p:sp>
        <p:nvSpPr>
          <p:cNvPr id="8" name="Rubrik 7"/>
          <p:cNvSpPr>
            <a:spLocks noGrp="1"/>
          </p:cNvSpPr>
          <p:nvPr>
            <p:ph type="title"/>
          </p:nvPr>
        </p:nvSpPr>
        <p:spPr/>
        <p:txBody>
          <a:bodyPr/>
          <a:lstStyle/>
          <a:p>
            <a:r>
              <a:rPr lang="sv-SE"/>
              <a:t>Klicka här för att ändra format</a:t>
            </a:r>
          </a:p>
        </p:txBody>
      </p:sp>
      <p:sp>
        <p:nvSpPr>
          <p:cNvPr id="11" name="Content Placeholder 2"/>
          <p:cNvSpPr>
            <a:spLocks noGrp="1"/>
          </p:cNvSpPr>
          <p:nvPr>
            <p:ph idx="14"/>
          </p:nvPr>
        </p:nvSpPr>
        <p:spPr>
          <a:xfrm>
            <a:off x="625477"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2" name="Content Placeholder 2"/>
          <p:cNvSpPr>
            <a:spLocks noGrp="1"/>
          </p:cNvSpPr>
          <p:nvPr>
            <p:ph idx="15"/>
          </p:nvPr>
        </p:nvSpPr>
        <p:spPr>
          <a:xfrm>
            <a:off x="4329785"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Content Placeholder 2"/>
          <p:cNvSpPr>
            <a:spLocks noGrp="1"/>
          </p:cNvSpPr>
          <p:nvPr>
            <p:ph idx="19"/>
          </p:nvPr>
        </p:nvSpPr>
        <p:spPr>
          <a:xfrm>
            <a:off x="8047958" y="1412877"/>
            <a:ext cx="3508375" cy="3241675"/>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4" name="Platshållare för text 21"/>
          <p:cNvSpPr>
            <a:spLocks noGrp="1"/>
          </p:cNvSpPr>
          <p:nvPr>
            <p:ph type="body" sz="quarter" idx="16"/>
          </p:nvPr>
        </p:nvSpPr>
        <p:spPr>
          <a:xfrm>
            <a:off x="625475" y="4746625"/>
            <a:ext cx="3508376"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5" name="Platshållare för text 21"/>
          <p:cNvSpPr>
            <a:spLocks noGrp="1"/>
          </p:cNvSpPr>
          <p:nvPr>
            <p:ph type="body" sz="quarter" idx="20"/>
          </p:nvPr>
        </p:nvSpPr>
        <p:spPr>
          <a:xfrm>
            <a:off x="4329783"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6" name="Platshållare för text 21"/>
          <p:cNvSpPr>
            <a:spLocks noGrp="1"/>
          </p:cNvSpPr>
          <p:nvPr>
            <p:ph type="body" sz="quarter" idx="21"/>
          </p:nvPr>
        </p:nvSpPr>
        <p:spPr>
          <a:xfrm>
            <a:off x="8054890" y="4746625"/>
            <a:ext cx="3515308" cy="1022350"/>
          </a:xfrm>
          <a:prstGeom prst="rect">
            <a:avLst/>
          </a:prstGeom>
        </p:spPr>
        <p:txBody>
          <a:bodyPr>
            <a:noAutofit/>
          </a:bodyPr>
          <a:lstStyle>
            <a:lvl1pPr>
              <a:spcBef>
                <a:spcPts val="500"/>
              </a:spcBef>
              <a:defRPr sz="1400"/>
            </a:lvl1pPr>
          </a:lstStyle>
          <a:p>
            <a:pPr lvl="0"/>
            <a:r>
              <a:rPr lang="sv-SE"/>
              <a:t>Klicka här för att ändra format på bakgrundstexten</a:t>
            </a:r>
          </a:p>
        </p:txBody>
      </p:sp>
      <p:sp>
        <p:nvSpPr>
          <p:cNvPr id="19"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7" name="Platshållare för text 4">
            <a:extLst>
              <a:ext uri="{FF2B5EF4-FFF2-40B4-BE49-F238E27FC236}">
                <a16:creationId xmlns:a16="http://schemas.microsoft.com/office/drawing/2014/main" id="{00F97641-C55A-47F0-9404-55A6C673F08D}"/>
              </a:ext>
            </a:extLst>
          </p:cNvPr>
          <p:cNvSpPr>
            <a:spLocks noGrp="1"/>
          </p:cNvSpPr>
          <p:nvPr>
            <p:ph type="body" sz="quarter" idx="22"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3069297507"/>
      </p:ext>
    </p:extLst>
  </p:cSld>
  <p:clrMapOvr>
    <a:masterClrMapping/>
  </p:clrMapOvr>
  <p:extLst>
    <p:ext uri="{DCECCB84-F9BA-43D5-87BE-67443E8EF086}">
      <p15:sldGuideLst xmlns:p15="http://schemas.microsoft.com/office/powerpoint/2012/main">
        <p15:guide id="1" pos="5069">
          <p15:clr>
            <a:srgbClr val="FBAE40"/>
          </p15:clr>
        </p15:guide>
        <p15:guide id="2" pos="2729">
          <p15:clr>
            <a:srgbClr val="FBAE40"/>
          </p15:clr>
        </p15:guide>
        <p15:guide id="3" pos="2607">
          <p15:clr>
            <a:srgbClr val="FBAE40"/>
          </p15:clr>
        </p15:guide>
        <p15:guide id="4" pos="4936">
          <p15:clr>
            <a:srgbClr val="FBAE40"/>
          </p15:clr>
        </p15:guide>
        <p15:guide id="5" orient="horz" pos="2160">
          <p15:clr>
            <a:srgbClr val="FBAE40"/>
          </p15:clr>
        </p15:guide>
        <p15:guide id="6" orient="horz" pos="2931">
          <p15:clr>
            <a:srgbClr val="FBAE40"/>
          </p15:clr>
        </p15:guide>
        <p15:guide id="7" orient="horz" pos="2989">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re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4" name="Content Placeholder 2"/>
          <p:cNvSpPr>
            <a:spLocks noGrp="1"/>
          </p:cNvSpPr>
          <p:nvPr>
            <p:ph idx="14"/>
          </p:nvPr>
        </p:nvSpPr>
        <p:spPr>
          <a:xfrm>
            <a:off x="625476" y="1412875"/>
            <a:ext cx="5383115" cy="4356100"/>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5" name="Content Placeholder 2"/>
          <p:cNvSpPr>
            <a:spLocks noGrp="1"/>
          </p:cNvSpPr>
          <p:nvPr>
            <p:ph idx="15"/>
          </p:nvPr>
        </p:nvSpPr>
        <p:spPr>
          <a:xfrm>
            <a:off x="6189566"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1"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4A60146F-ED2D-421A-9D17-CEC5BF0FA709}"/>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070832846"/>
      </p:ext>
    </p:extLst>
  </p:cSld>
  <p:clrMapOvr>
    <a:masterClrMapping/>
  </p:clrMapOvr>
  <p:extLst>
    <p:ext uri="{DCECCB84-F9BA-43D5-87BE-67443E8EF086}">
      <p15:sldGuideLst xmlns:p15="http://schemas.microsoft.com/office/powerpoint/2012/main">
        <p15:guide id="1" pos="3897">
          <p15:clr>
            <a:srgbClr val="FBAE40"/>
          </p15:clr>
        </p15:guide>
        <p15:guide id="2" pos="3787">
          <p15:clr>
            <a:srgbClr val="FBAE40"/>
          </p15:clr>
        </p15:guide>
        <p15:guide id="3" orient="horz" pos="2205">
          <p15:clr>
            <a:srgbClr val="FBAE40"/>
          </p15:clr>
        </p15:guide>
        <p15:guide id="4" orient="horz" pos="231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yra delar, två spalt ">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bildnummer 2"/>
          <p:cNvSpPr>
            <a:spLocks noGrp="1"/>
          </p:cNvSpPr>
          <p:nvPr>
            <p:ph type="sldNum" sz="quarter" idx="10"/>
          </p:nvPr>
        </p:nvSpPr>
        <p:spPr/>
        <p:txBody>
          <a:bodyPr/>
          <a:lstStyle/>
          <a:p>
            <a:fld id="{37D9A64F-750D-4E7D-A276-9A7D3F74441C}" type="slidenum">
              <a:rPr lang="sv-SE" smtClean="0"/>
              <a:pPr/>
              <a:t>‹#›</a:t>
            </a:fld>
            <a:endParaRPr lang="sv-SE"/>
          </a:p>
        </p:txBody>
      </p:sp>
      <p:sp>
        <p:nvSpPr>
          <p:cNvPr id="5" name="Content Placeholder 2"/>
          <p:cNvSpPr>
            <a:spLocks noGrp="1"/>
          </p:cNvSpPr>
          <p:nvPr>
            <p:ph idx="15"/>
          </p:nvPr>
        </p:nvSpPr>
        <p:spPr>
          <a:xfrm>
            <a:off x="6189566"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6" name="Content Placeholder 2"/>
          <p:cNvSpPr>
            <a:spLocks noGrp="1"/>
          </p:cNvSpPr>
          <p:nvPr>
            <p:ph idx="16"/>
          </p:nvPr>
        </p:nvSpPr>
        <p:spPr>
          <a:xfrm>
            <a:off x="6189566"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9" name="Content Placeholder 2"/>
          <p:cNvSpPr>
            <a:spLocks noGrp="1"/>
          </p:cNvSpPr>
          <p:nvPr>
            <p:ph idx="17"/>
          </p:nvPr>
        </p:nvSpPr>
        <p:spPr>
          <a:xfrm>
            <a:off x="625475" y="1412877"/>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0" name="Content Placeholder 2"/>
          <p:cNvSpPr>
            <a:spLocks noGrp="1"/>
          </p:cNvSpPr>
          <p:nvPr>
            <p:ph idx="18"/>
          </p:nvPr>
        </p:nvSpPr>
        <p:spPr>
          <a:xfrm>
            <a:off x="625475" y="3678238"/>
            <a:ext cx="5378548" cy="2090739"/>
          </a:xfrm>
          <a:prstGeom prst="rect">
            <a:avLst/>
          </a:prstGeom>
        </p:spPr>
        <p:txBody>
          <a:bodyPr lIns="0" rIns="0"/>
          <a:lstStyle/>
          <a:p>
            <a:pPr lvl="0"/>
            <a:r>
              <a:rPr lang="sv-SE"/>
              <a:t>Klicka här för att ändra format på bakgrundstexten</a:t>
            </a:r>
          </a:p>
          <a:p>
            <a:pPr lvl="1"/>
            <a:r>
              <a:rPr lang="sv-SE"/>
              <a:t>Nivå två</a:t>
            </a:r>
          </a:p>
          <a:p>
            <a:pPr lvl="2"/>
            <a:r>
              <a:rPr lang="sv-SE"/>
              <a:t>Nivå tre</a:t>
            </a:r>
          </a:p>
        </p:txBody>
      </p:sp>
      <p:sp>
        <p:nvSpPr>
          <p:cNvPr id="13"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11" name="Platshållare för text 4">
            <a:extLst>
              <a:ext uri="{FF2B5EF4-FFF2-40B4-BE49-F238E27FC236}">
                <a16:creationId xmlns:a16="http://schemas.microsoft.com/office/drawing/2014/main" id="{64BE5081-A136-4060-A061-A4BDA8A6C68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760693925"/>
      </p:ext>
    </p:extLst>
  </p:cSld>
  <p:clrMapOvr>
    <a:masterClrMapping/>
  </p:clrMapOvr>
  <p:extLst>
    <p:ext uri="{DCECCB84-F9BA-43D5-87BE-67443E8EF086}">
      <p15:sldGuideLst xmlns:p15="http://schemas.microsoft.com/office/powerpoint/2012/main">
        <p15:guide id="0" orient="horz" pos="2205">
          <p15:clr>
            <a:srgbClr val="FBAE40"/>
          </p15:clr>
        </p15:guide>
        <p15:guide id="1" pos="3897">
          <p15:clr>
            <a:srgbClr val="FBAE40"/>
          </p15:clr>
        </p15:guide>
        <p15:guide id="2" pos="3787">
          <p15:clr>
            <a:srgbClr val="FBAE40"/>
          </p15:clr>
        </p15:guide>
        <p15:guide id="3" orient="horz" pos="231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6" name="Platshållare för bildnummer 5"/>
          <p:cNvSpPr>
            <a:spLocks noGrp="1"/>
          </p:cNvSpPr>
          <p:nvPr>
            <p:ph type="sldNum" sz="quarter" idx="10"/>
          </p:nvPr>
        </p:nvSpPr>
        <p:spPr/>
        <p:txBody>
          <a:bodyPr/>
          <a:lstStyle/>
          <a:p>
            <a:fld id="{37D9A64F-750D-4E7D-A276-9A7D3F74441C}" type="slidenum">
              <a:rPr lang="sv-SE" smtClean="0"/>
              <a:pPr/>
              <a:t>‹#›</a:t>
            </a:fld>
            <a:endParaRPr lang="sv-SE"/>
          </a:p>
        </p:txBody>
      </p:sp>
      <p:sp>
        <p:nvSpPr>
          <p:cNvPr id="7" name="Rubrik 6"/>
          <p:cNvSpPr>
            <a:spLocks noGrp="1"/>
          </p:cNvSpPr>
          <p:nvPr>
            <p:ph type="title"/>
          </p:nvPr>
        </p:nvSpPr>
        <p:spPr/>
        <p:txBody>
          <a:bodyPr/>
          <a:lstStyle/>
          <a:p>
            <a:r>
              <a:rPr lang="sv-SE"/>
              <a:t>Klicka här för att ändra format</a:t>
            </a:r>
          </a:p>
        </p:txBody>
      </p:sp>
      <p:sp>
        <p:nvSpPr>
          <p:cNvPr id="8"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9" name="Platshållare för text 4">
            <a:extLst>
              <a:ext uri="{FF2B5EF4-FFF2-40B4-BE49-F238E27FC236}">
                <a16:creationId xmlns:a16="http://schemas.microsoft.com/office/drawing/2014/main" id="{5F071C4B-6932-451E-98B5-78C6D0640000}"/>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145842891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om">
    <p:spTree>
      <p:nvGrpSpPr>
        <p:cNvPr id="1" name=""/>
        <p:cNvGrpSpPr/>
        <p:nvPr/>
      </p:nvGrpSpPr>
      <p:grpSpPr>
        <a:xfrm>
          <a:off x="0" y="0"/>
          <a:ext cx="0" cy="0"/>
          <a:chOff x="0" y="0"/>
          <a:chExt cx="0" cy="0"/>
        </a:xfrm>
      </p:grpSpPr>
      <p:sp>
        <p:nvSpPr>
          <p:cNvPr id="5" name="Platshållare för bildnummer 4"/>
          <p:cNvSpPr>
            <a:spLocks noGrp="1"/>
          </p:cNvSpPr>
          <p:nvPr>
            <p:ph type="sldNum" sz="quarter" idx="10"/>
          </p:nvPr>
        </p:nvSpPr>
        <p:spPr/>
        <p:txBody>
          <a:bodyPr/>
          <a:lstStyle/>
          <a:p>
            <a:fld id="{37D9A64F-750D-4E7D-A276-9A7D3F74441C}" type="slidenum">
              <a:rPr lang="sv-SE" smtClean="0"/>
              <a:pPr/>
              <a:t>‹#›</a:t>
            </a:fld>
            <a:endParaRPr lang="sv-SE"/>
          </a:p>
        </p:txBody>
      </p:sp>
      <p:sp>
        <p:nvSpPr>
          <p:cNvPr id="6" name="Platshållare för text 14"/>
          <p:cNvSpPr>
            <a:spLocks noGrp="1"/>
          </p:cNvSpPr>
          <p:nvPr>
            <p:ph type="body" sz="quarter" idx="12" hasCustomPrompt="1"/>
          </p:nvPr>
        </p:nvSpPr>
        <p:spPr>
          <a:xfrm>
            <a:off x="625475" y="5856290"/>
            <a:ext cx="6295091" cy="231775"/>
          </a:xfrm>
          <a:prstGeom prst="rect">
            <a:avLst/>
          </a:prstGeom>
        </p:spPr>
        <p:txBody>
          <a:bodyPr>
            <a:noAutofit/>
          </a:bodyPr>
          <a:lstStyle>
            <a:lvl1pPr marL="0" indent="0">
              <a:buFontTx/>
              <a:buNone/>
              <a:defRPr sz="800"/>
            </a:lvl1pPr>
            <a:lvl2pPr>
              <a:defRPr sz="800"/>
            </a:lvl2pPr>
            <a:lvl3pPr>
              <a:defRPr sz="800"/>
            </a:lvl3pPr>
            <a:lvl4pPr>
              <a:defRPr sz="800"/>
            </a:lvl4pPr>
            <a:lvl5pPr>
              <a:defRPr sz="800"/>
            </a:lvl5pPr>
          </a:lstStyle>
          <a:p>
            <a:pPr lvl="0"/>
            <a:r>
              <a:rPr lang="sv-SE"/>
              <a:t>Klicka här för att ändra format på källhänvisning</a:t>
            </a:r>
          </a:p>
        </p:txBody>
      </p:sp>
      <p:sp>
        <p:nvSpPr>
          <p:cNvPr id="7" name="Platshållare för text 4">
            <a:extLst>
              <a:ext uri="{FF2B5EF4-FFF2-40B4-BE49-F238E27FC236}">
                <a16:creationId xmlns:a16="http://schemas.microsoft.com/office/drawing/2014/main" id="{D103AE15-0120-4550-9C66-FA194EC78E01}"/>
              </a:ext>
            </a:extLst>
          </p:cNvPr>
          <p:cNvSpPr>
            <a:spLocks noGrp="1"/>
          </p:cNvSpPr>
          <p:nvPr>
            <p:ph type="body" sz="quarter" idx="20" hasCustomPrompt="1"/>
          </p:nvPr>
        </p:nvSpPr>
        <p:spPr>
          <a:xfrm>
            <a:off x="8642351" y="110533"/>
            <a:ext cx="2927847" cy="197446"/>
          </a:xfrm>
        </p:spPr>
        <p:txBody>
          <a:bodyPr anchor="ctr">
            <a:noAutofit/>
          </a:bodyPr>
          <a:lstStyle>
            <a:lvl1pPr marL="0" indent="0" algn="r">
              <a:buFontTx/>
              <a:buNone/>
              <a:defRPr sz="900" baseline="0">
                <a:solidFill>
                  <a:schemeClr val="bg1">
                    <a:lumMod val="75000"/>
                  </a:schemeClr>
                </a:solidFill>
              </a:defRPr>
            </a:lvl1pPr>
            <a:lvl2pPr marL="269868" indent="0">
              <a:buFontTx/>
              <a:buNone/>
              <a:defRPr/>
            </a:lvl2pPr>
            <a:lvl3pPr marL="452426" indent="0">
              <a:buFontTx/>
              <a:buNone/>
              <a:defRPr/>
            </a:lvl3pPr>
            <a:lvl4pPr marL="452426" indent="0">
              <a:buFontTx/>
              <a:buNone/>
              <a:defRPr/>
            </a:lvl4pPr>
            <a:lvl5pPr marL="452426" indent="0">
              <a:buFontTx/>
              <a:buNone/>
              <a:defRPr/>
            </a:lvl5pPr>
          </a:lstStyle>
          <a:p>
            <a:pPr lvl="0"/>
            <a:r>
              <a:rPr lang="sv-SE"/>
              <a:t>Klicka här för att ändra </a:t>
            </a:r>
            <a:r>
              <a:rPr lang="sv-SE" err="1"/>
              <a:t>tracker</a:t>
            </a:r>
            <a:endParaRPr lang="sv-SE"/>
          </a:p>
        </p:txBody>
      </p:sp>
    </p:spTree>
    <p:extLst>
      <p:ext uri="{BB962C8B-B14F-4D97-AF65-F5344CB8AC3E}">
        <p14:creationId xmlns:p14="http://schemas.microsoft.com/office/powerpoint/2010/main" val="280084560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Kapitel/Avsnitt">
    <p:bg>
      <p:bgPr>
        <a:solidFill>
          <a:schemeClr val="tx2"/>
        </a:solidFill>
        <a:effectLst/>
      </p:bgPr>
    </p:bg>
    <p:spTree>
      <p:nvGrpSpPr>
        <p:cNvPr id="1" name=""/>
        <p:cNvGrpSpPr/>
        <p:nvPr/>
      </p:nvGrpSpPr>
      <p:grpSpPr>
        <a:xfrm>
          <a:off x="0" y="0"/>
          <a:ext cx="0" cy="0"/>
          <a:chOff x="0" y="0"/>
          <a:chExt cx="0" cy="0"/>
        </a:xfrm>
      </p:grpSpPr>
      <p:sp>
        <p:nvSpPr>
          <p:cNvPr id="6" name="Rubrik 33">
            <a:extLst>
              <a:ext uri="{FF2B5EF4-FFF2-40B4-BE49-F238E27FC236}">
                <a16:creationId xmlns:a16="http://schemas.microsoft.com/office/drawing/2014/main" id="{0586E45B-C946-40EB-BCF3-52B22A6A4874}"/>
              </a:ext>
            </a:extLst>
          </p:cNvPr>
          <p:cNvSpPr>
            <a:spLocks noGrp="1"/>
          </p:cNvSpPr>
          <p:nvPr>
            <p:ph type="title"/>
          </p:nvPr>
        </p:nvSpPr>
        <p:spPr>
          <a:xfrm>
            <a:off x="2743200" y="1944694"/>
            <a:ext cx="6705602" cy="1387915"/>
          </a:xfrm>
        </p:spPr>
        <p:txBody>
          <a:bodyPr anchor="b">
            <a:normAutofit/>
          </a:bodyPr>
          <a:lstStyle>
            <a:lvl1pPr algn="ctr">
              <a:defRPr sz="4400">
                <a:solidFill>
                  <a:schemeClr val="bg1"/>
                </a:solidFill>
              </a:defRPr>
            </a:lvl1pPr>
          </a:lstStyle>
          <a:p>
            <a:r>
              <a:rPr lang="sv-SE"/>
              <a:t>Klicka här för att ändra mall för rubrikformat</a:t>
            </a:r>
          </a:p>
        </p:txBody>
      </p:sp>
      <p:sp>
        <p:nvSpPr>
          <p:cNvPr id="7" name="Platshållare för text 11">
            <a:extLst>
              <a:ext uri="{FF2B5EF4-FFF2-40B4-BE49-F238E27FC236}">
                <a16:creationId xmlns:a16="http://schemas.microsoft.com/office/drawing/2014/main" id="{6B1B7308-15CE-4CC0-B48F-31AE93943FC0}"/>
              </a:ext>
            </a:extLst>
          </p:cNvPr>
          <p:cNvSpPr>
            <a:spLocks noGrp="1"/>
          </p:cNvSpPr>
          <p:nvPr>
            <p:ph type="body" sz="quarter" idx="10"/>
          </p:nvPr>
        </p:nvSpPr>
        <p:spPr>
          <a:xfrm>
            <a:off x="2743201" y="3553213"/>
            <a:ext cx="6705602" cy="1014412"/>
          </a:xfrm>
        </p:spPr>
        <p:txBody>
          <a:bodyPr>
            <a:normAutofit/>
          </a:bodyPr>
          <a:lstStyle>
            <a:lvl1pPr marL="0" indent="0" algn="ctr">
              <a:buNone/>
              <a:defRPr sz="2000" b="0">
                <a:solidFill>
                  <a:schemeClr val="bg1"/>
                </a:solidFill>
              </a:defRPr>
            </a:lvl1pPr>
            <a:lvl2pPr marL="246062" indent="0">
              <a:buNone/>
              <a:defRPr/>
            </a:lvl2pPr>
          </a:lstStyle>
          <a:p>
            <a:pPr lvl="0"/>
            <a:r>
              <a:rPr lang="sv-SE"/>
              <a:t>Klicka här för att ändra format på bakgrundstexten</a:t>
            </a:r>
          </a:p>
        </p:txBody>
      </p:sp>
      <p:grpSp>
        <p:nvGrpSpPr>
          <p:cNvPr id="11" name="Grupp 10">
            <a:extLst>
              <a:ext uri="{FF2B5EF4-FFF2-40B4-BE49-F238E27FC236}">
                <a16:creationId xmlns:a16="http://schemas.microsoft.com/office/drawing/2014/main" id="{877AC21F-2F39-4EF6-A8C9-C56625D3740F}"/>
              </a:ext>
            </a:extLst>
          </p:cNvPr>
          <p:cNvGrpSpPr/>
          <p:nvPr userDrawn="1"/>
        </p:nvGrpSpPr>
        <p:grpSpPr>
          <a:xfrm>
            <a:off x="5228261" y="5806629"/>
            <a:ext cx="1735478" cy="326438"/>
            <a:chOff x="9835686" y="6074987"/>
            <a:chExt cx="1735478" cy="326438"/>
          </a:xfrm>
        </p:grpSpPr>
        <p:sp>
          <p:nvSpPr>
            <p:cNvPr id="12" name="Frihandsfigur: Form 11">
              <a:extLst>
                <a:ext uri="{FF2B5EF4-FFF2-40B4-BE49-F238E27FC236}">
                  <a16:creationId xmlns:a16="http://schemas.microsoft.com/office/drawing/2014/main" id="{BE14921D-E172-41AE-BD94-1DC8A45CEF5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chemeClr val="bg1"/>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494C50ED-ADD2-4CD8-8CCB-65C257B3645B}"/>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chemeClr val="bg1"/>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47614A15-91E7-406A-8BD9-3D2F675D16E2}"/>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chemeClr val="bg1"/>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9DC837DE-9E9A-414A-AD02-B2849A652CFD}"/>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chemeClr val="bg1"/>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26767D1A-17AF-4EB9-8552-ED540E5C9B74}"/>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chemeClr val="bg1"/>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E469D9F4-09CC-47EF-82C4-BA0677FE23C0}"/>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chemeClr val="bg1"/>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9EA6835E-264A-4E32-BC85-02677AAB8DBE}"/>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chemeClr val="bg1"/>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CC5624C7-9FB2-4CAC-A5DD-F7D7F902BFDD}"/>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chemeClr val="bg1"/>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03D4840A-A615-4FF7-9581-27EC743CBA3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1" name="Frihandsfigur: Form 20">
              <a:extLst>
                <a:ext uri="{FF2B5EF4-FFF2-40B4-BE49-F238E27FC236}">
                  <a16:creationId xmlns:a16="http://schemas.microsoft.com/office/drawing/2014/main" id="{0D89E812-8625-421C-A3B9-22450B67F568}"/>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255230119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9171D95-1580-497D-9073-C01DA2D94D5D}"/>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183D2769-9CCC-4E2A-ADAE-CDCAB4764D29}"/>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bildnummer 3">
            <a:extLst>
              <a:ext uri="{FF2B5EF4-FFF2-40B4-BE49-F238E27FC236}">
                <a16:creationId xmlns:a16="http://schemas.microsoft.com/office/drawing/2014/main" id="{87C96E3E-A942-4B47-8EFD-DD43E8885B55}"/>
              </a:ext>
            </a:extLst>
          </p:cNvPr>
          <p:cNvSpPr>
            <a:spLocks noGrp="1"/>
          </p:cNvSpPr>
          <p:nvPr>
            <p:ph type="sldNum" sz="quarter" idx="10"/>
          </p:nvPr>
        </p:nvSpPr>
        <p:spPr/>
        <p:txBody>
          <a:bodyPr/>
          <a:lstStyle/>
          <a:p>
            <a:fld id="{37D9A64F-750D-4E7D-A276-9A7D3F74441C}" type="slidenum">
              <a:rPr lang="sv-SE" smtClean="0"/>
              <a:pPr/>
              <a:t>‹#›</a:t>
            </a:fld>
            <a:endParaRPr lang="sv-SE"/>
          </a:p>
        </p:txBody>
      </p:sp>
    </p:spTree>
    <p:extLst>
      <p:ext uri="{BB962C8B-B14F-4D97-AF65-F5344CB8AC3E}">
        <p14:creationId xmlns:p14="http://schemas.microsoft.com/office/powerpoint/2010/main" val="56004792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Agenda">
    <p:bg>
      <p:bgPr>
        <a:solidFill>
          <a:schemeClr val="bg2"/>
        </a:solidFill>
        <a:effectLst/>
      </p:bgPr>
    </p:bg>
    <p:spTree>
      <p:nvGrpSpPr>
        <p:cNvPr id="1" name=""/>
        <p:cNvGrpSpPr/>
        <p:nvPr/>
      </p:nvGrpSpPr>
      <p:grpSpPr>
        <a:xfrm>
          <a:off x="0" y="0"/>
          <a:ext cx="0" cy="0"/>
          <a:chOff x="0" y="0"/>
          <a:chExt cx="0" cy="0"/>
        </a:xfrm>
      </p:grpSpPr>
      <p:sp>
        <p:nvSpPr>
          <p:cNvPr id="4" name="Platshållare för datum 3">
            <a:extLst>
              <a:ext uri="{FF2B5EF4-FFF2-40B4-BE49-F238E27FC236}">
                <a16:creationId xmlns:a16="http://schemas.microsoft.com/office/drawing/2014/main" id="{741EAFA1-E418-4DDF-9B58-6183C5FC1BF8}"/>
              </a:ext>
            </a:extLst>
          </p:cNvPr>
          <p:cNvSpPr>
            <a:spLocks noGrp="1"/>
          </p:cNvSpPr>
          <p:nvPr>
            <p:ph type="dt" sz="half" idx="10"/>
          </p:nvPr>
        </p:nvSpPr>
        <p:spPr>
          <a:xfrm>
            <a:off x="5508121" y="7645918"/>
            <a:ext cx="2743200" cy="187474"/>
          </a:xfrm>
          <a:prstGeom prst="rect">
            <a:avLst/>
          </a:prstGeom>
        </p:spPr>
        <p:txBody>
          <a:bodyPr vert="horz" lIns="0" tIns="45720" rIns="0" bIns="45720" rtlCol="0" anchor="ctr"/>
          <a:lstStyle>
            <a:defPPr>
              <a:defRPr lang="sv-S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sv-SE"/>
          </a:p>
        </p:txBody>
      </p:sp>
      <p:sp>
        <p:nvSpPr>
          <p:cNvPr id="5" name="Platshållare för sidfot 4">
            <a:extLst>
              <a:ext uri="{FF2B5EF4-FFF2-40B4-BE49-F238E27FC236}">
                <a16:creationId xmlns:a16="http://schemas.microsoft.com/office/drawing/2014/main" id="{82671DEC-79D5-414A-AF37-59860093439D}"/>
              </a:ext>
            </a:extLst>
          </p:cNvPr>
          <p:cNvSpPr>
            <a:spLocks noGrp="1"/>
          </p:cNvSpPr>
          <p:nvPr>
            <p:ph type="ftr" sz="quarter" idx="11"/>
          </p:nvPr>
        </p:nvSpPr>
        <p:spPr>
          <a:xfrm>
            <a:off x="4136521" y="7166416"/>
            <a:ext cx="4114800" cy="187474"/>
          </a:xfrm>
          <a:prstGeom prst="rect">
            <a:avLst/>
          </a:prstGeom>
        </p:spPr>
        <p:txBody>
          <a:bodyPr vert="horz" lIns="0" tIns="45720" rIns="0" bIns="45720" rtlCol="0" anchor="ctr"/>
          <a:lstStyle>
            <a:defPPr>
              <a:defRPr lang="sv-S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sv-SE"/>
          </a:p>
        </p:txBody>
      </p:sp>
      <p:sp>
        <p:nvSpPr>
          <p:cNvPr id="6" name="Platshållare för bildnummer 5">
            <a:extLst>
              <a:ext uri="{FF2B5EF4-FFF2-40B4-BE49-F238E27FC236}">
                <a16:creationId xmlns:a16="http://schemas.microsoft.com/office/drawing/2014/main" id="{902E2EE9-3E7F-4F13-B36C-D031C9F83903}"/>
              </a:ext>
            </a:extLst>
          </p:cNvPr>
          <p:cNvSpPr>
            <a:spLocks noGrp="1"/>
          </p:cNvSpPr>
          <p:nvPr>
            <p:ph type="sldNum" sz="quarter" idx="12"/>
          </p:nvPr>
        </p:nvSpPr>
        <p:spPr/>
        <p:txBody>
          <a:bodyPr/>
          <a:lstStyle/>
          <a:p>
            <a:fld id="{72E0D4E4-9CBB-4B7E-9F27-5D32C6360418}" type="slidenum">
              <a:rPr lang="sv-SE" smtClean="0"/>
              <a:t>‹#›</a:t>
            </a:fld>
            <a:endParaRPr lang="sv-SE"/>
          </a:p>
        </p:txBody>
      </p:sp>
      <p:sp>
        <p:nvSpPr>
          <p:cNvPr id="15" name="Rubrik 14">
            <a:extLst>
              <a:ext uri="{FF2B5EF4-FFF2-40B4-BE49-F238E27FC236}">
                <a16:creationId xmlns:a16="http://schemas.microsoft.com/office/drawing/2014/main" id="{C48C5FE8-E608-4A0B-AFE0-377EA891C715}"/>
              </a:ext>
            </a:extLst>
          </p:cNvPr>
          <p:cNvSpPr>
            <a:spLocks noGrp="1"/>
          </p:cNvSpPr>
          <p:nvPr>
            <p:ph type="title"/>
          </p:nvPr>
        </p:nvSpPr>
        <p:spPr>
          <a:xfrm>
            <a:off x="623889" y="624750"/>
            <a:ext cx="6775718" cy="871567"/>
          </a:xfrm>
        </p:spPr>
        <p:txBody>
          <a:bodyPr/>
          <a:lstStyle>
            <a:lvl1pPr>
              <a:defRPr>
                <a:solidFill>
                  <a:schemeClr val="tx2"/>
                </a:solidFill>
              </a:defRPr>
            </a:lvl1pPr>
          </a:lstStyle>
          <a:p>
            <a:r>
              <a:rPr lang="en-US"/>
              <a:t>Click to edit Master title style</a:t>
            </a:r>
            <a:endParaRPr lang="sv-SE"/>
          </a:p>
        </p:txBody>
      </p:sp>
      <p:sp>
        <p:nvSpPr>
          <p:cNvPr id="23" name="Platshållare för text 6">
            <a:extLst>
              <a:ext uri="{FF2B5EF4-FFF2-40B4-BE49-F238E27FC236}">
                <a16:creationId xmlns:a16="http://schemas.microsoft.com/office/drawing/2014/main" id="{8CDF427A-3C40-43D1-AD07-374C42BF5464}"/>
              </a:ext>
            </a:extLst>
          </p:cNvPr>
          <p:cNvSpPr>
            <a:spLocks noGrp="1"/>
          </p:cNvSpPr>
          <p:nvPr>
            <p:ph type="body" sz="quarter" idx="14" hasCustomPrompt="1"/>
          </p:nvPr>
        </p:nvSpPr>
        <p:spPr>
          <a:xfrm>
            <a:off x="7530087" y="1673225"/>
            <a:ext cx="4003100" cy="3916363"/>
          </a:xfrm>
          <a:custGeom>
            <a:avLst/>
            <a:gdLst>
              <a:gd name="connsiteX0" fmla="*/ 1933354 w 4003100"/>
              <a:gd name="connsiteY0" fmla="*/ 0 h 3916363"/>
              <a:gd name="connsiteX1" fmla="*/ 2006404 w 4003100"/>
              <a:gd name="connsiteY1" fmla="*/ 0 h 3916363"/>
              <a:gd name="connsiteX2" fmla="*/ 3402468 w 4003100"/>
              <a:gd name="connsiteY2" fmla="*/ 551943 h 3916363"/>
              <a:gd name="connsiteX3" fmla="*/ 4003100 w 4003100"/>
              <a:gd name="connsiteY3" fmla="*/ 1956152 h 3916363"/>
              <a:gd name="connsiteX4" fmla="*/ 3402468 w 4003100"/>
              <a:gd name="connsiteY4" fmla="*/ 3364420 h 3916363"/>
              <a:gd name="connsiteX5" fmla="*/ 2006404 w 4003100"/>
              <a:gd name="connsiteY5" fmla="*/ 3916363 h 3916363"/>
              <a:gd name="connsiteX6" fmla="*/ 9708 w 4003100"/>
              <a:gd name="connsiteY6" fmla="*/ 3912305 h 3916363"/>
              <a:gd name="connsiteX7" fmla="*/ 1591 w 4003100"/>
              <a:gd name="connsiteY7" fmla="*/ 3896071 h 3916363"/>
              <a:gd name="connsiteX8" fmla="*/ 1933354 w 4003100"/>
              <a:gd name="connsiteY8" fmla="*/ 0 h 3916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03100" h="3916363">
                <a:moveTo>
                  <a:pt x="1933354" y="0"/>
                </a:moveTo>
                <a:cubicBezTo>
                  <a:pt x="1977996" y="0"/>
                  <a:pt x="2006404" y="0"/>
                  <a:pt x="2006404" y="0"/>
                </a:cubicBezTo>
                <a:cubicBezTo>
                  <a:pt x="2655736" y="20292"/>
                  <a:pt x="3053452" y="219154"/>
                  <a:pt x="3402468" y="551943"/>
                </a:cubicBezTo>
                <a:cubicBezTo>
                  <a:pt x="3771776" y="896908"/>
                  <a:pt x="4003100" y="1392034"/>
                  <a:pt x="4003100" y="1956152"/>
                </a:cubicBezTo>
                <a:cubicBezTo>
                  <a:pt x="4003100" y="2520271"/>
                  <a:pt x="3771776" y="3015397"/>
                  <a:pt x="3402468" y="3364420"/>
                </a:cubicBezTo>
                <a:cubicBezTo>
                  <a:pt x="3053452" y="3693151"/>
                  <a:pt x="2655736" y="3892013"/>
                  <a:pt x="2006404" y="3916363"/>
                </a:cubicBezTo>
                <a:cubicBezTo>
                  <a:pt x="2002346" y="3916363"/>
                  <a:pt x="9708" y="3912305"/>
                  <a:pt x="9708" y="3912305"/>
                </a:cubicBezTo>
                <a:cubicBezTo>
                  <a:pt x="1591" y="3912305"/>
                  <a:pt x="-2467" y="3904188"/>
                  <a:pt x="1591" y="3896071"/>
                </a:cubicBezTo>
                <a:cubicBezTo>
                  <a:pt x="5649" y="3892013"/>
                  <a:pt x="1933354" y="0"/>
                  <a:pt x="1933354" y="0"/>
                </a:cubicBezTo>
                <a:close/>
              </a:path>
            </a:pathLst>
          </a:custGeom>
          <a:solidFill>
            <a:schemeClr val="tx2"/>
          </a:solidFill>
        </p:spPr>
        <p:txBody>
          <a:bodyPr wrap="square" lIns="1512000" tIns="0" rIns="432000" bIns="0" anchor="ctr" anchorCtr="0">
            <a:noAutofit/>
          </a:bodyPr>
          <a:lstStyle>
            <a:lvl1pPr marL="0" indent="0" algn="l">
              <a:buFontTx/>
              <a:buNone/>
              <a:defRPr sz="2600" b="1">
                <a:solidFill>
                  <a:schemeClr val="bg2"/>
                </a:solidFill>
              </a:defRPr>
            </a:lvl1pPr>
            <a:lvl2pPr marL="457189" indent="0" algn="l">
              <a:buFontTx/>
              <a:buNone/>
              <a:defRPr sz="2600">
                <a:solidFill>
                  <a:schemeClr val="bg2"/>
                </a:solidFill>
              </a:defRPr>
            </a:lvl2pPr>
            <a:lvl3pPr marL="914377" indent="0" algn="l">
              <a:buFontTx/>
              <a:buNone/>
              <a:defRPr sz="2600">
                <a:solidFill>
                  <a:schemeClr val="bg2"/>
                </a:solidFill>
              </a:defRPr>
            </a:lvl3pPr>
            <a:lvl4pPr marL="1371566" indent="0" algn="l">
              <a:buFontTx/>
              <a:buNone/>
              <a:defRPr sz="2600">
                <a:solidFill>
                  <a:schemeClr val="bg2"/>
                </a:solidFill>
              </a:defRPr>
            </a:lvl4pPr>
            <a:lvl5pPr marL="1828754" indent="0" algn="l">
              <a:buFontTx/>
              <a:buNone/>
              <a:defRPr sz="2600">
                <a:solidFill>
                  <a:schemeClr val="bg2"/>
                </a:solidFill>
              </a:defRPr>
            </a:lvl5pPr>
          </a:lstStyle>
          <a:p>
            <a:pPr lvl="0"/>
            <a:r>
              <a:rPr lang="sv-SE"/>
              <a:t>Klicka här för att lägga till text</a:t>
            </a:r>
          </a:p>
        </p:txBody>
      </p:sp>
      <p:sp>
        <p:nvSpPr>
          <p:cNvPr id="9" name="Platshållare för text 2">
            <a:extLst>
              <a:ext uri="{FF2B5EF4-FFF2-40B4-BE49-F238E27FC236}">
                <a16:creationId xmlns:a16="http://schemas.microsoft.com/office/drawing/2014/main" id="{2FB393F3-9EA5-4C11-B4B1-9D0C2D1839B7}"/>
              </a:ext>
            </a:extLst>
          </p:cNvPr>
          <p:cNvSpPr>
            <a:spLocks noGrp="1"/>
          </p:cNvSpPr>
          <p:nvPr>
            <p:ph idx="1"/>
          </p:nvPr>
        </p:nvSpPr>
        <p:spPr>
          <a:xfrm>
            <a:off x="634701" y="1673224"/>
            <a:ext cx="6775718" cy="4095749"/>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Tree>
    <p:extLst>
      <p:ext uri="{BB962C8B-B14F-4D97-AF65-F5344CB8AC3E}">
        <p14:creationId xmlns:p14="http://schemas.microsoft.com/office/powerpoint/2010/main" val="35096681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chemeClr val="bg1"/>
                </a:solidFill>
                <a:latin typeface="Georgia"/>
                <a:cs typeface="Georg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Arial MT"/>
                <a:cs typeface="Arial MT"/>
              </a:defRPr>
            </a:lvl1pPr>
          </a:lstStyle>
          <a:p>
            <a:pPr marL="12700">
              <a:lnSpc>
                <a:spcPct val="100000"/>
              </a:lnSpc>
              <a:spcBef>
                <a:spcPts val="15"/>
              </a:spcBef>
            </a:pPr>
            <a:r>
              <a:rPr dirty="0"/>
              <a:t>QuantumBlack,</a:t>
            </a:r>
            <a:r>
              <a:rPr spc="-50" dirty="0"/>
              <a:t> </a:t>
            </a:r>
            <a:r>
              <a:rPr dirty="0"/>
              <a:t>AI by</a:t>
            </a:r>
            <a:r>
              <a:rPr spc="-10" dirty="0"/>
              <a:t> McKinsey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11/21/25</a:t>
            </a:fld>
            <a:endParaRPr lang="en-US"/>
          </a:p>
        </p:txBody>
      </p:sp>
      <p:sp>
        <p:nvSpPr>
          <p:cNvPr id="6" name="Holder 6"/>
          <p:cNvSpPr>
            <a:spLocks noGrp="1"/>
          </p:cNvSpPr>
          <p:nvPr>
            <p:ph type="sldNum" sz="quarter" idx="7"/>
          </p:nvPr>
        </p:nvSpPr>
        <p:spPr/>
        <p:txBody>
          <a:bodyPr lIns="0" tIns="0" rIns="0" bIns="0"/>
          <a:lstStyle>
            <a:lvl1pPr>
              <a:defRPr sz="900" b="0" i="0">
                <a:solidFill>
                  <a:schemeClr val="bg1"/>
                </a:solidFill>
                <a:latin typeface="Arial MT"/>
                <a:cs typeface="Arial MT"/>
              </a:defRPr>
            </a:lvl1pPr>
          </a:lstStyle>
          <a:p>
            <a:pPr marL="101600">
              <a:lnSpc>
                <a:spcPct val="100000"/>
              </a:lnSpc>
              <a:spcBef>
                <a:spcPts val="15"/>
              </a:spcBef>
            </a:pPr>
            <a:fld id="{81D60167-4931-47E6-BA6A-407CBD079E47}" type="slidenum">
              <a:rPr spc="-50" dirty="0"/>
              <a:t>‹#›</a:t>
            </a:fld>
            <a:endParaRPr spc="-50" dirty="0"/>
          </a:p>
        </p:txBody>
      </p:sp>
    </p:spTree>
    <p:extLst>
      <p:ext uri="{BB962C8B-B14F-4D97-AF65-F5344CB8AC3E}">
        <p14:creationId xmlns:p14="http://schemas.microsoft.com/office/powerpoint/2010/main" val="119777234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1400" b="0" i="0">
                <a:solidFill>
                  <a:schemeClr val="bg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Arial MT"/>
                <a:cs typeface="Arial MT"/>
              </a:defRPr>
            </a:lvl1pPr>
          </a:lstStyle>
          <a:p>
            <a:pPr marL="12700">
              <a:lnSpc>
                <a:spcPct val="100000"/>
              </a:lnSpc>
              <a:spcBef>
                <a:spcPts val="15"/>
              </a:spcBef>
            </a:pPr>
            <a:r>
              <a:rPr dirty="0"/>
              <a:t>QuantumBlack,</a:t>
            </a:r>
            <a:r>
              <a:rPr spc="-50" dirty="0"/>
              <a:t> </a:t>
            </a:r>
            <a:r>
              <a:rPr dirty="0"/>
              <a:t>AI by</a:t>
            </a:r>
            <a:r>
              <a:rPr spc="-10" dirty="0"/>
              <a:t> McKinsey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11/21/25</a:t>
            </a:fld>
            <a:endParaRPr lang="en-US"/>
          </a:p>
        </p:txBody>
      </p:sp>
      <p:sp>
        <p:nvSpPr>
          <p:cNvPr id="6" name="Holder 6"/>
          <p:cNvSpPr>
            <a:spLocks noGrp="1"/>
          </p:cNvSpPr>
          <p:nvPr>
            <p:ph type="sldNum" sz="quarter" idx="7"/>
          </p:nvPr>
        </p:nvSpPr>
        <p:spPr/>
        <p:txBody>
          <a:bodyPr lIns="0" tIns="0" rIns="0" bIns="0"/>
          <a:lstStyle>
            <a:lvl1pPr>
              <a:defRPr sz="900" b="0" i="0">
                <a:solidFill>
                  <a:schemeClr val="bg1"/>
                </a:solidFill>
                <a:latin typeface="Arial MT"/>
                <a:cs typeface="Arial MT"/>
              </a:defRPr>
            </a:lvl1pPr>
          </a:lstStyle>
          <a:p>
            <a:pPr marL="101600">
              <a:lnSpc>
                <a:spcPct val="100000"/>
              </a:lnSpc>
              <a:spcBef>
                <a:spcPts val="15"/>
              </a:spcBef>
            </a:pPr>
            <a:fld id="{81D60167-4931-47E6-BA6A-407CBD079E47}" type="slidenum">
              <a:rPr spc="-50" dirty="0"/>
              <a:t>‹#›</a:t>
            </a:fld>
            <a:endParaRPr spc="-50" dirty="0"/>
          </a:p>
        </p:txBody>
      </p:sp>
    </p:spTree>
    <p:extLst>
      <p:ext uri="{BB962C8B-B14F-4D97-AF65-F5344CB8AC3E}">
        <p14:creationId xmlns:p14="http://schemas.microsoft.com/office/powerpoint/2010/main" val="103442813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Georgia"/>
                <a:cs typeface="Georg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bg1"/>
                </a:solidFill>
                <a:latin typeface="Arial MT"/>
                <a:cs typeface="Arial MT"/>
              </a:defRPr>
            </a:lvl1pPr>
          </a:lstStyle>
          <a:p>
            <a:pPr marL="12700">
              <a:lnSpc>
                <a:spcPct val="100000"/>
              </a:lnSpc>
              <a:spcBef>
                <a:spcPts val="15"/>
              </a:spcBef>
            </a:pPr>
            <a:r>
              <a:rPr dirty="0"/>
              <a:t>QuantumBlack,</a:t>
            </a:r>
            <a:r>
              <a:rPr spc="-50" dirty="0"/>
              <a:t> </a:t>
            </a:r>
            <a:r>
              <a:rPr dirty="0"/>
              <a:t>AI by</a:t>
            </a:r>
            <a:r>
              <a:rPr spc="-10" dirty="0"/>
              <a:t> McKinsey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11/21/25</a:t>
            </a:fld>
            <a:endParaRPr lang="en-US"/>
          </a:p>
        </p:txBody>
      </p:sp>
      <p:sp>
        <p:nvSpPr>
          <p:cNvPr id="7" name="Holder 7"/>
          <p:cNvSpPr>
            <a:spLocks noGrp="1"/>
          </p:cNvSpPr>
          <p:nvPr>
            <p:ph type="sldNum" sz="quarter" idx="7"/>
          </p:nvPr>
        </p:nvSpPr>
        <p:spPr/>
        <p:txBody>
          <a:bodyPr lIns="0" tIns="0" rIns="0" bIns="0"/>
          <a:lstStyle>
            <a:lvl1pPr>
              <a:defRPr sz="900" b="0" i="0">
                <a:solidFill>
                  <a:schemeClr val="bg1"/>
                </a:solidFill>
                <a:latin typeface="Arial MT"/>
                <a:cs typeface="Arial MT"/>
              </a:defRPr>
            </a:lvl1pPr>
          </a:lstStyle>
          <a:p>
            <a:pPr marL="101600">
              <a:lnSpc>
                <a:spcPct val="100000"/>
              </a:lnSpc>
              <a:spcBef>
                <a:spcPts val="15"/>
              </a:spcBef>
            </a:pPr>
            <a:fld id="{81D60167-4931-47E6-BA6A-407CBD079E47}" type="slidenum">
              <a:rPr spc="-50" dirty="0"/>
              <a:t>‹#›</a:t>
            </a:fld>
            <a:endParaRPr spc="-50" dirty="0"/>
          </a:p>
        </p:txBody>
      </p:sp>
    </p:spTree>
    <p:extLst>
      <p:ext uri="{BB962C8B-B14F-4D97-AF65-F5344CB8AC3E}">
        <p14:creationId xmlns:p14="http://schemas.microsoft.com/office/powerpoint/2010/main" val="81205780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31118"/>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0"/>
            <a:ext cx="4011676" cy="6858000"/>
          </a:xfrm>
          <a:prstGeom prst="rect">
            <a:avLst/>
          </a:prstGeom>
        </p:spPr>
      </p:pic>
      <p:pic>
        <p:nvPicPr>
          <p:cNvPr id="18" name="bg object 18"/>
          <p:cNvPicPr/>
          <p:nvPr/>
        </p:nvPicPr>
        <p:blipFill>
          <a:blip r:embed="rId3" cstate="print"/>
          <a:stretch>
            <a:fillRect/>
          </a:stretch>
        </p:blipFill>
        <p:spPr>
          <a:xfrm>
            <a:off x="0" y="1907540"/>
            <a:ext cx="4836413" cy="4950456"/>
          </a:xfrm>
          <a:prstGeom prst="rect">
            <a:avLst/>
          </a:prstGeom>
        </p:spPr>
      </p:pic>
      <p:sp>
        <p:nvSpPr>
          <p:cNvPr id="2" name="Holder 2"/>
          <p:cNvSpPr>
            <a:spLocks noGrp="1"/>
          </p:cNvSpPr>
          <p:nvPr>
            <p:ph type="title"/>
          </p:nvPr>
        </p:nvSpPr>
        <p:spPr/>
        <p:txBody>
          <a:bodyPr lIns="0" tIns="0" rIns="0" bIns="0"/>
          <a:lstStyle>
            <a:lvl1pPr>
              <a:defRPr sz="3200" b="1" i="0">
                <a:solidFill>
                  <a:schemeClr val="bg1"/>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bg1"/>
                </a:solidFill>
                <a:latin typeface="Arial MT"/>
                <a:cs typeface="Arial MT"/>
              </a:defRPr>
            </a:lvl1pPr>
          </a:lstStyle>
          <a:p>
            <a:pPr marL="12700">
              <a:lnSpc>
                <a:spcPct val="100000"/>
              </a:lnSpc>
              <a:spcBef>
                <a:spcPts val="15"/>
              </a:spcBef>
            </a:pPr>
            <a:r>
              <a:rPr dirty="0"/>
              <a:t>QuantumBlack,</a:t>
            </a:r>
            <a:r>
              <a:rPr spc="-50" dirty="0"/>
              <a:t> </a:t>
            </a:r>
            <a:r>
              <a:rPr dirty="0"/>
              <a:t>AI by</a:t>
            </a:r>
            <a:r>
              <a:rPr spc="-10" dirty="0"/>
              <a:t> McKinsey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11/21/25</a:t>
            </a:fld>
            <a:endParaRPr lang="en-US"/>
          </a:p>
        </p:txBody>
      </p:sp>
      <p:sp>
        <p:nvSpPr>
          <p:cNvPr id="5" name="Holder 5"/>
          <p:cNvSpPr>
            <a:spLocks noGrp="1"/>
          </p:cNvSpPr>
          <p:nvPr>
            <p:ph type="sldNum" sz="quarter" idx="7"/>
          </p:nvPr>
        </p:nvSpPr>
        <p:spPr/>
        <p:txBody>
          <a:bodyPr lIns="0" tIns="0" rIns="0" bIns="0"/>
          <a:lstStyle>
            <a:lvl1pPr>
              <a:defRPr sz="900" b="0" i="0">
                <a:solidFill>
                  <a:schemeClr val="bg1"/>
                </a:solidFill>
                <a:latin typeface="Arial MT"/>
                <a:cs typeface="Arial MT"/>
              </a:defRPr>
            </a:lvl1pPr>
          </a:lstStyle>
          <a:p>
            <a:pPr marL="101600">
              <a:lnSpc>
                <a:spcPct val="100000"/>
              </a:lnSpc>
              <a:spcBef>
                <a:spcPts val="15"/>
              </a:spcBef>
            </a:pPr>
            <a:fld id="{81D60167-4931-47E6-BA6A-407CBD079E47}" type="slidenum">
              <a:rPr spc="-50" dirty="0"/>
              <a:t>‹#›</a:t>
            </a:fld>
            <a:endParaRPr spc="-50" dirty="0"/>
          </a:p>
        </p:txBody>
      </p:sp>
    </p:spTree>
    <p:extLst>
      <p:ext uri="{BB962C8B-B14F-4D97-AF65-F5344CB8AC3E}">
        <p14:creationId xmlns:p14="http://schemas.microsoft.com/office/powerpoint/2010/main" val="407628901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chemeClr val="bg1"/>
                </a:solidFill>
                <a:latin typeface="Arial MT"/>
                <a:cs typeface="Arial MT"/>
              </a:defRPr>
            </a:lvl1pPr>
          </a:lstStyle>
          <a:p>
            <a:pPr marL="12700">
              <a:lnSpc>
                <a:spcPct val="100000"/>
              </a:lnSpc>
              <a:spcBef>
                <a:spcPts val="15"/>
              </a:spcBef>
            </a:pPr>
            <a:r>
              <a:rPr dirty="0"/>
              <a:t>QuantumBlack,</a:t>
            </a:r>
            <a:r>
              <a:rPr spc="-50" dirty="0"/>
              <a:t> </a:t>
            </a:r>
            <a:r>
              <a:rPr dirty="0"/>
              <a:t>AI by</a:t>
            </a:r>
            <a:r>
              <a:rPr spc="-10" dirty="0"/>
              <a:t> McKinsey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11/21/25</a:t>
            </a:fld>
            <a:endParaRPr lang="en-US"/>
          </a:p>
        </p:txBody>
      </p:sp>
      <p:sp>
        <p:nvSpPr>
          <p:cNvPr id="4" name="Holder 4"/>
          <p:cNvSpPr>
            <a:spLocks noGrp="1"/>
          </p:cNvSpPr>
          <p:nvPr>
            <p:ph type="sldNum" sz="quarter" idx="7"/>
          </p:nvPr>
        </p:nvSpPr>
        <p:spPr/>
        <p:txBody>
          <a:bodyPr lIns="0" tIns="0" rIns="0" bIns="0"/>
          <a:lstStyle>
            <a:lvl1pPr>
              <a:defRPr sz="900" b="0" i="0">
                <a:solidFill>
                  <a:schemeClr val="bg1"/>
                </a:solidFill>
                <a:latin typeface="Arial MT"/>
                <a:cs typeface="Arial MT"/>
              </a:defRPr>
            </a:lvl1pPr>
          </a:lstStyle>
          <a:p>
            <a:pPr marL="101600">
              <a:lnSpc>
                <a:spcPct val="100000"/>
              </a:lnSpc>
              <a:spcBef>
                <a:spcPts val="15"/>
              </a:spcBef>
            </a:pPr>
            <a:fld id="{81D60167-4931-47E6-BA6A-407CBD079E47}" type="slidenum">
              <a:rPr spc="-50" dirty="0"/>
              <a:t>‹#›</a:t>
            </a:fld>
            <a:endParaRPr spc="-50" dirty="0"/>
          </a:p>
        </p:txBody>
      </p:sp>
    </p:spTree>
    <p:extLst>
      <p:ext uri="{BB962C8B-B14F-4D97-AF65-F5344CB8AC3E}">
        <p14:creationId xmlns:p14="http://schemas.microsoft.com/office/powerpoint/2010/main" val="1815018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theme" Target="../theme/theme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theme" Target="../theme/theme4.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theme" Target="../theme/theme5.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tags" Target="../tags/tag1.xml"/><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theme" Target="../theme/theme7.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image" Target="../media/image11.emf"/><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oleObject" Target="../embeddings/oleObject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18" Type="http://schemas.openxmlformats.org/officeDocument/2006/relationships/tags" Target="../tags/tag2.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theme" Target="../theme/theme8.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0" Type="http://schemas.openxmlformats.org/officeDocument/2006/relationships/image" Target="../media/image14.emf"/><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10" Type="http://schemas.openxmlformats.org/officeDocument/2006/relationships/slideLayout" Target="../slideLayouts/slideLayout96.xml"/><Relationship Id="rId19" Type="http://schemas.openxmlformats.org/officeDocument/2006/relationships/oleObject" Target="../embeddings/oleObject2.bin"/><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105.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theme" Target="../theme/theme9.xml"/><Relationship Id="rId5" Type="http://schemas.openxmlformats.org/officeDocument/2006/relationships/slideLayout" Target="../slideLayouts/slideLayout107.xml"/><Relationship Id="rId4"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latshållare för text 2"/>
          <p:cNvSpPr>
            <a:spLocks noGrp="1"/>
          </p:cNvSpPr>
          <p:nvPr>
            <p:ph type="body" idx="1"/>
          </p:nvPr>
        </p:nvSpPr>
        <p:spPr>
          <a:xfrm>
            <a:off x="634701" y="1417636"/>
            <a:ext cx="10931825" cy="4351338"/>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marL="625459" lvl="2" indent="-173034" algn="l" defTabSz="914377" rtl="0" eaLnBrk="1" latinLnBrk="0" hangingPunct="1">
              <a:lnSpc>
                <a:spcPct val="90000"/>
              </a:lnSpc>
              <a:spcBef>
                <a:spcPts val="500"/>
              </a:spcBef>
              <a:buClr>
                <a:schemeClr val="tx2"/>
              </a:buClr>
              <a:buFont typeface="Arial" panose="020B0604020202020204" pitchFamily="34" charset="0"/>
              <a:buChar char="•"/>
            </a:pPr>
            <a:r>
              <a:rPr lang="sv-SE"/>
              <a:t>Nivå fyra</a:t>
            </a:r>
          </a:p>
          <a:p>
            <a:pPr marL="625459" lvl="2" indent="-173034" algn="l" defTabSz="914377" rtl="0" eaLnBrk="1" latinLnBrk="0" hangingPunct="1">
              <a:lnSpc>
                <a:spcPct val="90000"/>
              </a:lnSpc>
              <a:spcBef>
                <a:spcPts val="500"/>
              </a:spcBef>
              <a:buClr>
                <a:schemeClr val="tx2"/>
              </a:buClr>
              <a:buFont typeface="Arial" panose="020B0604020202020204" pitchFamily="34" charset="0"/>
              <a:buChar char="•"/>
            </a:pPr>
            <a:r>
              <a:rPr lang="sv-SE"/>
              <a:t>Nivå fem</a:t>
            </a:r>
          </a:p>
        </p:txBody>
      </p:sp>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grpSp>
        <p:nvGrpSpPr>
          <p:cNvPr id="6" name="Grupp 5">
            <a:extLst>
              <a:ext uri="{FF2B5EF4-FFF2-40B4-BE49-F238E27FC236}">
                <a16:creationId xmlns:a16="http://schemas.microsoft.com/office/drawing/2014/main" id="{D6DDC476-83E3-45FD-9149-815E188A766B}"/>
              </a:ext>
            </a:extLst>
          </p:cNvPr>
          <p:cNvGrpSpPr/>
          <p:nvPr userDrawn="1"/>
        </p:nvGrpSpPr>
        <p:grpSpPr>
          <a:xfrm>
            <a:off x="9835686" y="6074987"/>
            <a:ext cx="1735478" cy="326438"/>
            <a:chOff x="9835686" y="6074987"/>
            <a:chExt cx="1735478" cy="326438"/>
          </a:xfrm>
        </p:grpSpPr>
        <p:sp>
          <p:nvSpPr>
            <p:cNvPr id="7" name="Frihandsfigur: Form 6">
              <a:extLst>
                <a:ext uri="{FF2B5EF4-FFF2-40B4-BE49-F238E27FC236}">
                  <a16:creationId xmlns:a16="http://schemas.microsoft.com/office/drawing/2014/main" id="{9A0A7410-583F-45E8-BBCD-AE98B4E2E322}"/>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9" name="Frihandsfigur: Form 8">
              <a:extLst>
                <a:ext uri="{FF2B5EF4-FFF2-40B4-BE49-F238E27FC236}">
                  <a16:creationId xmlns:a16="http://schemas.microsoft.com/office/drawing/2014/main" id="{443C6C97-D75C-42EF-A211-D646AFF14016}"/>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0467FF21-2112-4EAF-9845-58D184B5A613}"/>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79DF19BC-E449-4291-8F73-046A542DD0E9}"/>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DD8327C4-308D-4EE2-83AC-49E497158943}"/>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65C81A41-CA10-4E19-885E-ADC457C0600F}"/>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2C6DE758-CA3D-430D-BDEB-6B3AAE447F9E}"/>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4B10DD17-F7DE-4271-A2A3-704EA63317BA}"/>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740223B7-B19F-418D-A2F4-DBC62FB2CFA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F40516B8-BEB4-4859-B45C-7CD1C391B8FF}"/>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185474244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40" r:id="rId5"/>
    <p:sldLayoutId id="2147483741" r:id="rId6"/>
    <p:sldLayoutId id="2147483742" r:id="rId7"/>
    <p:sldLayoutId id="2147483737" r:id="rId8"/>
    <p:sldLayoutId id="2147483739" r:id="rId9"/>
    <p:sldLayoutId id="2147483738" r:id="rId10"/>
    <p:sldLayoutId id="2147483773" r:id="rId11"/>
    <p:sldLayoutId id="2147483774" r:id="rId12"/>
    <p:sldLayoutId id="2147483775" r:id="rId13"/>
    <p:sldLayoutId id="2147483799" r:id="rId14"/>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lang="sv-SE" sz="1400" kern="1200" dirty="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lang="sv-SE" sz="1200" kern="1200" dirty="0">
          <a:solidFill>
            <a:schemeClr val="tx1"/>
          </a:solidFill>
          <a:latin typeface="+mn-lt"/>
          <a:ea typeface="+mn-ea"/>
          <a:cs typeface="+mn-cs"/>
        </a:defRPr>
      </a:lvl5pPr>
      <a:lvl6pPr marL="1165225" indent="-180975"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6pPr>
      <a:lvl7pPr marL="2511425" indent="7938" algn="l" defTabSz="927100" rtl="0" eaLnBrk="1" latinLnBrk="0" hangingPunct="1">
        <a:lnSpc>
          <a:spcPct val="90000"/>
        </a:lnSpc>
        <a:spcBef>
          <a:spcPts val="500"/>
        </a:spcBef>
        <a:buFont typeface="Arial" panose="020B0604020202020204" pitchFamily="34" charset="0"/>
        <a:buChar char="•"/>
        <a:tabLst>
          <a:tab pos="2060575" algn="l"/>
        </a:tabLst>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890">
          <p15:clr>
            <a:srgbClr val="A4A3A4"/>
          </p15:clr>
        </p15:guide>
        <p15:guide id="4" orient="horz" pos="837">
          <p15:clr>
            <a:srgbClr val="A4A3A4"/>
          </p15:clr>
        </p15:guide>
        <p15:guide id="5" orient="horz" pos="255">
          <p15:clr>
            <a:srgbClr val="A4A3A4"/>
          </p15:clr>
        </p15:guide>
        <p15:guide id="6" pos="395">
          <p15:clr>
            <a:srgbClr val="A4A3A4"/>
          </p15:clr>
        </p15:guide>
        <p15:guide id="7" pos="7287">
          <p15:clr>
            <a:srgbClr val="A4A3A4"/>
          </p15:clr>
        </p15:guide>
        <p15:guide id="8" orient="horz" pos="363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latshållare för text 2"/>
          <p:cNvSpPr>
            <a:spLocks noGrp="1"/>
          </p:cNvSpPr>
          <p:nvPr>
            <p:ph type="body" idx="1"/>
          </p:nvPr>
        </p:nvSpPr>
        <p:spPr>
          <a:xfrm>
            <a:off x="634701" y="1417636"/>
            <a:ext cx="10931825" cy="4351338"/>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grpSp>
        <p:nvGrpSpPr>
          <p:cNvPr id="6" name="Grupp 5">
            <a:extLst>
              <a:ext uri="{FF2B5EF4-FFF2-40B4-BE49-F238E27FC236}">
                <a16:creationId xmlns:a16="http://schemas.microsoft.com/office/drawing/2014/main" id="{9C64CB49-50BB-4C63-ACFD-5D6552D3B2AE}"/>
              </a:ext>
            </a:extLst>
          </p:cNvPr>
          <p:cNvGrpSpPr/>
          <p:nvPr userDrawn="1"/>
        </p:nvGrpSpPr>
        <p:grpSpPr>
          <a:xfrm>
            <a:off x="9835686" y="6074987"/>
            <a:ext cx="1735478" cy="326438"/>
            <a:chOff x="9835686" y="6074987"/>
            <a:chExt cx="1735478" cy="326438"/>
          </a:xfrm>
        </p:grpSpPr>
        <p:sp>
          <p:nvSpPr>
            <p:cNvPr id="7" name="Frihandsfigur: Form 6">
              <a:extLst>
                <a:ext uri="{FF2B5EF4-FFF2-40B4-BE49-F238E27FC236}">
                  <a16:creationId xmlns:a16="http://schemas.microsoft.com/office/drawing/2014/main" id="{403DD69A-BF9C-48DF-95FD-CAA350A8A916}"/>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9" name="Frihandsfigur: Form 8">
              <a:extLst>
                <a:ext uri="{FF2B5EF4-FFF2-40B4-BE49-F238E27FC236}">
                  <a16:creationId xmlns:a16="http://schemas.microsoft.com/office/drawing/2014/main" id="{C3F24C9B-D00E-4B93-A174-355736D604BC}"/>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C1F3F9A0-517E-4768-8E7C-888BD4D9F3F1}"/>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9D71D1FE-53F8-4C08-8BDC-B148A115F2A5}"/>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DAD06676-2EF2-4367-A87F-117D07B717F0}"/>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EF17BE34-60DF-4D2F-BFF1-739708A80331}"/>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D2D3D4C5-CD55-4922-8334-8B405278593C}"/>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B14C1FA1-5A82-458E-A114-A31CA030F69A}"/>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FFC8107F-5679-4567-B64F-7CBBEA83CD24}"/>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529C3DDB-6C45-4193-B13C-B1E47E232BAF}"/>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336206225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890">
          <p15:clr>
            <a:srgbClr val="A4A3A4"/>
          </p15:clr>
        </p15:guide>
        <p15:guide id="4" orient="horz" pos="837">
          <p15:clr>
            <a:srgbClr val="A4A3A4"/>
          </p15:clr>
        </p15:guide>
        <p15:guide id="5" orient="horz" pos="255">
          <p15:clr>
            <a:srgbClr val="A4A3A4"/>
          </p15:clr>
        </p15:guide>
        <p15:guide id="6" pos="395">
          <p15:clr>
            <a:srgbClr val="A4A3A4"/>
          </p15:clr>
        </p15:guide>
        <p15:guide id="7" pos="7287">
          <p15:clr>
            <a:srgbClr val="A4A3A4"/>
          </p15:clr>
        </p15:guide>
        <p15:guide id="9" orient="horz" pos="3644"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latshållare för text 2"/>
          <p:cNvSpPr>
            <a:spLocks noGrp="1"/>
          </p:cNvSpPr>
          <p:nvPr>
            <p:ph type="body" idx="1"/>
          </p:nvPr>
        </p:nvSpPr>
        <p:spPr>
          <a:xfrm>
            <a:off x="625477" y="1773240"/>
            <a:ext cx="10941049" cy="4002087"/>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grpSp>
        <p:nvGrpSpPr>
          <p:cNvPr id="6" name="Grupp 5">
            <a:extLst>
              <a:ext uri="{FF2B5EF4-FFF2-40B4-BE49-F238E27FC236}">
                <a16:creationId xmlns:a16="http://schemas.microsoft.com/office/drawing/2014/main" id="{9C8EFAF0-AE28-4D90-BEB1-4BF420B60D59}"/>
              </a:ext>
            </a:extLst>
          </p:cNvPr>
          <p:cNvGrpSpPr/>
          <p:nvPr userDrawn="1"/>
        </p:nvGrpSpPr>
        <p:grpSpPr>
          <a:xfrm>
            <a:off x="9835686" y="6074987"/>
            <a:ext cx="1735478" cy="326438"/>
            <a:chOff x="9835686" y="6074987"/>
            <a:chExt cx="1735478" cy="326438"/>
          </a:xfrm>
        </p:grpSpPr>
        <p:sp>
          <p:nvSpPr>
            <p:cNvPr id="7" name="Frihandsfigur: Form 6">
              <a:extLst>
                <a:ext uri="{FF2B5EF4-FFF2-40B4-BE49-F238E27FC236}">
                  <a16:creationId xmlns:a16="http://schemas.microsoft.com/office/drawing/2014/main" id="{8DE5013C-CAD8-43C8-85E0-DD7E39123761}"/>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9" name="Frihandsfigur: Form 8">
              <a:extLst>
                <a:ext uri="{FF2B5EF4-FFF2-40B4-BE49-F238E27FC236}">
                  <a16:creationId xmlns:a16="http://schemas.microsoft.com/office/drawing/2014/main" id="{EA12AF05-E275-460A-B000-53F84441820A}"/>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1DAF3E02-8CE6-42AA-806E-F5911554ABBD}"/>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561BA597-68D6-41B1-947F-3EF3FDC0D2FF}"/>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20DBFAD8-D091-4C95-B6EF-EB9258347594}"/>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83C9716D-269C-4A3B-8F05-5CF4E4D74C37}"/>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94C466CA-C072-4A5D-9C02-E7663932232A}"/>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416B436F-A631-4B23-8519-6E832588D56F}"/>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AD61AD9D-D751-484B-891B-2CFC4A76932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43408D6E-58D7-4613-A80B-68D90A008B96}"/>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42198676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44"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117">
          <p15:clr>
            <a:srgbClr val="A4A3A4"/>
          </p15:clr>
        </p15:guide>
        <p15:guide id="1" orient="horz" pos="2160">
          <p15:clr>
            <a:srgbClr val="A4A3A4"/>
          </p15:clr>
        </p15:guide>
        <p15:guide id="2" pos="3840">
          <p15:clr>
            <a:srgbClr val="A4A3A4"/>
          </p15:clr>
        </p15:guide>
        <p15:guide id="3" orient="horz" pos="837">
          <p15:clr>
            <a:srgbClr val="A4A3A4"/>
          </p15:clr>
        </p15:guide>
        <p15:guide id="4" orient="horz" pos="255">
          <p15:clr>
            <a:srgbClr val="A4A3A4"/>
          </p15:clr>
        </p15:guide>
        <p15:guide id="5" pos="395">
          <p15:clr>
            <a:srgbClr val="A4A3A4"/>
          </p15:clr>
        </p15:guide>
        <p15:guide id="6" pos="7287">
          <p15:clr>
            <a:srgbClr val="A4A3A4"/>
          </p15:clr>
        </p15:guide>
        <p15:guide id="7" orient="horz" pos="3638">
          <p15:clr>
            <a:srgbClr val="A4A3A4"/>
          </p15:clr>
        </p15:guide>
        <p15:guide id="8" orient="horz" pos="890">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latshållare för text 2"/>
          <p:cNvSpPr>
            <a:spLocks noGrp="1"/>
          </p:cNvSpPr>
          <p:nvPr>
            <p:ph type="body" idx="1"/>
          </p:nvPr>
        </p:nvSpPr>
        <p:spPr>
          <a:xfrm>
            <a:off x="625477" y="1859536"/>
            <a:ext cx="10941049" cy="3915790"/>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grpSp>
        <p:nvGrpSpPr>
          <p:cNvPr id="6" name="Grupp 5">
            <a:extLst>
              <a:ext uri="{FF2B5EF4-FFF2-40B4-BE49-F238E27FC236}">
                <a16:creationId xmlns:a16="http://schemas.microsoft.com/office/drawing/2014/main" id="{E707D2E9-335C-4A5F-B6FE-C7E7F074BB3E}"/>
              </a:ext>
            </a:extLst>
          </p:cNvPr>
          <p:cNvGrpSpPr/>
          <p:nvPr userDrawn="1"/>
        </p:nvGrpSpPr>
        <p:grpSpPr>
          <a:xfrm>
            <a:off x="9835686" y="6074987"/>
            <a:ext cx="1735478" cy="326438"/>
            <a:chOff x="9835686" y="6074987"/>
            <a:chExt cx="1735478" cy="326438"/>
          </a:xfrm>
        </p:grpSpPr>
        <p:sp>
          <p:nvSpPr>
            <p:cNvPr id="7" name="Frihandsfigur: Form 6">
              <a:extLst>
                <a:ext uri="{FF2B5EF4-FFF2-40B4-BE49-F238E27FC236}">
                  <a16:creationId xmlns:a16="http://schemas.microsoft.com/office/drawing/2014/main" id="{9F4E1D50-2958-4136-AC9B-7EDC66BD3AFA}"/>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9" name="Frihandsfigur: Form 8">
              <a:extLst>
                <a:ext uri="{FF2B5EF4-FFF2-40B4-BE49-F238E27FC236}">
                  <a16:creationId xmlns:a16="http://schemas.microsoft.com/office/drawing/2014/main" id="{5074EAFB-36EF-4ABA-9460-9FBC8EB5A54C}"/>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DB72C720-786F-495D-B229-A458F89F5289}"/>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5BEA7A67-698F-4047-99FE-7535F7E0D380}"/>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5D66C2AE-7C85-4E82-8FD4-5DF3D58896C3}"/>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3FD89568-3BB5-4030-856E-27AC18E2BC5A}"/>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29A159E0-2F30-462D-A562-1C564479C24E}"/>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5FDCDF4B-14CA-485D-A72A-1CF80F5FDE97}"/>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13F3E23A-D2B6-43BE-821E-EB6C5B4811E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1FA0684F-12F5-426F-B5A3-4F433CA3A4AE}"/>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2975232477"/>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837">
          <p15:clr>
            <a:srgbClr val="A4A3A4"/>
          </p15:clr>
        </p15:guide>
        <p15:guide id="4" orient="horz" pos="255">
          <p15:clr>
            <a:srgbClr val="A4A3A4"/>
          </p15:clr>
        </p15:guide>
        <p15:guide id="5" pos="395">
          <p15:clr>
            <a:srgbClr val="A4A3A4"/>
          </p15:clr>
        </p15:guide>
        <p15:guide id="6" pos="7287">
          <p15:clr>
            <a:srgbClr val="A4A3A4"/>
          </p15:clr>
        </p15:guide>
        <p15:guide id="7" orient="horz" pos="3638">
          <p15:clr>
            <a:srgbClr val="A4A3A4"/>
          </p15:clr>
        </p15:guide>
        <p15:guide id="8" orient="horz" pos="1167">
          <p15:clr>
            <a:srgbClr val="A4A3A4"/>
          </p15:clr>
        </p15:guide>
        <p15:guide id="9" orient="horz" pos="890">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sp>
        <p:nvSpPr>
          <p:cNvPr id="6" name="Platshållare för text 2"/>
          <p:cNvSpPr>
            <a:spLocks noGrp="1"/>
          </p:cNvSpPr>
          <p:nvPr>
            <p:ph type="body" idx="1"/>
          </p:nvPr>
        </p:nvSpPr>
        <p:spPr>
          <a:xfrm>
            <a:off x="625477" y="1412876"/>
            <a:ext cx="10941049" cy="4362450"/>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grpSp>
        <p:nvGrpSpPr>
          <p:cNvPr id="7" name="Grupp 6">
            <a:extLst>
              <a:ext uri="{FF2B5EF4-FFF2-40B4-BE49-F238E27FC236}">
                <a16:creationId xmlns:a16="http://schemas.microsoft.com/office/drawing/2014/main" id="{36088DC7-8754-4A86-957E-3E3893AA3C4B}"/>
              </a:ext>
            </a:extLst>
          </p:cNvPr>
          <p:cNvGrpSpPr/>
          <p:nvPr userDrawn="1"/>
        </p:nvGrpSpPr>
        <p:grpSpPr>
          <a:xfrm>
            <a:off x="9835686" y="6074987"/>
            <a:ext cx="1735478" cy="326438"/>
            <a:chOff x="9835686" y="6074987"/>
            <a:chExt cx="1735478" cy="326438"/>
          </a:xfrm>
        </p:grpSpPr>
        <p:sp>
          <p:nvSpPr>
            <p:cNvPr id="9" name="Frihandsfigur: Form 8">
              <a:extLst>
                <a:ext uri="{FF2B5EF4-FFF2-40B4-BE49-F238E27FC236}">
                  <a16:creationId xmlns:a16="http://schemas.microsoft.com/office/drawing/2014/main" id="{56E66513-4841-4451-B845-A27C18550DE6}"/>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59CE7E1E-D3E4-4A0A-8F8D-00B6FFB280A7}"/>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83B7B6B6-EF06-4601-A443-92A2082E4875}"/>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EC1F127E-26CD-4579-B4EA-420E4B65081E}"/>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891BB318-646C-495E-BF97-73A95345D36E}"/>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F61BC1F1-1E97-4057-90B7-95B2F45F594C}"/>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ED11D425-23C8-49BC-8118-FEF9BE83208E}"/>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EA45154D-5A3E-4869-9374-2743F15A76DF}"/>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5F7C870F-4899-4432-A716-02BA138A2066}"/>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20" name="Frihandsfigur: Form 19">
              <a:extLst>
                <a:ext uri="{FF2B5EF4-FFF2-40B4-BE49-F238E27FC236}">
                  <a16:creationId xmlns:a16="http://schemas.microsoft.com/office/drawing/2014/main" id="{7722E5D2-BE90-466B-9591-F060DFAC1EA2}"/>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557223805"/>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lang="sv-SE" sz="1600" b="0" kern="1200" dirty="0" smtClean="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lang="sv-SE" sz="1400" kern="1200" dirty="0" smtClean="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lang="sv-SE" sz="1400" kern="1200" dirty="0" smtClean="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lang="sv-SE" sz="1400" kern="1200" dirty="0" smtClean="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lang="sv-SE" sz="1400" kern="1200" dirty="0" smtClean="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890">
          <p15:clr>
            <a:srgbClr val="A4A3A4"/>
          </p15:clr>
        </p15:guide>
        <p15:guide id="4" orient="horz" pos="837">
          <p15:clr>
            <a:srgbClr val="A4A3A4"/>
          </p15:clr>
        </p15:guide>
        <p15:guide id="5" orient="horz" pos="255">
          <p15:clr>
            <a:srgbClr val="A4A3A4"/>
          </p15:clr>
        </p15:guide>
        <p15:guide id="6" pos="395">
          <p15:clr>
            <a:srgbClr val="A4A3A4"/>
          </p15:clr>
        </p15:guide>
        <p15:guide id="7" pos="7287">
          <p15:clr>
            <a:srgbClr val="A4A3A4"/>
          </p15:clr>
        </p15:guide>
        <p15:guide id="8" orient="horz" pos="3638">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latshållare för text 2"/>
          <p:cNvSpPr>
            <a:spLocks noGrp="1"/>
          </p:cNvSpPr>
          <p:nvPr>
            <p:ph type="body" idx="1"/>
          </p:nvPr>
        </p:nvSpPr>
        <p:spPr>
          <a:xfrm>
            <a:off x="634701" y="1417636"/>
            <a:ext cx="10931825" cy="4351338"/>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grpSp>
        <p:nvGrpSpPr>
          <p:cNvPr id="6" name="Grupp 5">
            <a:extLst>
              <a:ext uri="{FF2B5EF4-FFF2-40B4-BE49-F238E27FC236}">
                <a16:creationId xmlns:a16="http://schemas.microsoft.com/office/drawing/2014/main" id="{9C64CB49-50BB-4C63-ACFD-5D6552D3B2AE}"/>
              </a:ext>
            </a:extLst>
          </p:cNvPr>
          <p:cNvGrpSpPr/>
          <p:nvPr userDrawn="1"/>
        </p:nvGrpSpPr>
        <p:grpSpPr>
          <a:xfrm>
            <a:off x="9835686" y="6074987"/>
            <a:ext cx="1735478" cy="326438"/>
            <a:chOff x="9835686" y="6074987"/>
            <a:chExt cx="1735478" cy="326438"/>
          </a:xfrm>
        </p:grpSpPr>
        <p:sp>
          <p:nvSpPr>
            <p:cNvPr id="7" name="Frihandsfigur: Form 6">
              <a:extLst>
                <a:ext uri="{FF2B5EF4-FFF2-40B4-BE49-F238E27FC236}">
                  <a16:creationId xmlns:a16="http://schemas.microsoft.com/office/drawing/2014/main" id="{403DD69A-BF9C-48DF-95FD-CAA350A8A916}"/>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9" name="Frihandsfigur: Form 8">
              <a:extLst>
                <a:ext uri="{FF2B5EF4-FFF2-40B4-BE49-F238E27FC236}">
                  <a16:creationId xmlns:a16="http://schemas.microsoft.com/office/drawing/2014/main" id="{C3F24C9B-D00E-4B93-A174-355736D604BC}"/>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C1F3F9A0-517E-4768-8E7C-888BD4D9F3F1}"/>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9D71D1FE-53F8-4C08-8BDC-B148A115F2A5}"/>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DAD06676-2EF2-4367-A87F-117D07B717F0}"/>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EF17BE34-60DF-4D2F-BFF1-739708A80331}"/>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D2D3D4C5-CD55-4922-8334-8B405278593C}"/>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B14C1FA1-5A82-458E-A114-A31CA030F69A}"/>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FFC8107F-5679-4567-B64F-7CBBEA83CD24}"/>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529C3DDB-6C45-4193-B13C-B1E47E232BAF}"/>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2551048191"/>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890">
          <p15:clr>
            <a:srgbClr val="A4A3A4"/>
          </p15:clr>
        </p15:guide>
        <p15:guide id="4" orient="horz" pos="837">
          <p15:clr>
            <a:srgbClr val="A4A3A4"/>
          </p15:clr>
        </p15:guide>
        <p15:guide id="5" orient="horz" pos="255">
          <p15:clr>
            <a:srgbClr val="A4A3A4"/>
          </p15:clr>
        </p15:guide>
        <p15:guide id="6" pos="395">
          <p15:clr>
            <a:srgbClr val="A4A3A4"/>
          </p15:clr>
        </p15:guide>
        <p15:guide id="7" pos="7287">
          <p15:clr>
            <a:srgbClr val="A4A3A4"/>
          </p15:clr>
        </p15:guide>
        <p15:guide id="9" orient="horz" pos="3644">
          <p15:clr>
            <a:srgbClr val="A4A3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24C6A016-C120-0213-A9B4-9DA6395B735D}"/>
              </a:ext>
            </a:extLst>
          </p:cNvPr>
          <p:cNvGraphicFramePr>
            <a:graphicFrameLocks noChangeAspect="1"/>
          </p:cNvGraphicFramePr>
          <p:nvPr userDrawn="1">
            <p:custDataLst>
              <p:tags r:id="rId13"/>
            </p:custDataLst>
            <p:extLst>
              <p:ext uri="{D42A27DB-BD31-4B8C-83A1-F6EECF244321}">
                <p14:modId xmlns:p14="http://schemas.microsoft.com/office/powerpoint/2010/main" val="2468836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11" imgH="411" progId="TCLayout.ActiveDocument.1">
                  <p:embed/>
                </p:oleObj>
              </mc:Choice>
              <mc:Fallback>
                <p:oleObj name="think-cell Slide" r:id="rId14" imgW="411" imgH="411" progId="TCLayout.ActiveDocument.1">
                  <p:embed/>
                  <p:pic>
                    <p:nvPicPr>
                      <p:cNvPr id="4" name="Objekt 3" hidden="1">
                        <a:extLst>
                          <a:ext uri="{FF2B5EF4-FFF2-40B4-BE49-F238E27FC236}">
                            <a16:creationId xmlns:a16="http://schemas.microsoft.com/office/drawing/2014/main" id="{24C6A016-C120-0213-A9B4-9DA6395B735D}"/>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3" name="Platshållare för text 2"/>
          <p:cNvSpPr>
            <a:spLocks noGrp="1"/>
          </p:cNvSpPr>
          <p:nvPr>
            <p:ph type="body" idx="1"/>
          </p:nvPr>
        </p:nvSpPr>
        <p:spPr>
          <a:xfrm>
            <a:off x="634701" y="1417636"/>
            <a:ext cx="10931825" cy="4351338"/>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marL="625459" lvl="2" indent="-173034" algn="l" defTabSz="914377" rtl="0" eaLnBrk="1" latinLnBrk="0" hangingPunct="1">
              <a:lnSpc>
                <a:spcPct val="90000"/>
              </a:lnSpc>
              <a:spcBef>
                <a:spcPts val="500"/>
              </a:spcBef>
              <a:buClr>
                <a:schemeClr val="tx2"/>
              </a:buClr>
              <a:buFont typeface="Arial" panose="020B0604020202020204" pitchFamily="34" charset="0"/>
              <a:buChar char="•"/>
            </a:pPr>
            <a:r>
              <a:rPr lang="sv-SE"/>
              <a:t>Nivå fyra</a:t>
            </a:r>
          </a:p>
          <a:p>
            <a:pPr marL="625459" lvl="2" indent="-173034" algn="l" defTabSz="914377" rtl="0" eaLnBrk="1" latinLnBrk="0" hangingPunct="1">
              <a:lnSpc>
                <a:spcPct val="90000"/>
              </a:lnSpc>
              <a:spcBef>
                <a:spcPts val="500"/>
              </a:spcBef>
              <a:buClr>
                <a:schemeClr val="tx2"/>
              </a:buClr>
              <a:buFont typeface="Arial" panose="020B0604020202020204" pitchFamily="34" charset="0"/>
              <a:buChar char="•"/>
            </a:pPr>
            <a:r>
              <a:rPr lang="sv-SE"/>
              <a:t>Nivå fem</a:t>
            </a:r>
          </a:p>
        </p:txBody>
      </p:sp>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grpSp>
        <p:nvGrpSpPr>
          <p:cNvPr id="6" name="Grupp 5">
            <a:extLst>
              <a:ext uri="{FF2B5EF4-FFF2-40B4-BE49-F238E27FC236}">
                <a16:creationId xmlns:a16="http://schemas.microsoft.com/office/drawing/2014/main" id="{D6DDC476-83E3-45FD-9149-815E188A766B}"/>
              </a:ext>
            </a:extLst>
          </p:cNvPr>
          <p:cNvGrpSpPr/>
          <p:nvPr userDrawn="1"/>
        </p:nvGrpSpPr>
        <p:grpSpPr>
          <a:xfrm>
            <a:off x="9835686" y="6074987"/>
            <a:ext cx="1735478" cy="326438"/>
            <a:chOff x="9835686" y="6074987"/>
            <a:chExt cx="1735478" cy="326438"/>
          </a:xfrm>
        </p:grpSpPr>
        <p:sp>
          <p:nvSpPr>
            <p:cNvPr id="7" name="Frihandsfigur: Form 6">
              <a:extLst>
                <a:ext uri="{FF2B5EF4-FFF2-40B4-BE49-F238E27FC236}">
                  <a16:creationId xmlns:a16="http://schemas.microsoft.com/office/drawing/2014/main" id="{9A0A7410-583F-45E8-BBCD-AE98B4E2E322}"/>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9" name="Frihandsfigur: Form 8">
              <a:extLst>
                <a:ext uri="{FF2B5EF4-FFF2-40B4-BE49-F238E27FC236}">
                  <a16:creationId xmlns:a16="http://schemas.microsoft.com/office/drawing/2014/main" id="{443C6C97-D75C-42EF-A211-D646AFF14016}"/>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0467FF21-2112-4EAF-9845-58D184B5A613}"/>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79DF19BC-E449-4291-8F73-046A542DD0E9}"/>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DD8327C4-308D-4EE2-83AC-49E497158943}"/>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65C81A41-CA10-4E19-885E-ADC457C0600F}"/>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2C6DE758-CA3D-430D-BDEB-6B3AAE447F9E}"/>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4B10DD17-F7DE-4271-A2A3-704EA63317BA}"/>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740223B7-B19F-418D-A2F4-DBC62FB2CFA2}"/>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F40516B8-BEB4-4859-B45C-7CD1C391B8FF}"/>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227424608"/>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2" r:id="rId11"/>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lang="sv-SE" sz="1400" kern="1200" dirty="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lang="sv-SE" sz="1200" kern="1200" dirty="0">
          <a:solidFill>
            <a:schemeClr val="tx1"/>
          </a:solidFill>
          <a:latin typeface="+mn-lt"/>
          <a:ea typeface="+mn-ea"/>
          <a:cs typeface="+mn-cs"/>
        </a:defRPr>
      </a:lvl5pPr>
      <a:lvl6pPr marL="1165225" indent="-180975" algn="l" defTabSz="914377"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6pPr>
      <a:lvl7pPr marL="2511425" indent="7938" algn="l" defTabSz="927100" rtl="0" eaLnBrk="1" latinLnBrk="0" hangingPunct="1">
        <a:lnSpc>
          <a:spcPct val="90000"/>
        </a:lnSpc>
        <a:spcBef>
          <a:spcPts val="500"/>
        </a:spcBef>
        <a:buFont typeface="Arial" panose="020B0604020202020204" pitchFamily="34" charset="0"/>
        <a:buChar char="•"/>
        <a:tabLst>
          <a:tab pos="2060575" algn="l"/>
        </a:tabLst>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890">
          <p15:clr>
            <a:srgbClr val="A4A3A4"/>
          </p15:clr>
        </p15:guide>
        <p15:guide id="4" orient="horz" pos="837">
          <p15:clr>
            <a:srgbClr val="A4A3A4"/>
          </p15:clr>
        </p15:guide>
        <p15:guide id="5" orient="horz" pos="255">
          <p15:clr>
            <a:srgbClr val="A4A3A4"/>
          </p15:clr>
        </p15:guide>
        <p15:guide id="6" pos="395">
          <p15:clr>
            <a:srgbClr val="A4A3A4"/>
          </p15:clr>
        </p15:guide>
        <p15:guide id="7" pos="7287">
          <p15:clr>
            <a:srgbClr val="A4A3A4"/>
          </p15:clr>
        </p15:guide>
        <p15:guide id="8" orient="horz" pos="3638">
          <p15:clr>
            <a:srgbClr val="A4A3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73CB8EB-2271-E12D-E252-8A571BB7CEB4}"/>
              </a:ext>
            </a:extLst>
          </p:cNvPr>
          <p:cNvGraphicFramePr>
            <a:graphicFrameLocks noChangeAspect="1"/>
          </p:cNvGraphicFramePr>
          <p:nvPr userDrawn="1">
            <p:custDataLst>
              <p:tags r:id="rId18"/>
            </p:custDataLst>
            <p:extLst>
              <p:ext uri="{D42A27DB-BD31-4B8C-83A1-F6EECF244321}">
                <p14:modId xmlns:p14="http://schemas.microsoft.com/office/powerpoint/2010/main" val="731594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395" imgH="394" progId="TCLayout.ActiveDocument.1">
                  <p:embed/>
                </p:oleObj>
              </mc:Choice>
              <mc:Fallback>
                <p:oleObj name="think-cell Slide" r:id="rId19" imgW="395" imgH="394" progId="TCLayout.ActiveDocument.1">
                  <p:embed/>
                  <p:pic>
                    <p:nvPicPr>
                      <p:cNvPr id="4" name="think-cell data - do not delete" hidden="1">
                        <a:extLst>
                          <a:ext uri="{FF2B5EF4-FFF2-40B4-BE49-F238E27FC236}">
                            <a16:creationId xmlns:a16="http://schemas.microsoft.com/office/drawing/2014/main" id="{173CB8EB-2271-E12D-E252-8A571BB7CEB4}"/>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3" name="Platshållare för text 2"/>
          <p:cNvSpPr>
            <a:spLocks noGrp="1"/>
          </p:cNvSpPr>
          <p:nvPr>
            <p:ph type="body" idx="1"/>
          </p:nvPr>
        </p:nvSpPr>
        <p:spPr>
          <a:xfrm>
            <a:off x="634701" y="1417636"/>
            <a:ext cx="10931825" cy="4351338"/>
          </a:xfrm>
          <a:prstGeom prst="rect">
            <a:avLst/>
          </a:prstGeom>
        </p:spPr>
        <p:txBody>
          <a:bodyPr vert="horz" lIns="0" tIns="45720" rIns="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8" name="Title Placeholder 1"/>
          <p:cNvSpPr>
            <a:spLocks noGrp="1"/>
          </p:cNvSpPr>
          <p:nvPr>
            <p:ph type="title"/>
          </p:nvPr>
        </p:nvSpPr>
        <p:spPr>
          <a:xfrm>
            <a:off x="600832" y="404814"/>
            <a:ext cx="10969365" cy="915986"/>
          </a:xfrm>
          <a:prstGeom prst="rect">
            <a:avLst/>
          </a:prstGeom>
        </p:spPr>
        <p:txBody>
          <a:bodyPr vert="horz" lIns="0" tIns="45720" rIns="91440" bIns="45720" rtlCol="0" anchor="t">
            <a:normAutofit/>
          </a:bodyPr>
          <a:lstStyle/>
          <a:p>
            <a:r>
              <a:rPr lang="sv-SE"/>
              <a:t>Klicka här för att ändra format</a:t>
            </a:r>
            <a:endParaRPr lang="en-US"/>
          </a:p>
        </p:txBody>
      </p:sp>
      <p:sp>
        <p:nvSpPr>
          <p:cNvPr id="12" name="Platshållare för bildnummer 5"/>
          <p:cNvSpPr>
            <a:spLocks noGrp="1"/>
          </p:cNvSpPr>
          <p:nvPr>
            <p:ph type="sldNum" sz="quarter" idx="4"/>
          </p:nvPr>
        </p:nvSpPr>
        <p:spPr>
          <a:xfrm>
            <a:off x="658814" y="6282317"/>
            <a:ext cx="313252" cy="144000"/>
          </a:xfrm>
          <a:prstGeom prst="rect">
            <a:avLst/>
          </a:prstGeom>
        </p:spPr>
        <p:txBody>
          <a:bodyPr vert="horz" lIns="0" tIns="45720" rIns="91440" bIns="45720" rtlCol="0" anchor="ctr"/>
          <a:lstStyle>
            <a:lvl1pPr algn="l">
              <a:defRPr sz="1000">
                <a:solidFill>
                  <a:schemeClr val="tx1"/>
                </a:solidFill>
              </a:defRPr>
            </a:lvl1pPr>
          </a:lstStyle>
          <a:p>
            <a:fld id="{37D9A64F-750D-4E7D-A276-9A7D3F74441C}" type="slidenum">
              <a:rPr lang="sv-SE" smtClean="0"/>
              <a:pPr/>
              <a:t>‹#›</a:t>
            </a:fld>
            <a:endParaRPr lang="sv-SE"/>
          </a:p>
        </p:txBody>
      </p:sp>
      <p:grpSp>
        <p:nvGrpSpPr>
          <p:cNvPr id="6" name="Grupp 5">
            <a:extLst>
              <a:ext uri="{FF2B5EF4-FFF2-40B4-BE49-F238E27FC236}">
                <a16:creationId xmlns:a16="http://schemas.microsoft.com/office/drawing/2014/main" id="{9C64CB49-50BB-4C63-ACFD-5D6552D3B2AE}"/>
              </a:ext>
            </a:extLst>
          </p:cNvPr>
          <p:cNvGrpSpPr/>
          <p:nvPr userDrawn="1"/>
        </p:nvGrpSpPr>
        <p:grpSpPr>
          <a:xfrm>
            <a:off x="9835686" y="6074987"/>
            <a:ext cx="1735478" cy="326438"/>
            <a:chOff x="9835686" y="6074987"/>
            <a:chExt cx="1735478" cy="326438"/>
          </a:xfrm>
        </p:grpSpPr>
        <p:sp>
          <p:nvSpPr>
            <p:cNvPr id="7" name="Frihandsfigur: Form 6">
              <a:extLst>
                <a:ext uri="{FF2B5EF4-FFF2-40B4-BE49-F238E27FC236}">
                  <a16:creationId xmlns:a16="http://schemas.microsoft.com/office/drawing/2014/main" id="{403DD69A-BF9C-48DF-95FD-CAA350A8A916}"/>
                </a:ext>
              </a:extLst>
            </p:cNvPr>
            <p:cNvSpPr/>
            <p:nvPr/>
          </p:nvSpPr>
          <p:spPr>
            <a:xfrm>
              <a:off x="10601343" y="6145925"/>
              <a:ext cx="183352" cy="188637"/>
            </a:xfrm>
            <a:custGeom>
              <a:avLst/>
              <a:gdLst>
                <a:gd name="connsiteX0" fmla="*/ 203997 w 407127"/>
                <a:gd name="connsiteY0" fmla="*/ 0 h 418861"/>
                <a:gd name="connsiteX1" fmla="*/ 0 w 407127"/>
                <a:gd name="connsiteY1" fmla="*/ 209359 h 418861"/>
                <a:gd name="connsiteX2" fmla="*/ 203997 w 407127"/>
                <a:gd name="connsiteY2" fmla="*/ 418862 h 418861"/>
                <a:gd name="connsiteX3" fmla="*/ 407127 w 407127"/>
                <a:gd name="connsiteY3" fmla="*/ 209359 h 418861"/>
                <a:gd name="connsiteX4" fmla="*/ 203997 w 407127"/>
                <a:gd name="connsiteY4" fmla="*/ 0 h 418861"/>
                <a:gd name="connsiteX5" fmla="*/ 203997 w 407127"/>
                <a:gd name="connsiteY5" fmla="*/ 354940 h 418861"/>
                <a:gd name="connsiteX6" fmla="*/ 82458 w 407127"/>
                <a:gd name="connsiteY6" fmla="*/ 209359 h 418861"/>
                <a:gd name="connsiteX7" fmla="*/ 203997 w 407127"/>
                <a:gd name="connsiteY7" fmla="*/ 63922 h 418861"/>
                <a:gd name="connsiteX8" fmla="*/ 324679 w 407127"/>
                <a:gd name="connsiteY8" fmla="*/ 209359 h 418861"/>
                <a:gd name="connsiteX9" fmla="*/ 203997 w 407127"/>
                <a:gd name="connsiteY9" fmla="*/ 354940 h 418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27" h="418861">
                  <a:moveTo>
                    <a:pt x="203997" y="0"/>
                  </a:moveTo>
                  <a:cubicBezTo>
                    <a:pt x="83887" y="0"/>
                    <a:pt x="0" y="86096"/>
                    <a:pt x="0" y="209359"/>
                  </a:cubicBezTo>
                  <a:cubicBezTo>
                    <a:pt x="0" y="328793"/>
                    <a:pt x="87716" y="418862"/>
                    <a:pt x="203997" y="418862"/>
                  </a:cubicBezTo>
                  <a:cubicBezTo>
                    <a:pt x="319802" y="418862"/>
                    <a:pt x="407127" y="328793"/>
                    <a:pt x="407127" y="209359"/>
                  </a:cubicBezTo>
                  <a:cubicBezTo>
                    <a:pt x="407127" y="86096"/>
                    <a:pt x="323583" y="0"/>
                    <a:pt x="203997" y="0"/>
                  </a:cubicBezTo>
                  <a:moveTo>
                    <a:pt x="203997" y="354940"/>
                  </a:moveTo>
                  <a:cubicBezTo>
                    <a:pt x="120501" y="354940"/>
                    <a:pt x="82458" y="279473"/>
                    <a:pt x="82458" y="209359"/>
                  </a:cubicBezTo>
                  <a:cubicBezTo>
                    <a:pt x="82458" y="138875"/>
                    <a:pt x="125054" y="63922"/>
                    <a:pt x="203997" y="63922"/>
                  </a:cubicBezTo>
                  <a:cubicBezTo>
                    <a:pt x="282378" y="63922"/>
                    <a:pt x="324679" y="138875"/>
                    <a:pt x="324679" y="209359"/>
                  </a:cubicBezTo>
                  <a:cubicBezTo>
                    <a:pt x="324679" y="279473"/>
                    <a:pt x="287493" y="354940"/>
                    <a:pt x="203997" y="354940"/>
                  </a:cubicBezTo>
                </a:path>
              </a:pathLst>
            </a:custGeom>
            <a:solidFill>
              <a:srgbClr val="000000"/>
            </a:solidFill>
            <a:ln w="9525" cap="flat">
              <a:noFill/>
              <a:prstDash val="solid"/>
              <a:miter/>
            </a:ln>
          </p:spPr>
          <p:txBody>
            <a:bodyPr rtlCol="0" anchor="ctr"/>
            <a:lstStyle/>
            <a:p>
              <a:endParaRPr lang="sv-SE"/>
            </a:p>
          </p:txBody>
        </p:sp>
        <p:sp>
          <p:nvSpPr>
            <p:cNvPr id="9" name="Frihandsfigur: Form 8">
              <a:extLst>
                <a:ext uri="{FF2B5EF4-FFF2-40B4-BE49-F238E27FC236}">
                  <a16:creationId xmlns:a16="http://schemas.microsoft.com/office/drawing/2014/main" id="{C3F24C9B-D00E-4B93-A174-355736D604BC}"/>
                </a:ext>
              </a:extLst>
            </p:cNvPr>
            <p:cNvSpPr/>
            <p:nvPr/>
          </p:nvSpPr>
          <p:spPr>
            <a:xfrm>
              <a:off x="10922765" y="6145650"/>
              <a:ext cx="168801" cy="189165"/>
            </a:xfrm>
            <a:custGeom>
              <a:avLst/>
              <a:gdLst>
                <a:gd name="connsiteX0" fmla="*/ 192310 w 374817"/>
                <a:gd name="connsiteY0" fmla="*/ 0 h 420033"/>
                <a:gd name="connsiteX1" fmla="*/ 0 w 374817"/>
                <a:gd name="connsiteY1" fmla="*/ 204768 h 420033"/>
                <a:gd name="connsiteX2" fmla="*/ 215370 w 374817"/>
                <a:gd name="connsiteY2" fmla="*/ 420033 h 420033"/>
                <a:gd name="connsiteX3" fmla="*/ 346729 w 374817"/>
                <a:gd name="connsiteY3" fmla="*/ 392802 h 420033"/>
                <a:gd name="connsiteX4" fmla="*/ 346729 w 374817"/>
                <a:gd name="connsiteY4" fmla="*/ 315620 h 420033"/>
                <a:gd name="connsiteX5" fmla="*/ 218637 w 374817"/>
                <a:gd name="connsiteY5" fmla="*/ 355092 h 420033"/>
                <a:gd name="connsiteX6" fmla="*/ 81582 w 374817"/>
                <a:gd name="connsiteY6" fmla="*/ 233258 h 420033"/>
                <a:gd name="connsiteX7" fmla="*/ 374694 w 374817"/>
                <a:gd name="connsiteY7" fmla="*/ 233258 h 420033"/>
                <a:gd name="connsiteX8" fmla="*/ 192310 w 374817"/>
                <a:gd name="connsiteY8" fmla="*/ 0 h 420033"/>
                <a:gd name="connsiteX9" fmla="*/ 78600 w 374817"/>
                <a:gd name="connsiteY9" fmla="*/ 173374 h 420033"/>
                <a:gd name="connsiteX10" fmla="*/ 190357 w 374817"/>
                <a:gd name="connsiteY10" fmla="*/ 62941 h 420033"/>
                <a:gd name="connsiteX11" fmla="*/ 293951 w 374817"/>
                <a:gd name="connsiteY11" fmla="*/ 173374 h 420033"/>
                <a:gd name="connsiteX12" fmla="*/ 78600 w 374817"/>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17" h="420033">
                  <a:moveTo>
                    <a:pt x="192310" y="0"/>
                  </a:moveTo>
                  <a:cubicBezTo>
                    <a:pt x="74848" y="0"/>
                    <a:pt x="0" y="87906"/>
                    <a:pt x="0" y="204768"/>
                  </a:cubicBezTo>
                  <a:cubicBezTo>
                    <a:pt x="0" y="333204"/>
                    <a:pt x="75619" y="420033"/>
                    <a:pt x="215370" y="420033"/>
                  </a:cubicBezTo>
                  <a:cubicBezTo>
                    <a:pt x="283902" y="420033"/>
                    <a:pt x="317344" y="402860"/>
                    <a:pt x="346729" y="392802"/>
                  </a:cubicBezTo>
                  <a:lnTo>
                    <a:pt x="346729" y="315620"/>
                  </a:lnTo>
                  <a:cubicBezTo>
                    <a:pt x="327974" y="330337"/>
                    <a:pt x="269215" y="355092"/>
                    <a:pt x="218637" y="355092"/>
                  </a:cubicBezTo>
                  <a:cubicBezTo>
                    <a:pt x="146028" y="355092"/>
                    <a:pt x="81582" y="311401"/>
                    <a:pt x="81582" y="233258"/>
                  </a:cubicBezTo>
                  <a:lnTo>
                    <a:pt x="374694" y="233258"/>
                  </a:lnTo>
                  <a:cubicBezTo>
                    <a:pt x="377561" y="105699"/>
                    <a:pt x="330546" y="0"/>
                    <a:pt x="192310" y="0"/>
                  </a:cubicBezTo>
                  <a:moveTo>
                    <a:pt x="78600" y="173374"/>
                  </a:moveTo>
                  <a:cubicBezTo>
                    <a:pt x="84315" y="122301"/>
                    <a:pt x="115281" y="62941"/>
                    <a:pt x="190357" y="62941"/>
                  </a:cubicBezTo>
                  <a:cubicBezTo>
                    <a:pt x="256423" y="62941"/>
                    <a:pt x="293951" y="113024"/>
                    <a:pt x="293951" y="173374"/>
                  </a:cubicBezTo>
                  <a:lnTo>
                    <a:pt x="78600" y="173374"/>
                  </a:lnTo>
                  <a:close/>
                </a:path>
              </a:pathLst>
            </a:custGeom>
            <a:solidFill>
              <a:srgbClr val="000000"/>
            </a:solidFill>
            <a:ln w="9525" cap="flat">
              <a:noFill/>
              <a:prstDash val="solid"/>
              <a:miter/>
            </a:ln>
          </p:spPr>
          <p:txBody>
            <a:bodyPr rtlCol="0" anchor="ctr"/>
            <a:lstStyle/>
            <a:p>
              <a:endParaRPr lang="sv-SE"/>
            </a:p>
          </p:txBody>
        </p:sp>
        <p:sp>
          <p:nvSpPr>
            <p:cNvPr id="10" name="Frihandsfigur: Form 9">
              <a:extLst>
                <a:ext uri="{FF2B5EF4-FFF2-40B4-BE49-F238E27FC236}">
                  <a16:creationId xmlns:a16="http://schemas.microsoft.com/office/drawing/2014/main" id="{C1F3F9A0-517E-4768-8E7C-888BD4D9F3F1}"/>
                </a:ext>
              </a:extLst>
            </p:cNvPr>
            <p:cNvSpPr/>
            <p:nvPr/>
          </p:nvSpPr>
          <p:spPr>
            <a:xfrm>
              <a:off x="11275232" y="6145650"/>
              <a:ext cx="168797" cy="189165"/>
            </a:xfrm>
            <a:custGeom>
              <a:avLst/>
              <a:gdLst>
                <a:gd name="connsiteX0" fmla="*/ 192300 w 374808"/>
                <a:gd name="connsiteY0" fmla="*/ 0 h 420033"/>
                <a:gd name="connsiteX1" fmla="*/ 0 w 374808"/>
                <a:gd name="connsiteY1" fmla="*/ 204768 h 420033"/>
                <a:gd name="connsiteX2" fmla="*/ 215360 w 374808"/>
                <a:gd name="connsiteY2" fmla="*/ 420033 h 420033"/>
                <a:gd name="connsiteX3" fmla="*/ 346720 w 374808"/>
                <a:gd name="connsiteY3" fmla="*/ 392802 h 420033"/>
                <a:gd name="connsiteX4" fmla="*/ 346720 w 374808"/>
                <a:gd name="connsiteY4" fmla="*/ 315620 h 420033"/>
                <a:gd name="connsiteX5" fmla="*/ 218627 w 374808"/>
                <a:gd name="connsiteY5" fmla="*/ 355092 h 420033"/>
                <a:gd name="connsiteX6" fmla="*/ 81572 w 374808"/>
                <a:gd name="connsiteY6" fmla="*/ 233258 h 420033"/>
                <a:gd name="connsiteX7" fmla="*/ 374685 w 374808"/>
                <a:gd name="connsiteY7" fmla="*/ 233258 h 420033"/>
                <a:gd name="connsiteX8" fmla="*/ 192300 w 374808"/>
                <a:gd name="connsiteY8" fmla="*/ 0 h 420033"/>
                <a:gd name="connsiteX9" fmla="*/ 78591 w 374808"/>
                <a:gd name="connsiteY9" fmla="*/ 173374 h 420033"/>
                <a:gd name="connsiteX10" fmla="*/ 190357 w 374808"/>
                <a:gd name="connsiteY10" fmla="*/ 62941 h 420033"/>
                <a:gd name="connsiteX11" fmla="*/ 293941 w 374808"/>
                <a:gd name="connsiteY11" fmla="*/ 173374 h 420033"/>
                <a:gd name="connsiteX12" fmla="*/ 78591 w 374808"/>
                <a:gd name="connsiteY12" fmla="*/ 173374 h 42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4808" h="420033">
                  <a:moveTo>
                    <a:pt x="192300" y="0"/>
                  </a:moveTo>
                  <a:cubicBezTo>
                    <a:pt x="74838" y="0"/>
                    <a:pt x="0" y="87906"/>
                    <a:pt x="0" y="204768"/>
                  </a:cubicBezTo>
                  <a:cubicBezTo>
                    <a:pt x="0" y="333204"/>
                    <a:pt x="75619" y="420033"/>
                    <a:pt x="215360" y="420033"/>
                  </a:cubicBezTo>
                  <a:cubicBezTo>
                    <a:pt x="283893" y="420033"/>
                    <a:pt x="317335" y="402860"/>
                    <a:pt x="346720" y="392802"/>
                  </a:cubicBezTo>
                  <a:lnTo>
                    <a:pt x="346720" y="315620"/>
                  </a:lnTo>
                  <a:cubicBezTo>
                    <a:pt x="327965" y="330337"/>
                    <a:pt x="269205" y="355092"/>
                    <a:pt x="218627" y="355092"/>
                  </a:cubicBezTo>
                  <a:cubicBezTo>
                    <a:pt x="146018" y="355092"/>
                    <a:pt x="81572" y="311401"/>
                    <a:pt x="81572" y="233258"/>
                  </a:cubicBezTo>
                  <a:lnTo>
                    <a:pt x="374685" y="233258"/>
                  </a:lnTo>
                  <a:cubicBezTo>
                    <a:pt x="377562" y="105699"/>
                    <a:pt x="330537" y="0"/>
                    <a:pt x="192300" y="0"/>
                  </a:cubicBezTo>
                  <a:moveTo>
                    <a:pt x="78591" y="173374"/>
                  </a:moveTo>
                  <a:cubicBezTo>
                    <a:pt x="84306" y="122301"/>
                    <a:pt x="115281" y="62941"/>
                    <a:pt x="190357" y="62941"/>
                  </a:cubicBezTo>
                  <a:cubicBezTo>
                    <a:pt x="256413" y="62941"/>
                    <a:pt x="293941" y="113024"/>
                    <a:pt x="293941" y="173374"/>
                  </a:cubicBezTo>
                  <a:lnTo>
                    <a:pt x="78591" y="173374"/>
                  </a:lnTo>
                  <a:close/>
                </a:path>
              </a:pathLst>
            </a:custGeom>
            <a:solidFill>
              <a:srgbClr val="000000"/>
            </a:solidFill>
            <a:ln w="9525" cap="flat">
              <a:noFill/>
              <a:prstDash val="solid"/>
              <a:miter/>
            </a:ln>
          </p:spPr>
          <p:txBody>
            <a:bodyPr rtlCol="0" anchor="ctr"/>
            <a:lstStyle/>
            <a:p>
              <a:endParaRPr lang="sv-SE"/>
            </a:p>
          </p:txBody>
        </p:sp>
        <p:sp>
          <p:nvSpPr>
            <p:cNvPr id="13" name="Frihandsfigur: Form 12">
              <a:extLst>
                <a:ext uri="{FF2B5EF4-FFF2-40B4-BE49-F238E27FC236}">
                  <a16:creationId xmlns:a16="http://schemas.microsoft.com/office/drawing/2014/main" id="{9D71D1FE-53F8-4C08-8BDC-B148A115F2A5}"/>
                </a:ext>
              </a:extLst>
            </p:cNvPr>
            <p:cNvSpPr/>
            <p:nvPr/>
          </p:nvSpPr>
          <p:spPr>
            <a:xfrm>
              <a:off x="10794565" y="6103620"/>
              <a:ext cx="114580" cy="231187"/>
            </a:xfrm>
            <a:custGeom>
              <a:avLst/>
              <a:gdLst>
                <a:gd name="connsiteX0" fmla="*/ 144456 w 254422"/>
                <a:gd name="connsiteY0" fmla="*/ 380524 h 513340"/>
                <a:gd name="connsiteX1" fmla="*/ 144456 w 254422"/>
                <a:gd name="connsiteY1" fmla="*/ 170221 h 513340"/>
                <a:gd name="connsiteX2" fmla="*/ 234448 w 254422"/>
                <a:gd name="connsiteY2" fmla="*/ 170221 h 513340"/>
                <a:gd name="connsiteX3" fmla="*/ 234448 w 254422"/>
                <a:gd name="connsiteY3" fmla="*/ 103127 h 513340"/>
                <a:gd name="connsiteX4" fmla="*/ 144456 w 254422"/>
                <a:gd name="connsiteY4" fmla="*/ 103127 h 513340"/>
                <a:gd name="connsiteX5" fmla="*/ 144456 w 254422"/>
                <a:gd name="connsiteY5" fmla="*/ 0 h 513340"/>
                <a:gd name="connsiteX6" fmla="*/ 63522 w 254422"/>
                <a:gd name="connsiteY6" fmla="*/ 30194 h 513340"/>
                <a:gd name="connsiteX7" fmla="*/ 63522 w 254422"/>
                <a:gd name="connsiteY7" fmla="*/ 103127 h 513340"/>
                <a:gd name="connsiteX8" fmla="*/ 0 w 254422"/>
                <a:gd name="connsiteY8" fmla="*/ 103127 h 513340"/>
                <a:gd name="connsiteX9" fmla="*/ 0 w 254422"/>
                <a:gd name="connsiteY9" fmla="*/ 170221 h 513340"/>
                <a:gd name="connsiteX10" fmla="*/ 63522 w 254422"/>
                <a:gd name="connsiteY10" fmla="*/ 170221 h 513340"/>
                <a:gd name="connsiteX11" fmla="*/ 63522 w 254422"/>
                <a:gd name="connsiteY11" fmla="*/ 395145 h 513340"/>
                <a:gd name="connsiteX12" fmla="*/ 188595 w 254422"/>
                <a:gd name="connsiteY12" fmla="*/ 513340 h 513340"/>
                <a:gd name="connsiteX13" fmla="*/ 254422 w 254422"/>
                <a:gd name="connsiteY13" fmla="*/ 501301 h 513340"/>
                <a:gd name="connsiteX14" fmla="*/ 254422 w 254422"/>
                <a:gd name="connsiteY14" fmla="*/ 428816 h 513340"/>
                <a:gd name="connsiteX15" fmla="*/ 200892 w 254422"/>
                <a:gd name="connsiteY15" fmla="*/ 446218 h 513340"/>
                <a:gd name="connsiteX16" fmla="*/ 144456 w 254422"/>
                <a:gd name="connsiteY16" fmla="*/ 380524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144456" y="380524"/>
                  </a:moveTo>
                  <a:lnTo>
                    <a:pt x="144456" y="170221"/>
                  </a:lnTo>
                  <a:lnTo>
                    <a:pt x="234448" y="170221"/>
                  </a:lnTo>
                  <a:lnTo>
                    <a:pt x="234448" y="103127"/>
                  </a:lnTo>
                  <a:lnTo>
                    <a:pt x="144456" y="103127"/>
                  </a:lnTo>
                  <a:lnTo>
                    <a:pt x="144456" y="0"/>
                  </a:lnTo>
                  <a:lnTo>
                    <a:pt x="63522" y="30194"/>
                  </a:lnTo>
                  <a:lnTo>
                    <a:pt x="63522" y="103127"/>
                  </a:lnTo>
                  <a:lnTo>
                    <a:pt x="0" y="103127"/>
                  </a:lnTo>
                  <a:lnTo>
                    <a:pt x="0" y="170221"/>
                  </a:lnTo>
                  <a:lnTo>
                    <a:pt x="63522" y="170221"/>
                  </a:lnTo>
                  <a:lnTo>
                    <a:pt x="63522" y="395145"/>
                  </a:lnTo>
                  <a:cubicBezTo>
                    <a:pt x="63522" y="472450"/>
                    <a:pt x="106766" y="513340"/>
                    <a:pt x="188595" y="513340"/>
                  </a:cubicBezTo>
                  <a:cubicBezTo>
                    <a:pt x="213074" y="513340"/>
                    <a:pt x="239563" y="506244"/>
                    <a:pt x="254422" y="501301"/>
                  </a:cubicBezTo>
                  <a:lnTo>
                    <a:pt x="254422" y="428816"/>
                  </a:lnTo>
                  <a:cubicBezTo>
                    <a:pt x="234677" y="442703"/>
                    <a:pt x="218418" y="446218"/>
                    <a:pt x="200892" y="446218"/>
                  </a:cubicBezTo>
                  <a:cubicBezTo>
                    <a:pt x="172784" y="446218"/>
                    <a:pt x="144418" y="425920"/>
                    <a:pt x="144456" y="380524"/>
                  </a:cubicBezTo>
                </a:path>
              </a:pathLst>
            </a:custGeom>
            <a:solidFill>
              <a:srgbClr val="000000"/>
            </a:solidFill>
            <a:ln w="9525" cap="flat">
              <a:noFill/>
              <a:prstDash val="solid"/>
              <a:miter/>
            </a:ln>
          </p:spPr>
          <p:txBody>
            <a:bodyPr rtlCol="0" anchor="ctr"/>
            <a:lstStyle/>
            <a:p>
              <a:endParaRPr lang="sv-SE"/>
            </a:p>
          </p:txBody>
        </p:sp>
        <p:sp>
          <p:nvSpPr>
            <p:cNvPr id="14" name="Frihandsfigur: Form 13">
              <a:extLst>
                <a:ext uri="{FF2B5EF4-FFF2-40B4-BE49-F238E27FC236}">
                  <a16:creationId xmlns:a16="http://schemas.microsoft.com/office/drawing/2014/main" id="{DAD06676-2EF2-4367-A87F-117D07B717F0}"/>
                </a:ext>
              </a:extLst>
            </p:cNvPr>
            <p:cNvSpPr/>
            <p:nvPr/>
          </p:nvSpPr>
          <p:spPr>
            <a:xfrm>
              <a:off x="11456584" y="6103620"/>
              <a:ext cx="114580" cy="231187"/>
            </a:xfrm>
            <a:custGeom>
              <a:avLst/>
              <a:gdLst>
                <a:gd name="connsiteX0" fmla="*/ 200892 w 254422"/>
                <a:gd name="connsiteY0" fmla="*/ 446218 h 513340"/>
                <a:gd name="connsiteX1" fmla="*/ 144456 w 254422"/>
                <a:gd name="connsiteY1" fmla="*/ 380524 h 513340"/>
                <a:gd name="connsiteX2" fmla="*/ 144456 w 254422"/>
                <a:gd name="connsiteY2" fmla="*/ 170221 h 513340"/>
                <a:gd name="connsiteX3" fmla="*/ 234439 w 254422"/>
                <a:gd name="connsiteY3" fmla="*/ 170221 h 513340"/>
                <a:gd name="connsiteX4" fmla="*/ 234439 w 254422"/>
                <a:gd name="connsiteY4" fmla="*/ 103118 h 513340"/>
                <a:gd name="connsiteX5" fmla="*/ 144456 w 254422"/>
                <a:gd name="connsiteY5" fmla="*/ 103118 h 513340"/>
                <a:gd name="connsiteX6" fmla="*/ 144456 w 254422"/>
                <a:gd name="connsiteY6" fmla="*/ 0 h 513340"/>
                <a:gd name="connsiteX7" fmla="*/ 63513 w 254422"/>
                <a:gd name="connsiteY7" fmla="*/ 30194 h 513340"/>
                <a:gd name="connsiteX8" fmla="*/ 63513 w 254422"/>
                <a:gd name="connsiteY8" fmla="*/ 103118 h 513340"/>
                <a:gd name="connsiteX9" fmla="*/ 0 w 254422"/>
                <a:gd name="connsiteY9" fmla="*/ 103118 h 513340"/>
                <a:gd name="connsiteX10" fmla="*/ 0 w 254422"/>
                <a:gd name="connsiteY10" fmla="*/ 170221 h 513340"/>
                <a:gd name="connsiteX11" fmla="*/ 63513 w 254422"/>
                <a:gd name="connsiteY11" fmla="*/ 170221 h 513340"/>
                <a:gd name="connsiteX12" fmla="*/ 63513 w 254422"/>
                <a:gd name="connsiteY12" fmla="*/ 395135 h 513340"/>
                <a:gd name="connsiteX13" fmla="*/ 188595 w 254422"/>
                <a:gd name="connsiteY13" fmla="*/ 513340 h 513340"/>
                <a:gd name="connsiteX14" fmla="*/ 254422 w 254422"/>
                <a:gd name="connsiteY14" fmla="*/ 501301 h 513340"/>
                <a:gd name="connsiteX15" fmla="*/ 254422 w 254422"/>
                <a:gd name="connsiteY15" fmla="*/ 428816 h 513340"/>
                <a:gd name="connsiteX16" fmla="*/ 200892 w 254422"/>
                <a:gd name="connsiteY16" fmla="*/ 446218 h 513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4422" h="513340">
                  <a:moveTo>
                    <a:pt x="200892" y="446218"/>
                  </a:moveTo>
                  <a:cubicBezTo>
                    <a:pt x="172783" y="446218"/>
                    <a:pt x="144418" y="425920"/>
                    <a:pt x="144456" y="380524"/>
                  </a:cubicBezTo>
                  <a:lnTo>
                    <a:pt x="144456" y="170221"/>
                  </a:lnTo>
                  <a:lnTo>
                    <a:pt x="234439" y="170221"/>
                  </a:lnTo>
                  <a:lnTo>
                    <a:pt x="234439" y="103118"/>
                  </a:lnTo>
                  <a:lnTo>
                    <a:pt x="144456" y="103118"/>
                  </a:lnTo>
                  <a:lnTo>
                    <a:pt x="144456" y="0"/>
                  </a:lnTo>
                  <a:lnTo>
                    <a:pt x="63513" y="30194"/>
                  </a:lnTo>
                  <a:lnTo>
                    <a:pt x="63513" y="103118"/>
                  </a:lnTo>
                  <a:lnTo>
                    <a:pt x="0" y="103118"/>
                  </a:lnTo>
                  <a:lnTo>
                    <a:pt x="0" y="170221"/>
                  </a:lnTo>
                  <a:lnTo>
                    <a:pt x="63513" y="170221"/>
                  </a:lnTo>
                  <a:lnTo>
                    <a:pt x="63513" y="395135"/>
                  </a:lnTo>
                  <a:cubicBezTo>
                    <a:pt x="63513" y="472450"/>
                    <a:pt x="106766" y="513340"/>
                    <a:pt x="188595" y="513340"/>
                  </a:cubicBezTo>
                  <a:cubicBezTo>
                    <a:pt x="213074" y="513340"/>
                    <a:pt x="239563" y="506244"/>
                    <a:pt x="254422" y="501301"/>
                  </a:cubicBezTo>
                  <a:lnTo>
                    <a:pt x="254422" y="428816"/>
                  </a:lnTo>
                  <a:cubicBezTo>
                    <a:pt x="234677" y="442693"/>
                    <a:pt x="218408" y="446218"/>
                    <a:pt x="200892" y="446218"/>
                  </a:cubicBezTo>
                </a:path>
              </a:pathLst>
            </a:custGeom>
            <a:solidFill>
              <a:srgbClr val="000000"/>
            </a:solidFill>
            <a:ln w="9525" cap="flat">
              <a:noFill/>
              <a:prstDash val="solid"/>
              <a:miter/>
            </a:ln>
          </p:spPr>
          <p:txBody>
            <a:bodyPr rtlCol="0" anchor="ctr"/>
            <a:lstStyle/>
            <a:p>
              <a:endParaRPr lang="sv-SE"/>
            </a:p>
          </p:txBody>
        </p:sp>
        <p:sp>
          <p:nvSpPr>
            <p:cNvPr id="15" name="Frihandsfigur: Form 14">
              <a:extLst>
                <a:ext uri="{FF2B5EF4-FFF2-40B4-BE49-F238E27FC236}">
                  <a16:creationId xmlns:a16="http://schemas.microsoft.com/office/drawing/2014/main" id="{EF17BE34-60DF-4D2F-BFF1-739708A80331}"/>
                </a:ext>
              </a:extLst>
            </p:cNvPr>
            <p:cNvSpPr/>
            <p:nvPr/>
          </p:nvSpPr>
          <p:spPr>
            <a:xfrm>
              <a:off x="10406507" y="6145822"/>
              <a:ext cx="171881" cy="247736"/>
            </a:xfrm>
            <a:custGeom>
              <a:avLst/>
              <a:gdLst>
                <a:gd name="connsiteX0" fmla="*/ 208121 w 381657"/>
                <a:gd name="connsiteY0" fmla="*/ 0 h 550087"/>
                <a:gd name="connsiteX1" fmla="*/ 77857 w 381657"/>
                <a:gd name="connsiteY1" fmla="*/ 58064 h 550087"/>
                <a:gd name="connsiteX2" fmla="*/ 77857 w 381657"/>
                <a:gd name="connsiteY2" fmla="*/ 9211 h 550087"/>
                <a:gd name="connsiteX3" fmla="*/ 0 w 381657"/>
                <a:gd name="connsiteY3" fmla="*/ 9211 h 550087"/>
                <a:gd name="connsiteX4" fmla="*/ 0 w 381657"/>
                <a:gd name="connsiteY4" fmla="*/ 550088 h 550087"/>
                <a:gd name="connsiteX5" fmla="*/ 80934 w 381657"/>
                <a:gd name="connsiteY5" fmla="*/ 550088 h 550087"/>
                <a:gd name="connsiteX6" fmla="*/ 80934 w 381657"/>
                <a:gd name="connsiteY6" fmla="*/ 363379 h 550087"/>
                <a:gd name="connsiteX7" fmla="*/ 208912 w 381657"/>
                <a:gd name="connsiteY7" fmla="*/ 419424 h 550087"/>
                <a:gd name="connsiteX8" fmla="*/ 381657 w 381657"/>
                <a:gd name="connsiteY8" fmla="*/ 202749 h 550087"/>
                <a:gd name="connsiteX9" fmla="*/ 208121 w 381657"/>
                <a:gd name="connsiteY9" fmla="*/ 0 h 550087"/>
                <a:gd name="connsiteX10" fmla="*/ 191986 w 381657"/>
                <a:gd name="connsiteY10" fmla="*/ 356654 h 550087"/>
                <a:gd name="connsiteX11" fmla="*/ 76619 w 381657"/>
                <a:gd name="connsiteY11" fmla="*/ 210426 h 550087"/>
                <a:gd name="connsiteX12" fmla="*/ 192748 w 381657"/>
                <a:gd name="connsiteY12" fmla="*/ 62760 h 550087"/>
                <a:gd name="connsiteX13" fmla="*/ 300437 w 381657"/>
                <a:gd name="connsiteY13" fmla="*/ 208121 h 550087"/>
                <a:gd name="connsiteX14" fmla="*/ 191986 w 381657"/>
                <a:gd name="connsiteY14" fmla="*/ 356654 h 550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657" h="550087">
                  <a:moveTo>
                    <a:pt x="208121" y="0"/>
                  </a:moveTo>
                  <a:cubicBezTo>
                    <a:pt x="145628" y="0"/>
                    <a:pt x="101279" y="28623"/>
                    <a:pt x="77857" y="58064"/>
                  </a:cubicBezTo>
                  <a:lnTo>
                    <a:pt x="77857" y="9211"/>
                  </a:lnTo>
                  <a:lnTo>
                    <a:pt x="0" y="9211"/>
                  </a:lnTo>
                  <a:lnTo>
                    <a:pt x="0" y="550088"/>
                  </a:lnTo>
                  <a:lnTo>
                    <a:pt x="80934" y="550088"/>
                  </a:lnTo>
                  <a:lnTo>
                    <a:pt x="80934" y="363379"/>
                  </a:lnTo>
                  <a:cubicBezTo>
                    <a:pt x="108175" y="400421"/>
                    <a:pt x="151019" y="419424"/>
                    <a:pt x="208912" y="419424"/>
                  </a:cubicBezTo>
                  <a:cubicBezTo>
                    <a:pt x="336404" y="419424"/>
                    <a:pt x="381657" y="302695"/>
                    <a:pt x="381657" y="202749"/>
                  </a:cubicBezTo>
                  <a:cubicBezTo>
                    <a:pt x="381657" y="109214"/>
                    <a:pt x="336194" y="0"/>
                    <a:pt x="208121" y="0"/>
                  </a:cubicBezTo>
                  <a:moveTo>
                    <a:pt x="191986" y="356654"/>
                  </a:moveTo>
                  <a:cubicBezTo>
                    <a:pt x="110461" y="356654"/>
                    <a:pt x="76619" y="275815"/>
                    <a:pt x="76619" y="210426"/>
                  </a:cubicBezTo>
                  <a:cubicBezTo>
                    <a:pt x="76619" y="137360"/>
                    <a:pt x="114300" y="62760"/>
                    <a:pt x="192748" y="62760"/>
                  </a:cubicBezTo>
                  <a:cubicBezTo>
                    <a:pt x="271205" y="62760"/>
                    <a:pt x="301962" y="137360"/>
                    <a:pt x="300437" y="208121"/>
                  </a:cubicBezTo>
                  <a:cubicBezTo>
                    <a:pt x="301962" y="269653"/>
                    <a:pt x="269653" y="356654"/>
                    <a:pt x="191986" y="356654"/>
                  </a:cubicBezTo>
                </a:path>
              </a:pathLst>
            </a:custGeom>
            <a:solidFill>
              <a:srgbClr val="000000"/>
            </a:solidFill>
            <a:ln w="9525" cap="flat">
              <a:noFill/>
              <a:prstDash val="solid"/>
              <a:miter/>
            </a:ln>
          </p:spPr>
          <p:txBody>
            <a:bodyPr rtlCol="0" anchor="ctr"/>
            <a:lstStyle/>
            <a:p>
              <a:endParaRPr lang="sv-SE"/>
            </a:p>
          </p:txBody>
        </p:sp>
        <p:sp>
          <p:nvSpPr>
            <p:cNvPr id="16" name="Frihandsfigur: Form 15">
              <a:extLst>
                <a:ext uri="{FF2B5EF4-FFF2-40B4-BE49-F238E27FC236}">
                  <a16:creationId xmlns:a16="http://schemas.microsoft.com/office/drawing/2014/main" id="{D2D3D4C5-CD55-4922-8334-8B405278593C}"/>
                </a:ext>
              </a:extLst>
            </p:cNvPr>
            <p:cNvSpPr/>
            <p:nvPr/>
          </p:nvSpPr>
          <p:spPr>
            <a:xfrm>
              <a:off x="10220852" y="6145822"/>
              <a:ext cx="154838" cy="188890"/>
            </a:xfrm>
            <a:custGeom>
              <a:avLst/>
              <a:gdLst>
                <a:gd name="connsiteX0" fmla="*/ 340100 w 343814"/>
                <a:gd name="connsiteY0" fmla="*/ 166611 h 419423"/>
                <a:gd name="connsiteX1" fmla="*/ 178137 w 343814"/>
                <a:gd name="connsiteY1" fmla="*/ 0 h 419423"/>
                <a:gd name="connsiteX2" fmla="*/ 44453 w 343814"/>
                <a:gd name="connsiteY2" fmla="*/ 38872 h 419423"/>
                <a:gd name="connsiteX3" fmla="*/ 48987 w 343814"/>
                <a:gd name="connsiteY3" fmla="*/ 111585 h 419423"/>
                <a:gd name="connsiteX4" fmla="*/ 166602 w 343814"/>
                <a:gd name="connsiteY4" fmla="*/ 67085 h 419423"/>
                <a:gd name="connsiteX5" fmla="*/ 258947 w 343814"/>
                <a:gd name="connsiteY5" fmla="*/ 160525 h 419423"/>
                <a:gd name="connsiteX6" fmla="*/ 186595 w 343814"/>
                <a:gd name="connsiteY6" fmla="*/ 159210 h 419423"/>
                <a:gd name="connsiteX7" fmla="*/ 0 w 343814"/>
                <a:gd name="connsiteY7" fmla="*/ 292760 h 419423"/>
                <a:gd name="connsiteX8" fmla="*/ 148142 w 343814"/>
                <a:gd name="connsiteY8" fmla="*/ 419424 h 419423"/>
                <a:gd name="connsiteX9" fmla="*/ 266871 w 343814"/>
                <a:gd name="connsiteY9" fmla="*/ 365808 h 419423"/>
                <a:gd name="connsiteX10" fmla="*/ 266871 w 343814"/>
                <a:gd name="connsiteY10" fmla="*/ 410232 h 419423"/>
                <a:gd name="connsiteX11" fmla="*/ 343814 w 343814"/>
                <a:gd name="connsiteY11" fmla="*/ 410232 h 419423"/>
                <a:gd name="connsiteX12" fmla="*/ 340100 w 343814"/>
                <a:gd name="connsiteY12" fmla="*/ 328974 h 419423"/>
                <a:gd name="connsiteX13" fmla="*/ 340100 w 343814"/>
                <a:gd name="connsiteY13" fmla="*/ 166611 h 419423"/>
                <a:gd name="connsiteX14" fmla="*/ 263500 w 343814"/>
                <a:gd name="connsiteY14" fmla="*/ 253498 h 419423"/>
                <a:gd name="connsiteX15" fmla="*/ 154286 w 343814"/>
                <a:gd name="connsiteY15" fmla="*/ 356654 h 419423"/>
                <a:gd name="connsiteX16" fmla="*/ 81229 w 343814"/>
                <a:gd name="connsiteY16" fmla="*/ 292760 h 419423"/>
                <a:gd name="connsiteX17" fmla="*/ 217351 w 343814"/>
                <a:gd name="connsiteY17" fmla="*/ 217341 h 419423"/>
                <a:gd name="connsiteX18" fmla="*/ 263500 w 343814"/>
                <a:gd name="connsiteY18" fmla="*/ 218885 h 419423"/>
                <a:gd name="connsiteX19" fmla="*/ 263500 w 343814"/>
                <a:gd name="connsiteY19" fmla="*/ 253498 h 4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3814" h="419423">
                  <a:moveTo>
                    <a:pt x="340100" y="166611"/>
                  </a:moveTo>
                  <a:cubicBezTo>
                    <a:pt x="340100" y="52921"/>
                    <a:pt x="288636" y="0"/>
                    <a:pt x="178137" y="0"/>
                  </a:cubicBezTo>
                  <a:cubicBezTo>
                    <a:pt x="130159" y="0"/>
                    <a:pt x="86239" y="13973"/>
                    <a:pt x="44453" y="38872"/>
                  </a:cubicBezTo>
                  <a:lnTo>
                    <a:pt x="48987" y="111585"/>
                  </a:lnTo>
                  <a:cubicBezTo>
                    <a:pt x="78953" y="84763"/>
                    <a:pt x="121539" y="67085"/>
                    <a:pt x="166602" y="67085"/>
                  </a:cubicBezTo>
                  <a:cubicBezTo>
                    <a:pt x="230819" y="67085"/>
                    <a:pt x="257689" y="94440"/>
                    <a:pt x="258947" y="160525"/>
                  </a:cubicBezTo>
                  <a:cubicBezTo>
                    <a:pt x="232924" y="159268"/>
                    <a:pt x="213112" y="159210"/>
                    <a:pt x="186595" y="159210"/>
                  </a:cubicBezTo>
                  <a:cubicBezTo>
                    <a:pt x="117300" y="159210"/>
                    <a:pt x="0" y="187328"/>
                    <a:pt x="0" y="292760"/>
                  </a:cubicBezTo>
                  <a:cubicBezTo>
                    <a:pt x="0" y="374456"/>
                    <a:pt x="52616" y="419424"/>
                    <a:pt x="148142" y="419424"/>
                  </a:cubicBezTo>
                  <a:cubicBezTo>
                    <a:pt x="212065" y="419424"/>
                    <a:pt x="249584" y="386524"/>
                    <a:pt x="266871" y="365808"/>
                  </a:cubicBezTo>
                  <a:lnTo>
                    <a:pt x="266871" y="410232"/>
                  </a:lnTo>
                  <a:lnTo>
                    <a:pt x="343814" y="410232"/>
                  </a:lnTo>
                  <a:cubicBezTo>
                    <a:pt x="340576" y="386496"/>
                    <a:pt x="340100" y="365989"/>
                    <a:pt x="340100" y="328974"/>
                  </a:cubicBezTo>
                  <a:lnTo>
                    <a:pt x="340100" y="166611"/>
                  </a:lnTo>
                  <a:close/>
                  <a:moveTo>
                    <a:pt x="263500" y="253498"/>
                  </a:moveTo>
                  <a:cubicBezTo>
                    <a:pt x="263500" y="312049"/>
                    <a:pt x="225828" y="356654"/>
                    <a:pt x="154286" y="356654"/>
                  </a:cubicBezTo>
                  <a:cubicBezTo>
                    <a:pt x="121215" y="356654"/>
                    <a:pt x="81229" y="334366"/>
                    <a:pt x="81229" y="292760"/>
                  </a:cubicBezTo>
                  <a:cubicBezTo>
                    <a:pt x="81229" y="223495"/>
                    <a:pt x="178137" y="217341"/>
                    <a:pt x="217351" y="217341"/>
                  </a:cubicBezTo>
                  <a:cubicBezTo>
                    <a:pt x="232743" y="217341"/>
                    <a:pt x="248117" y="218885"/>
                    <a:pt x="263500" y="218885"/>
                  </a:cubicBezTo>
                  <a:lnTo>
                    <a:pt x="263500" y="253498"/>
                  </a:lnTo>
                  <a:close/>
                </a:path>
              </a:pathLst>
            </a:custGeom>
            <a:solidFill>
              <a:srgbClr val="000000"/>
            </a:solidFill>
            <a:ln w="9525" cap="flat">
              <a:noFill/>
              <a:prstDash val="solid"/>
              <a:miter/>
            </a:ln>
          </p:spPr>
          <p:txBody>
            <a:bodyPr rtlCol="0" anchor="ctr"/>
            <a:lstStyle/>
            <a:p>
              <a:endParaRPr lang="sv-SE"/>
            </a:p>
          </p:txBody>
        </p:sp>
        <p:sp>
          <p:nvSpPr>
            <p:cNvPr id="17" name="Frihandsfigur: Form 16">
              <a:extLst>
                <a:ext uri="{FF2B5EF4-FFF2-40B4-BE49-F238E27FC236}">
                  <a16:creationId xmlns:a16="http://schemas.microsoft.com/office/drawing/2014/main" id="{B14C1FA1-5A82-458E-A114-A31CA030F69A}"/>
                </a:ext>
              </a:extLst>
            </p:cNvPr>
            <p:cNvSpPr/>
            <p:nvPr/>
          </p:nvSpPr>
          <p:spPr>
            <a:xfrm>
              <a:off x="11120813" y="6083755"/>
              <a:ext cx="161565" cy="246818"/>
            </a:xfrm>
            <a:custGeom>
              <a:avLst/>
              <a:gdLst>
                <a:gd name="connsiteX0" fmla="*/ 336499 w 358749"/>
                <a:gd name="connsiteY0" fmla="*/ 147037 h 548049"/>
                <a:gd name="connsiteX1" fmla="*/ 232467 w 358749"/>
                <a:gd name="connsiteY1" fmla="*/ 147037 h 548049"/>
                <a:gd name="connsiteX2" fmla="*/ 80934 w 358749"/>
                <a:gd name="connsiteY2" fmla="*/ 300076 h 548049"/>
                <a:gd name="connsiteX3" fmla="*/ 80934 w 358749"/>
                <a:gd name="connsiteY3" fmla="*/ 0 h 548049"/>
                <a:gd name="connsiteX4" fmla="*/ 0 w 358749"/>
                <a:gd name="connsiteY4" fmla="*/ 0 h 548049"/>
                <a:gd name="connsiteX5" fmla="*/ 0 w 358749"/>
                <a:gd name="connsiteY5" fmla="*/ 548049 h 548049"/>
                <a:gd name="connsiteX6" fmla="*/ 80934 w 358749"/>
                <a:gd name="connsiteY6" fmla="*/ 548049 h 548049"/>
                <a:gd name="connsiteX7" fmla="*/ 80934 w 358749"/>
                <a:gd name="connsiteY7" fmla="*/ 353654 h 548049"/>
                <a:gd name="connsiteX8" fmla="*/ 250012 w 358749"/>
                <a:gd name="connsiteY8" fmla="*/ 548049 h 548049"/>
                <a:gd name="connsiteX9" fmla="*/ 358750 w 358749"/>
                <a:gd name="connsiteY9" fmla="*/ 548049 h 548049"/>
                <a:gd name="connsiteX10" fmla="*/ 156515 w 358749"/>
                <a:gd name="connsiteY10" fmla="*/ 325345 h 548049"/>
                <a:gd name="connsiteX11" fmla="*/ 336499 w 358749"/>
                <a:gd name="connsiteY11" fmla="*/ 147037 h 5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8749" h="548049">
                  <a:moveTo>
                    <a:pt x="336499" y="147037"/>
                  </a:moveTo>
                  <a:lnTo>
                    <a:pt x="232467" y="147037"/>
                  </a:lnTo>
                  <a:cubicBezTo>
                    <a:pt x="232467" y="147037"/>
                    <a:pt x="94345" y="286503"/>
                    <a:pt x="80934" y="300076"/>
                  </a:cubicBezTo>
                  <a:lnTo>
                    <a:pt x="80934" y="0"/>
                  </a:lnTo>
                  <a:lnTo>
                    <a:pt x="0" y="0"/>
                  </a:lnTo>
                  <a:lnTo>
                    <a:pt x="0" y="548049"/>
                  </a:lnTo>
                  <a:lnTo>
                    <a:pt x="80934" y="548049"/>
                  </a:lnTo>
                  <a:lnTo>
                    <a:pt x="80934" y="353654"/>
                  </a:lnTo>
                  <a:cubicBezTo>
                    <a:pt x="94802" y="369608"/>
                    <a:pt x="250012" y="548049"/>
                    <a:pt x="250012" y="548049"/>
                  </a:cubicBezTo>
                  <a:lnTo>
                    <a:pt x="358750" y="548049"/>
                  </a:lnTo>
                  <a:cubicBezTo>
                    <a:pt x="358750" y="548049"/>
                    <a:pt x="162240" y="331432"/>
                    <a:pt x="156515" y="325345"/>
                  </a:cubicBezTo>
                  <a:cubicBezTo>
                    <a:pt x="162535" y="319630"/>
                    <a:pt x="336499" y="147037"/>
                    <a:pt x="336499" y="147037"/>
                  </a:cubicBezTo>
                </a:path>
              </a:pathLst>
            </a:custGeom>
            <a:solidFill>
              <a:srgbClr val="000000"/>
            </a:solidFill>
            <a:ln w="9525" cap="flat">
              <a:noFill/>
              <a:prstDash val="solid"/>
              <a:miter/>
            </a:ln>
          </p:spPr>
          <p:txBody>
            <a:bodyPr rtlCol="0" anchor="ctr"/>
            <a:lstStyle/>
            <a:p>
              <a:endParaRPr lang="sv-SE"/>
            </a:p>
          </p:txBody>
        </p:sp>
        <p:sp>
          <p:nvSpPr>
            <p:cNvPr id="18" name="Frihandsfigur: Form 17">
              <a:extLst>
                <a:ext uri="{FF2B5EF4-FFF2-40B4-BE49-F238E27FC236}">
                  <a16:creationId xmlns:a16="http://schemas.microsoft.com/office/drawing/2014/main" id="{FFC8107F-5679-4567-B64F-7CBBEA83CD24}"/>
                </a:ext>
              </a:extLst>
            </p:cNvPr>
            <p:cNvSpPr/>
            <p:nvPr/>
          </p:nvSpPr>
          <p:spPr>
            <a:xfrm>
              <a:off x="9835686" y="6074987"/>
              <a:ext cx="329032" cy="326438"/>
            </a:xfrm>
            <a:custGeom>
              <a:avLst/>
              <a:gdLst>
                <a:gd name="connsiteX0" fmla="*/ 372018 w 730605"/>
                <a:gd name="connsiteY0" fmla="*/ 0 h 724842"/>
                <a:gd name="connsiteX1" fmla="*/ 0 w 730605"/>
                <a:gd name="connsiteY1" fmla="*/ 362426 h 724842"/>
                <a:gd name="connsiteX2" fmla="*/ 372018 w 730605"/>
                <a:gd name="connsiteY2" fmla="*/ 724843 h 724842"/>
                <a:gd name="connsiteX3" fmla="*/ 730606 w 730605"/>
                <a:gd name="connsiteY3" fmla="*/ 724843 h 724842"/>
                <a:gd name="connsiteX4" fmla="*/ 730606 w 730605"/>
                <a:gd name="connsiteY4" fmla="*/ 0 h 724842"/>
                <a:gd name="connsiteX5" fmla="*/ 372018 w 730605"/>
                <a:gd name="connsiteY5" fmla="*/ 0 h 72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605" h="724842">
                  <a:moveTo>
                    <a:pt x="372018" y="0"/>
                  </a:moveTo>
                  <a:cubicBezTo>
                    <a:pt x="171860" y="0"/>
                    <a:pt x="0" y="162258"/>
                    <a:pt x="0" y="362426"/>
                  </a:cubicBezTo>
                  <a:cubicBezTo>
                    <a:pt x="0" y="562585"/>
                    <a:pt x="171860" y="724843"/>
                    <a:pt x="372018" y="724843"/>
                  </a:cubicBezTo>
                  <a:lnTo>
                    <a:pt x="730606" y="724843"/>
                  </a:lnTo>
                  <a:lnTo>
                    <a:pt x="730606" y="0"/>
                  </a:lnTo>
                  <a:lnTo>
                    <a:pt x="372018" y="0"/>
                  </a:lnTo>
                  <a:close/>
                </a:path>
              </a:pathLst>
            </a:custGeom>
            <a:solidFill>
              <a:srgbClr val="51AF3D"/>
            </a:solidFill>
            <a:ln w="9525" cap="flat">
              <a:noFill/>
              <a:prstDash val="solid"/>
              <a:miter/>
            </a:ln>
          </p:spPr>
          <p:txBody>
            <a:bodyPr rtlCol="0" anchor="ctr"/>
            <a:lstStyle/>
            <a:p>
              <a:endParaRPr lang="sv-SE"/>
            </a:p>
          </p:txBody>
        </p:sp>
        <p:sp>
          <p:nvSpPr>
            <p:cNvPr id="19" name="Frihandsfigur: Form 18">
              <a:extLst>
                <a:ext uri="{FF2B5EF4-FFF2-40B4-BE49-F238E27FC236}">
                  <a16:creationId xmlns:a16="http://schemas.microsoft.com/office/drawing/2014/main" id="{529C3DDB-6C45-4193-B13C-B1E47E232BAF}"/>
                </a:ext>
              </a:extLst>
            </p:cNvPr>
            <p:cNvSpPr/>
            <p:nvPr/>
          </p:nvSpPr>
          <p:spPr>
            <a:xfrm>
              <a:off x="9908824" y="6113817"/>
              <a:ext cx="222477" cy="241868"/>
            </a:xfrm>
            <a:custGeom>
              <a:avLst/>
              <a:gdLst>
                <a:gd name="connsiteX0" fmla="*/ 494005 w 494004"/>
                <a:gd name="connsiteY0" fmla="*/ 344329 h 537057"/>
                <a:gd name="connsiteX1" fmla="*/ 456114 w 494004"/>
                <a:gd name="connsiteY1" fmla="*/ 268529 h 537057"/>
                <a:gd name="connsiteX2" fmla="*/ 411528 w 494004"/>
                <a:gd name="connsiteY2" fmla="*/ 268529 h 537057"/>
                <a:gd name="connsiteX3" fmla="*/ 411528 w 494004"/>
                <a:gd name="connsiteY3" fmla="*/ 122063 h 537057"/>
                <a:gd name="connsiteX4" fmla="*/ 289455 w 494004"/>
                <a:gd name="connsiteY4" fmla="*/ 0 h 537057"/>
                <a:gd name="connsiteX5" fmla="*/ 167383 w 494004"/>
                <a:gd name="connsiteY5" fmla="*/ 122063 h 537057"/>
                <a:gd name="connsiteX6" fmla="*/ 167383 w 494004"/>
                <a:gd name="connsiteY6" fmla="*/ 215589 h 537057"/>
                <a:gd name="connsiteX7" fmla="*/ 244135 w 494004"/>
                <a:gd name="connsiteY7" fmla="*/ 177213 h 537057"/>
                <a:gd name="connsiteX8" fmla="*/ 244135 w 494004"/>
                <a:gd name="connsiteY8" fmla="*/ 121120 h 537057"/>
                <a:gd name="connsiteX9" fmla="*/ 289455 w 494004"/>
                <a:gd name="connsiteY9" fmla="*/ 75800 h 537057"/>
                <a:gd name="connsiteX10" fmla="*/ 334775 w 494004"/>
                <a:gd name="connsiteY10" fmla="*/ 121120 h 537057"/>
                <a:gd name="connsiteX11" fmla="*/ 334775 w 494004"/>
                <a:gd name="connsiteY11" fmla="*/ 268529 h 537057"/>
                <a:gd name="connsiteX12" fmla="*/ 9754 w 494004"/>
                <a:gd name="connsiteY12" fmla="*/ 268529 h 537057"/>
                <a:gd name="connsiteX13" fmla="*/ 0 w 494004"/>
                <a:gd name="connsiteY13" fmla="*/ 331299 h 537057"/>
                <a:gd name="connsiteX14" fmla="*/ 205759 w 494004"/>
                <a:gd name="connsiteY14" fmla="*/ 537058 h 537057"/>
                <a:gd name="connsiteX15" fmla="*/ 411118 w 494004"/>
                <a:gd name="connsiteY15" fmla="*/ 344329 h 537057"/>
                <a:gd name="connsiteX16" fmla="*/ 494005 w 494004"/>
                <a:gd name="connsiteY16" fmla="*/ 344329 h 537057"/>
                <a:gd name="connsiteX17" fmla="*/ 205759 w 494004"/>
                <a:gd name="connsiteY17" fmla="*/ 461258 h 537057"/>
                <a:gd name="connsiteX18" fmla="*/ 77400 w 494004"/>
                <a:gd name="connsiteY18" fmla="*/ 344329 h 537057"/>
                <a:gd name="connsiteX19" fmla="*/ 334118 w 494004"/>
                <a:gd name="connsiteY19" fmla="*/ 344329 h 537057"/>
                <a:gd name="connsiteX20" fmla="*/ 205759 w 494004"/>
                <a:gd name="connsiteY20" fmla="*/ 461258 h 53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4004" h="537057">
                  <a:moveTo>
                    <a:pt x="494005" y="344329"/>
                  </a:moveTo>
                  <a:lnTo>
                    <a:pt x="456114" y="268529"/>
                  </a:lnTo>
                  <a:lnTo>
                    <a:pt x="411528" y="268529"/>
                  </a:lnTo>
                  <a:lnTo>
                    <a:pt x="411528" y="122063"/>
                  </a:lnTo>
                  <a:cubicBezTo>
                    <a:pt x="411528" y="54645"/>
                    <a:pt x="356873" y="0"/>
                    <a:pt x="289455" y="0"/>
                  </a:cubicBezTo>
                  <a:cubicBezTo>
                    <a:pt x="222037" y="0"/>
                    <a:pt x="167383" y="54645"/>
                    <a:pt x="167383" y="122063"/>
                  </a:cubicBezTo>
                  <a:lnTo>
                    <a:pt x="167383" y="215589"/>
                  </a:lnTo>
                  <a:lnTo>
                    <a:pt x="244135" y="177213"/>
                  </a:lnTo>
                  <a:lnTo>
                    <a:pt x="244135" y="121120"/>
                  </a:lnTo>
                  <a:cubicBezTo>
                    <a:pt x="244135" y="96088"/>
                    <a:pt x="264424" y="75800"/>
                    <a:pt x="289455" y="75800"/>
                  </a:cubicBezTo>
                  <a:cubicBezTo>
                    <a:pt x="314487" y="75800"/>
                    <a:pt x="334775" y="96088"/>
                    <a:pt x="334775" y="121120"/>
                  </a:cubicBezTo>
                  <a:lnTo>
                    <a:pt x="334775" y="268529"/>
                  </a:lnTo>
                  <a:lnTo>
                    <a:pt x="9754" y="268529"/>
                  </a:lnTo>
                  <a:cubicBezTo>
                    <a:pt x="3419" y="288312"/>
                    <a:pt x="0" y="309410"/>
                    <a:pt x="0" y="331299"/>
                  </a:cubicBezTo>
                  <a:cubicBezTo>
                    <a:pt x="0" y="444932"/>
                    <a:pt x="92126" y="537058"/>
                    <a:pt x="205759" y="537058"/>
                  </a:cubicBezTo>
                  <a:cubicBezTo>
                    <a:pt x="315020" y="537058"/>
                    <a:pt x="404393" y="451904"/>
                    <a:pt x="411118" y="344329"/>
                  </a:cubicBezTo>
                  <a:lnTo>
                    <a:pt x="494005" y="344329"/>
                  </a:lnTo>
                  <a:close/>
                  <a:moveTo>
                    <a:pt x="205759" y="461258"/>
                  </a:moveTo>
                  <a:cubicBezTo>
                    <a:pt x="138884" y="461258"/>
                    <a:pt x="83896" y="409985"/>
                    <a:pt x="77400" y="344329"/>
                  </a:cubicBezTo>
                  <a:lnTo>
                    <a:pt x="334118" y="344329"/>
                  </a:lnTo>
                  <a:cubicBezTo>
                    <a:pt x="327631" y="409985"/>
                    <a:pt x="272644" y="461258"/>
                    <a:pt x="205759" y="461258"/>
                  </a:cubicBezTo>
                </a:path>
              </a:pathLst>
            </a:custGeom>
            <a:solidFill>
              <a:srgbClr val="FFFFFF"/>
            </a:solidFill>
            <a:ln w="9525" cap="flat">
              <a:noFill/>
              <a:prstDash val="solid"/>
              <a:miter/>
            </a:ln>
          </p:spPr>
          <p:txBody>
            <a:bodyPr rtlCol="0" anchor="ctr"/>
            <a:lstStyle/>
            <a:p>
              <a:endParaRPr lang="sv-SE"/>
            </a:p>
          </p:txBody>
        </p:sp>
      </p:grpSp>
    </p:spTree>
    <p:extLst>
      <p:ext uri="{BB962C8B-B14F-4D97-AF65-F5344CB8AC3E}">
        <p14:creationId xmlns:p14="http://schemas.microsoft.com/office/powerpoint/2010/main" val="421023729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Lst>
  <p:hf sldNum="0" hdr="0" ftr="0" dt="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890">
          <p15:clr>
            <a:srgbClr val="A4A3A4"/>
          </p15:clr>
        </p15:guide>
        <p15:guide id="4" orient="horz" pos="837">
          <p15:clr>
            <a:srgbClr val="A4A3A4"/>
          </p15:clr>
        </p15:guide>
        <p15:guide id="5" orient="horz" pos="255">
          <p15:clr>
            <a:srgbClr val="A4A3A4"/>
          </p15:clr>
        </p15:guide>
        <p15:guide id="6" pos="395">
          <p15:clr>
            <a:srgbClr val="A4A3A4"/>
          </p15:clr>
        </p15:guide>
        <p15:guide id="7" pos="7287">
          <p15:clr>
            <a:srgbClr val="A4A3A4"/>
          </p15:clr>
        </p15:guide>
        <p15:guide id="9" orient="horz" pos="3644">
          <p15:clr>
            <a:srgbClr val="A4A3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31118"/>
          </a:solidFill>
        </p:spPr>
        <p:txBody>
          <a:bodyPr wrap="square" lIns="0" tIns="0" rIns="0" bIns="0" rtlCol="0"/>
          <a:lstStyle/>
          <a:p>
            <a:endParaRPr/>
          </a:p>
        </p:txBody>
      </p:sp>
      <p:sp>
        <p:nvSpPr>
          <p:cNvPr id="2" name="Holder 2"/>
          <p:cNvSpPr>
            <a:spLocks noGrp="1"/>
          </p:cNvSpPr>
          <p:nvPr>
            <p:ph type="title"/>
          </p:nvPr>
        </p:nvSpPr>
        <p:spPr>
          <a:xfrm>
            <a:off x="542036" y="119583"/>
            <a:ext cx="10972165" cy="787400"/>
          </a:xfrm>
          <a:prstGeom prst="rect">
            <a:avLst/>
          </a:prstGeom>
        </p:spPr>
        <p:txBody>
          <a:bodyPr wrap="square" lIns="0" tIns="0" rIns="0" bIns="0">
            <a:spAutoFit/>
          </a:bodyPr>
          <a:lstStyle>
            <a:lvl1pPr>
              <a:defRPr sz="3200" b="1" i="0">
                <a:solidFill>
                  <a:schemeClr val="bg1"/>
                </a:solidFill>
                <a:latin typeface="Georgia"/>
                <a:cs typeface="Georgia"/>
              </a:defRPr>
            </a:lvl1pPr>
          </a:lstStyle>
          <a:p>
            <a:endParaRPr/>
          </a:p>
        </p:txBody>
      </p:sp>
      <p:sp>
        <p:nvSpPr>
          <p:cNvPr id="3" name="Holder 3"/>
          <p:cNvSpPr>
            <a:spLocks noGrp="1"/>
          </p:cNvSpPr>
          <p:nvPr>
            <p:ph type="body" idx="1"/>
          </p:nvPr>
        </p:nvSpPr>
        <p:spPr>
          <a:xfrm>
            <a:off x="542645" y="2911551"/>
            <a:ext cx="4986655" cy="1947545"/>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4" name="Holder 4"/>
          <p:cNvSpPr>
            <a:spLocks noGrp="1"/>
          </p:cNvSpPr>
          <p:nvPr>
            <p:ph type="ftr" sz="quarter" idx="5"/>
          </p:nvPr>
        </p:nvSpPr>
        <p:spPr>
          <a:xfrm>
            <a:off x="9590913" y="6496158"/>
            <a:ext cx="1625600" cy="153670"/>
          </a:xfrm>
          <a:prstGeom prst="rect">
            <a:avLst/>
          </a:prstGeom>
        </p:spPr>
        <p:txBody>
          <a:bodyPr wrap="square" lIns="0" tIns="0" rIns="0" bIns="0">
            <a:spAutoFit/>
          </a:bodyPr>
          <a:lstStyle>
            <a:lvl1pPr>
              <a:defRPr sz="900" b="0" i="0">
                <a:solidFill>
                  <a:schemeClr val="bg1"/>
                </a:solidFill>
                <a:latin typeface="Arial MT"/>
                <a:cs typeface="Arial MT"/>
              </a:defRPr>
            </a:lvl1pPr>
          </a:lstStyle>
          <a:p>
            <a:pPr marL="12700">
              <a:lnSpc>
                <a:spcPct val="100000"/>
              </a:lnSpc>
              <a:spcBef>
                <a:spcPts val="15"/>
              </a:spcBef>
            </a:pPr>
            <a:r>
              <a:rPr dirty="0"/>
              <a:t>QuantumBlack,</a:t>
            </a:r>
            <a:r>
              <a:rPr spc="-50" dirty="0"/>
              <a:t> </a:t>
            </a:r>
            <a:r>
              <a:rPr dirty="0"/>
              <a:t>AI by</a:t>
            </a:r>
            <a:r>
              <a:rPr spc="-10" dirty="0"/>
              <a:t> McKinsey</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11/21/25</a:t>
            </a:fld>
            <a:endParaRPr lang="en-US"/>
          </a:p>
        </p:txBody>
      </p:sp>
      <p:sp>
        <p:nvSpPr>
          <p:cNvPr id="6" name="Holder 6"/>
          <p:cNvSpPr>
            <a:spLocks noGrp="1"/>
          </p:cNvSpPr>
          <p:nvPr>
            <p:ph type="sldNum" sz="quarter" idx="7"/>
          </p:nvPr>
        </p:nvSpPr>
        <p:spPr>
          <a:xfrm>
            <a:off x="11473942" y="6496768"/>
            <a:ext cx="217170" cy="153670"/>
          </a:xfrm>
          <a:prstGeom prst="rect">
            <a:avLst/>
          </a:prstGeom>
        </p:spPr>
        <p:txBody>
          <a:bodyPr wrap="square" lIns="0" tIns="0" rIns="0" bIns="0">
            <a:spAutoFit/>
          </a:bodyPr>
          <a:lstStyle>
            <a:lvl1pPr>
              <a:defRPr sz="900" b="0" i="0">
                <a:solidFill>
                  <a:schemeClr val="bg1"/>
                </a:solidFill>
                <a:latin typeface="Arial MT"/>
                <a:cs typeface="Arial MT"/>
              </a:defRPr>
            </a:lvl1pPr>
          </a:lstStyle>
          <a:p>
            <a:pPr marL="101600">
              <a:lnSpc>
                <a:spcPct val="100000"/>
              </a:lnSpc>
              <a:spcBef>
                <a:spcPts val="15"/>
              </a:spcBef>
            </a:pPr>
            <a:fld id="{81D60167-4931-47E6-BA6A-407CBD079E47}" type="slidenum">
              <a:rPr spc="-50" dirty="0"/>
              <a:t>‹#›</a:t>
            </a:fld>
            <a:endParaRPr spc="-50" dirty="0"/>
          </a:p>
        </p:txBody>
      </p:sp>
    </p:spTree>
    <p:extLst>
      <p:ext uri="{BB962C8B-B14F-4D97-AF65-F5344CB8AC3E}">
        <p14:creationId xmlns:p14="http://schemas.microsoft.com/office/powerpoint/2010/main" val="2014581531"/>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hyperlink" Target="https://eur04.safelinks.protection.outlook.com/?url=https%3A%2F%2Flookerstudio.google.com%2Fu%2F0%2Freporting%2Fb83142fc-2f1e-47fd-9663-f62ab1149d4a%2Fpage%2Fp_p3ugvudx7c&amp;data=05%7C02%7CMikael.Meijer%40apoteket.se%7C0cdca801c9394fb62aea08de0724da8e%7C161c6878ed19497cbc25787872461eb3%7C0%7C0%7C638956052035470739%7CUnknown%7CTWFpbGZsb3d8eyJFbXB0eU1hcGkiOnRydWUsIlYiOiIwLjAuMDAwMCIsIlAiOiJXaW4zMiIsIkFOIjoiTWFpbCIsIldUIjoyfQ%3D%3D%7C0%7C%7C%7C&amp;sdata=5SFG0tE8%2BaMxu5nWcx4jKKd9DLQSKjE6s5kepQQRsQQ%3D&amp;reserved=0" TargetMode="External"/><Relationship Id="rId2" Type="http://schemas.openxmlformats.org/officeDocument/2006/relationships/image" Target="../media/image17.png"/><Relationship Id="rId1" Type="http://schemas.openxmlformats.org/officeDocument/2006/relationships/slideLayout" Target="../slideLayouts/slideLayout15.xml"/><Relationship Id="rId6" Type="http://schemas.openxmlformats.org/officeDocument/2006/relationships/hyperlink" Target="https://www.theguardian.com/technology/2025/jul/24/ai-summaries-causing-devastating-drop-in-online-news-audiences-study-finds?utm_source=chatgpt.com" TargetMode="External"/><Relationship Id="rId5" Type="http://schemas.openxmlformats.org/officeDocument/2006/relationships/image" Target="../media/image20.jpe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hyperlink" Target="https://www.brightedge.com/brightedge-ai-pulse" TargetMode="External"/><Relationship Id="rId2" Type="http://schemas.openxmlformats.org/officeDocument/2006/relationships/image" Target="../media/image21.png"/><Relationship Id="rId1" Type="http://schemas.openxmlformats.org/officeDocument/2006/relationships/slideLayout" Target="../slideLayouts/slideLayout87.xml"/><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40.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17" Type="http://schemas.openxmlformats.org/officeDocument/2006/relationships/image" Target="../media/image39.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10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19" Type="http://schemas.openxmlformats.org/officeDocument/2006/relationships/image" Target="../media/image41.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04.xml"/><Relationship Id="rId4" Type="http://schemas.openxmlformats.org/officeDocument/2006/relationships/image" Target="../media/image45.png"/></Relationships>
</file>

<file path=ppt/slides/_rels/slide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04.xml"/><Relationship Id="rId4" Type="http://schemas.openxmlformats.org/officeDocument/2006/relationships/image" Target="../media/image48.png"/></Relationships>
</file>

<file path=ppt/slides/_rels/slide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10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04.xml"/></Relationships>
</file>

<file path=ppt/slides/_rels/slide10.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3.jpg"/><Relationship Id="rId12" Type="http://schemas.openxmlformats.org/officeDocument/2006/relationships/image" Target="../media/image68.jpg"/><Relationship Id="rId2" Type="http://schemas.openxmlformats.org/officeDocument/2006/relationships/image" Target="../media/image58.png"/><Relationship Id="rId1" Type="http://schemas.openxmlformats.org/officeDocument/2006/relationships/slideLayout" Target="../slideLayouts/slideLayout104.xml"/><Relationship Id="rId6" Type="http://schemas.openxmlformats.org/officeDocument/2006/relationships/image" Target="../media/image62.jpg"/><Relationship Id="rId11" Type="http://schemas.openxmlformats.org/officeDocument/2006/relationships/image" Target="../media/image67.jpg"/><Relationship Id="rId5" Type="http://schemas.openxmlformats.org/officeDocument/2006/relationships/image" Target="../media/image61.png"/><Relationship Id="rId10" Type="http://schemas.openxmlformats.org/officeDocument/2006/relationships/image" Target="../media/image66.jpg"/><Relationship Id="rId4" Type="http://schemas.openxmlformats.org/officeDocument/2006/relationships/image" Target="../media/image60.png"/><Relationship Id="rId9" Type="http://schemas.openxmlformats.org/officeDocument/2006/relationships/image" Target="../media/image65.jpg"/><Relationship Id="rId14" Type="http://schemas.openxmlformats.org/officeDocument/2006/relationships/image" Target="../media/image70.png"/></Relationships>
</file>

<file path=ppt/slides/_rels/slide11.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104.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7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4.xml"/><Relationship Id="rId4" Type="http://schemas.openxmlformats.org/officeDocument/2006/relationships/image" Target="../media/image8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hyperlink" Target="https://www.mckinsey.com/capabilities/quantumblack/our-insights/the-agentic-commerce-opportunity-how-ai-agents-are-ushering-in-a-new-era-for-consumers-and-merchants" TargetMode="Externa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1.xml"/><Relationship Id="rId4" Type="http://schemas.openxmlformats.org/officeDocument/2006/relationships/hyperlink" Target="https://www.bcg.com/publications/2025/agentic-commerce-redefining-retail-how-to-respon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75BB6B3-7C70-4EE2-BBE6-E5F3CB8B773C}"/>
              </a:ext>
            </a:extLst>
          </p:cNvPr>
          <p:cNvSpPr>
            <a:spLocks noGrp="1"/>
          </p:cNvSpPr>
          <p:nvPr>
            <p:ph type="title"/>
          </p:nvPr>
        </p:nvSpPr>
        <p:spPr/>
        <p:txBody>
          <a:bodyPr/>
          <a:lstStyle/>
          <a:p>
            <a:r>
              <a:rPr lang="sv-SE"/>
              <a:t>SEO AI </a:t>
            </a:r>
            <a:r>
              <a:rPr lang="sv-SE" err="1"/>
              <a:t>Search</a:t>
            </a:r>
            <a:r>
              <a:rPr lang="sv-SE"/>
              <a:t> Behov</a:t>
            </a:r>
          </a:p>
        </p:txBody>
      </p:sp>
      <p:sp>
        <p:nvSpPr>
          <p:cNvPr id="5" name="Platshållare för text 4">
            <a:extLst>
              <a:ext uri="{FF2B5EF4-FFF2-40B4-BE49-F238E27FC236}">
                <a16:creationId xmlns:a16="http://schemas.microsoft.com/office/drawing/2014/main" id="{691DF056-58FA-F0C1-2197-A22FFD83D1FA}"/>
              </a:ext>
            </a:extLst>
          </p:cNvPr>
          <p:cNvSpPr>
            <a:spLocks noGrp="1"/>
          </p:cNvSpPr>
          <p:nvPr>
            <p:ph type="body" sz="quarter" idx="10"/>
          </p:nvPr>
        </p:nvSpPr>
        <p:spPr/>
        <p:txBody>
          <a:bodyPr vert="horz" lIns="0" tIns="45720" rIns="0" bIns="45720" rtlCol="0" anchor="t">
            <a:normAutofit/>
          </a:bodyPr>
          <a:lstStyle/>
          <a:p>
            <a:r>
              <a:rPr lang="sv-SE"/>
              <a:t>E-handel och Marknad</a:t>
            </a:r>
          </a:p>
        </p:txBody>
      </p:sp>
    </p:spTree>
    <p:extLst>
      <p:ext uri="{BB962C8B-B14F-4D97-AF65-F5344CB8AC3E}">
        <p14:creationId xmlns:p14="http://schemas.microsoft.com/office/powerpoint/2010/main" val="3669272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33B9EB3-C317-187C-D628-A7BE68F415DC}"/>
              </a:ext>
            </a:extLst>
          </p:cNvPr>
          <p:cNvSpPr>
            <a:spLocks noGrp="1"/>
          </p:cNvSpPr>
          <p:nvPr>
            <p:ph type="title"/>
          </p:nvPr>
        </p:nvSpPr>
        <p:spPr/>
        <p:txBody>
          <a:bodyPr/>
          <a:lstStyle/>
          <a:p>
            <a:r>
              <a:rPr lang="sv-SE"/>
              <a:t>Innehåll </a:t>
            </a:r>
          </a:p>
        </p:txBody>
      </p:sp>
      <p:sp>
        <p:nvSpPr>
          <p:cNvPr id="3" name="Platshållare för text 2">
            <a:extLst>
              <a:ext uri="{FF2B5EF4-FFF2-40B4-BE49-F238E27FC236}">
                <a16:creationId xmlns:a16="http://schemas.microsoft.com/office/drawing/2014/main" id="{DCAB0F59-F567-5772-3111-FCE04A5AC1E2}"/>
              </a:ext>
            </a:extLst>
          </p:cNvPr>
          <p:cNvSpPr>
            <a:spLocks noGrp="1"/>
          </p:cNvSpPr>
          <p:nvPr>
            <p:ph type="body" sz="quarter" idx="14"/>
          </p:nvPr>
        </p:nvSpPr>
        <p:spPr/>
        <p:txBody>
          <a:bodyPr/>
          <a:lstStyle/>
          <a:p>
            <a:r>
              <a:rPr lang="sv-SE">
                <a:cs typeface="Arial"/>
              </a:rPr>
              <a:t>Bakgrund &amp; Syfte</a:t>
            </a:r>
            <a:endParaRPr lang="sv-SE"/>
          </a:p>
        </p:txBody>
      </p:sp>
      <p:sp>
        <p:nvSpPr>
          <p:cNvPr id="4" name="Platshållare för innehåll 3">
            <a:extLst>
              <a:ext uri="{FF2B5EF4-FFF2-40B4-BE49-F238E27FC236}">
                <a16:creationId xmlns:a16="http://schemas.microsoft.com/office/drawing/2014/main" id="{251A5466-D1C6-1AC5-0A44-FE6D696C34B6}"/>
              </a:ext>
            </a:extLst>
          </p:cNvPr>
          <p:cNvSpPr>
            <a:spLocks noGrp="1"/>
          </p:cNvSpPr>
          <p:nvPr>
            <p:ph idx="1"/>
          </p:nvPr>
        </p:nvSpPr>
        <p:spPr/>
        <p:txBody>
          <a:bodyPr vert="horz" lIns="0" tIns="45720" rIns="0" bIns="45720" rtlCol="0" anchor="t">
            <a:normAutofit/>
          </a:bodyPr>
          <a:lstStyle/>
          <a:p>
            <a:pPr marL="227965" indent="-227965"/>
            <a:r>
              <a:rPr lang="sv-SE" b="1" dirty="0"/>
              <a:t>Bakgrund och Syfte </a:t>
            </a:r>
            <a:endParaRPr lang="en-US" dirty="0"/>
          </a:p>
          <a:p>
            <a:pPr marL="227965" indent="-227965"/>
            <a:r>
              <a:rPr lang="sv-SE" dirty="0">
                <a:cs typeface="Arial"/>
              </a:rPr>
              <a:t>Behov lösningar / Options</a:t>
            </a:r>
          </a:p>
          <a:p>
            <a:pPr marL="451798" lvl="1" indent="-227965"/>
            <a:r>
              <a:rPr lang="sv-SE" dirty="0" err="1">
                <a:cs typeface="Arial"/>
              </a:rPr>
              <a:t>Build</a:t>
            </a:r>
            <a:r>
              <a:rPr lang="sv-SE" dirty="0">
                <a:cs typeface="Arial"/>
              </a:rPr>
              <a:t> vs. Buy</a:t>
            </a:r>
          </a:p>
          <a:p>
            <a:pPr marL="227965" indent="-227965"/>
            <a:r>
              <a:rPr lang="sv-SE" dirty="0">
                <a:cs typeface="Arial"/>
              </a:rPr>
              <a:t>AI Agents (</a:t>
            </a:r>
            <a:r>
              <a:rPr lang="sv-SE" dirty="0" err="1">
                <a:cs typeface="Arial"/>
              </a:rPr>
              <a:t>Agentic</a:t>
            </a:r>
            <a:r>
              <a:rPr lang="sv-SE" dirty="0">
                <a:cs typeface="Arial"/>
              </a:rPr>
              <a:t> Commerce)</a:t>
            </a:r>
          </a:p>
        </p:txBody>
      </p:sp>
    </p:spTree>
    <p:extLst>
      <p:ext uri="{BB962C8B-B14F-4D97-AF65-F5344CB8AC3E}">
        <p14:creationId xmlns:p14="http://schemas.microsoft.com/office/powerpoint/2010/main" val="208445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Bildobjekt 12">
            <a:extLst>
              <a:ext uri="{FF2B5EF4-FFF2-40B4-BE49-F238E27FC236}">
                <a16:creationId xmlns:a16="http://schemas.microsoft.com/office/drawing/2014/main" id="{2F1C4C8B-D5EC-CEEB-11A8-46B9B32BFA4B}"/>
              </a:ext>
            </a:extLst>
          </p:cNvPr>
          <p:cNvPicPr>
            <a:picLocks noChangeAspect="1"/>
          </p:cNvPicPr>
          <p:nvPr/>
        </p:nvPicPr>
        <p:blipFill>
          <a:blip r:embed="rId2"/>
          <a:stretch>
            <a:fillRect/>
          </a:stretch>
        </p:blipFill>
        <p:spPr>
          <a:xfrm>
            <a:off x="8338100" y="3619887"/>
            <a:ext cx="3316000" cy="3171406"/>
          </a:xfrm>
          <a:prstGeom prst="rect">
            <a:avLst/>
          </a:prstGeom>
        </p:spPr>
      </p:pic>
      <p:sp>
        <p:nvSpPr>
          <p:cNvPr id="5" name="Rubrik 4">
            <a:extLst>
              <a:ext uri="{FF2B5EF4-FFF2-40B4-BE49-F238E27FC236}">
                <a16:creationId xmlns:a16="http://schemas.microsoft.com/office/drawing/2014/main" id="{9D2B5278-23BF-4024-BF98-97926A58307D}"/>
              </a:ext>
            </a:extLst>
          </p:cNvPr>
          <p:cNvSpPr>
            <a:spLocks noGrp="1"/>
          </p:cNvSpPr>
          <p:nvPr>
            <p:ph type="title"/>
          </p:nvPr>
        </p:nvSpPr>
        <p:spPr/>
        <p:txBody>
          <a:bodyPr/>
          <a:lstStyle/>
          <a:p>
            <a:r>
              <a:rPr lang="sv-SE" dirty="0"/>
              <a:t>AIO</a:t>
            </a:r>
          </a:p>
        </p:txBody>
      </p:sp>
      <p:sp>
        <p:nvSpPr>
          <p:cNvPr id="8" name="Platshållare för text 7">
            <a:extLst>
              <a:ext uri="{FF2B5EF4-FFF2-40B4-BE49-F238E27FC236}">
                <a16:creationId xmlns:a16="http://schemas.microsoft.com/office/drawing/2014/main" id="{60813F9A-B0C8-4D93-8008-4D443DDD8559}"/>
              </a:ext>
            </a:extLst>
          </p:cNvPr>
          <p:cNvSpPr>
            <a:spLocks noGrp="1"/>
          </p:cNvSpPr>
          <p:nvPr>
            <p:ph type="body" sz="quarter" idx="20"/>
          </p:nvPr>
        </p:nvSpPr>
        <p:spPr/>
        <p:txBody>
          <a:bodyPr/>
          <a:lstStyle/>
          <a:p>
            <a:endParaRPr lang="sv-SE"/>
          </a:p>
        </p:txBody>
      </p:sp>
      <p:sp>
        <p:nvSpPr>
          <p:cNvPr id="4" name="Platshållare för innehåll 3">
            <a:extLst>
              <a:ext uri="{FF2B5EF4-FFF2-40B4-BE49-F238E27FC236}">
                <a16:creationId xmlns:a16="http://schemas.microsoft.com/office/drawing/2014/main" id="{F4CD0789-871E-47F4-8B1C-556A146548DF}"/>
              </a:ext>
            </a:extLst>
          </p:cNvPr>
          <p:cNvSpPr>
            <a:spLocks noGrp="1"/>
          </p:cNvSpPr>
          <p:nvPr>
            <p:ph idx="1"/>
          </p:nvPr>
        </p:nvSpPr>
        <p:spPr>
          <a:xfrm>
            <a:off x="642081" y="938128"/>
            <a:ext cx="10895471" cy="4351338"/>
          </a:xfrm>
        </p:spPr>
        <p:txBody>
          <a:bodyPr>
            <a:normAutofit/>
          </a:bodyPr>
          <a:lstStyle/>
          <a:p>
            <a:r>
              <a:rPr lang="sv-SE" sz="1400" dirty="0"/>
              <a:t>AI </a:t>
            </a:r>
            <a:r>
              <a:rPr lang="sv-SE" sz="1400" dirty="0" err="1"/>
              <a:t>Overviews</a:t>
            </a:r>
            <a:r>
              <a:rPr lang="sv-SE" sz="1400" dirty="0"/>
              <a:t> (AIO) förändrar kundbeteendet kopplat till sök och trafikanskaffning via tjänster som </a:t>
            </a:r>
            <a:r>
              <a:rPr lang="sv-SE" sz="1400" dirty="0" err="1"/>
              <a:t>ChatGPT</a:t>
            </a:r>
            <a:r>
              <a:rPr lang="sv-SE" sz="1400" dirty="0"/>
              <a:t> och Google infört.</a:t>
            </a:r>
          </a:p>
          <a:p>
            <a:r>
              <a:rPr lang="sv-SE" sz="1400" dirty="0"/>
              <a:t>AI </a:t>
            </a:r>
            <a:r>
              <a:rPr lang="sv-SE" sz="1400" dirty="0" err="1"/>
              <a:t>Overviews</a:t>
            </a:r>
            <a:r>
              <a:rPr lang="sv-SE" sz="1400" dirty="0"/>
              <a:t> ger tillräckligt med information direkt i sökresultatet, </a:t>
            </a:r>
            <a:r>
              <a:rPr lang="sv-SE" sz="1400" b="1" dirty="0"/>
              <a:t>minskar </a:t>
            </a:r>
            <a:r>
              <a:rPr lang="sv-SE" sz="1400" b="1" dirty="0" err="1"/>
              <a:t>klickfrekvensen</a:t>
            </a:r>
            <a:r>
              <a:rPr lang="sv-SE" sz="1400" dirty="0"/>
              <a:t> organiskt till webbplatser — vilket påverkar trafik och intäkter.</a:t>
            </a:r>
          </a:p>
          <a:p>
            <a:r>
              <a:rPr lang="sv-SE" sz="1400" dirty="0"/>
              <a:t>Organisk trafik står för ca 30% av apoteket.se trafik och minskar sedan 19 Maj med i snitt 100 K sessioner / vecka. Det motsvarar försäljning om -3,9 MSEK (-1 MSEK BV) per vecka för både RX och EV. Motsvarande ca 4600 kvitton per vecka. Effekt på butiksförsäljning ej inräknad.</a:t>
            </a:r>
          </a:p>
          <a:p>
            <a:r>
              <a:rPr lang="sv-SE" sz="1400" dirty="0"/>
              <a:t>Vid motsvarande utveckling 2026 är helårseffekten estimerad till -600 MSEK.</a:t>
            </a:r>
          </a:p>
          <a:p>
            <a:r>
              <a:rPr lang="sv-SE" sz="1400" dirty="0"/>
              <a:t>Trafik från andra kanaler t.ex. betald sök, sociala medier, direkttrafik (via varumärkeskännedom och top-</a:t>
            </a:r>
            <a:r>
              <a:rPr lang="sv-SE" sz="1400" dirty="0" err="1"/>
              <a:t>of</a:t>
            </a:r>
            <a:r>
              <a:rPr lang="sv-SE" sz="1400" dirty="0"/>
              <a:t>-mind) via </a:t>
            </a:r>
            <a:r>
              <a:rPr lang="sv-SE" sz="1400" dirty="0" err="1"/>
              <a:t>app</a:t>
            </a:r>
            <a:r>
              <a:rPr lang="sv-SE" sz="1400" dirty="0"/>
              <a:t> blir ännu viktigare som komplement, eftersom organiskt sök inte generar lika mycket klick som tidigare, där en ökad medieinvestering från konkurrenter är tydlig. Trafiken från dessa kanaler ökar under året till apoteket.se men kompenserar inte i närheten </a:t>
            </a:r>
            <a:r>
              <a:rPr lang="sv-SE" sz="1400"/>
              <a:t>i relation till </a:t>
            </a:r>
            <a:r>
              <a:rPr lang="sv-SE" sz="1400" dirty="0"/>
              <a:t>tappet i den organiska söktrafiken. </a:t>
            </a:r>
            <a:r>
              <a:rPr lang="sv-SE" sz="1400" b="1" dirty="0"/>
              <a:t>Stort fokus internt </a:t>
            </a:r>
            <a:r>
              <a:rPr lang="sv-SE" sz="1400" dirty="0"/>
              <a:t>kring åtgärdsplaner där </a:t>
            </a:r>
            <a:r>
              <a:rPr lang="sv-SE" sz="1400" dirty="0" err="1"/>
              <a:t>verfierade</a:t>
            </a:r>
            <a:r>
              <a:rPr lang="sv-SE" sz="1400" dirty="0"/>
              <a:t> aktiviteter löpande genomförs mot bakgrund av denna utveckling.</a:t>
            </a:r>
          </a:p>
          <a:p>
            <a:endParaRPr lang="sv-SE" sz="1400" dirty="0"/>
          </a:p>
        </p:txBody>
      </p:sp>
      <p:pic>
        <p:nvPicPr>
          <p:cNvPr id="2" name="Bildobjekt 1">
            <a:extLst>
              <a:ext uri="{FF2B5EF4-FFF2-40B4-BE49-F238E27FC236}">
                <a16:creationId xmlns:a16="http://schemas.microsoft.com/office/drawing/2014/main" id="{6F0CD39D-F221-28A8-4AFA-53751B98B303}"/>
              </a:ext>
            </a:extLst>
          </p:cNvPr>
          <p:cNvPicPr>
            <a:picLocks noChangeAspect="1"/>
          </p:cNvPicPr>
          <p:nvPr/>
        </p:nvPicPr>
        <p:blipFill>
          <a:blip r:embed="rId3"/>
          <a:stretch>
            <a:fillRect/>
          </a:stretch>
        </p:blipFill>
        <p:spPr>
          <a:xfrm>
            <a:off x="654447" y="3990107"/>
            <a:ext cx="2692096" cy="1858916"/>
          </a:xfrm>
          <a:prstGeom prst="rect">
            <a:avLst/>
          </a:prstGeom>
        </p:spPr>
      </p:pic>
      <p:pic>
        <p:nvPicPr>
          <p:cNvPr id="3" name="Bildobjekt 2">
            <a:extLst>
              <a:ext uri="{FF2B5EF4-FFF2-40B4-BE49-F238E27FC236}">
                <a16:creationId xmlns:a16="http://schemas.microsoft.com/office/drawing/2014/main" id="{414A7179-D41B-164E-1586-93E217E822E9}"/>
              </a:ext>
            </a:extLst>
          </p:cNvPr>
          <p:cNvPicPr>
            <a:picLocks noChangeAspect="1"/>
          </p:cNvPicPr>
          <p:nvPr/>
        </p:nvPicPr>
        <p:blipFill>
          <a:blip r:embed="rId4"/>
          <a:stretch>
            <a:fillRect/>
          </a:stretch>
        </p:blipFill>
        <p:spPr>
          <a:xfrm>
            <a:off x="4947583" y="3743738"/>
            <a:ext cx="1876073" cy="2680104"/>
          </a:xfrm>
          <a:prstGeom prst="rect">
            <a:avLst/>
          </a:prstGeom>
        </p:spPr>
      </p:pic>
      <p:pic>
        <p:nvPicPr>
          <p:cNvPr id="6" name="Bildobjekt 5">
            <a:extLst>
              <a:ext uri="{FF2B5EF4-FFF2-40B4-BE49-F238E27FC236}">
                <a16:creationId xmlns:a16="http://schemas.microsoft.com/office/drawing/2014/main" id="{FFF3106D-56B6-FCD7-F771-9650F943FCA1}"/>
              </a:ext>
            </a:extLst>
          </p:cNvPr>
          <p:cNvPicPr>
            <a:picLocks noChangeAspect="1"/>
          </p:cNvPicPr>
          <p:nvPr/>
        </p:nvPicPr>
        <p:blipFill>
          <a:blip r:embed="rId5">
            <a:extLst>
              <a:ext uri="{28A0092B-C50C-407E-A947-70E740481C1C}">
                <a14:useLocalDpi xmlns:a14="http://schemas.microsoft.com/office/drawing/2010/main" val="0"/>
              </a:ext>
            </a:extLst>
          </a:blip>
          <a:srcRect r="807" b="38008"/>
          <a:stretch/>
        </p:blipFill>
        <p:spPr>
          <a:xfrm>
            <a:off x="5064131" y="4382036"/>
            <a:ext cx="1652971" cy="2239598"/>
          </a:xfrm>
          <a:prstGeom prst="rect">
            <a:avLst/>
          </a:prstGeom>
        </p:spPr>
      </p:pic>
      <p:sp>
        <p:nvSpPr>
          <p:cNvPr id="9" name="Pil: nedåt 8">
            <a:extLst>
              <a:ext uri="{FF2B5EF4-FFF2-40B4-BE49-F238E27FC236}">
                <a16:creationId xmlns:a16="http://schemas.microsoft.com/office/drawing/2014/main" id="{B2C850C3-54BF-D189-5EDF-143F2B126561}"/>
              </a:ext>
            </a:extLst>
          </p:cNvPr>
          <p:cNvSpPr/>
          <p:nvPr/>
        </p:nvSpPr>
        <p:spPr>
          <a:xfrm rot="16200000">
            <a:off x="4105708" y="4963061"/>
            <a:ext cx="156994" cy="17016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Pil: nedåt 11">
            <a:extLst>
              <a:ext uri="{FF2B5EF4-FFF2-40B4-BE49-F238E27FC236}">
                <a16:creationId xmlns:a16="http://schemas.microsoft.com/office/drawing/2014/main" id="{D2540ECE-EEB7-0D45-57B8-54266BF3E2DC}"/>
              </a:ext>
            </a:extLst>
          </p:cNvPr>
          <p:cNvSpPr/>
          <p:nvPr/>
        </p:nvSpPr>
        <p:spPr>
          <a:xfrm rot="16200000">
            <a:off x="7496225" y="4965622"/>
            <a:ext cx="156994" cy="17016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8" name="textruta 17">
            <a:extLst>
              <a:ext uri="{FF2B5EF4-FFF2-40B4-BE49-F238E27FC236}">
                <a16:creationId xmlns:a16="http://schemas.microsoft.com/office/drawing/2014/main" id="{BA0F743D-AB35-6181-A094-66A72C1DA7B0}"/>
              </a:ext>
            </a:extLst>
          </p:cNvPr>
          <p:cNvSpPr txBox="1"/>
          <p:nvPr/>
        </p:nvSpPr>
        <p:spPr>
          <a:xfrm>
            <a:off x="9329072" y="3743738"/>
            <a:ext cx="1713490"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100" b="1" i="0" u="none" strike="noStrike" kern="1200" cap="none" spc="0" normalizeH="0" baseline="0" noProof="0" dirty="0">
                <a:ln>
                  <a:noFill/>
                </a:ln>
                <a:solidFill>
                  <a:prstClr val="black"/>
                </a:solidFill>
                <a:effectLst/>
                <a:uLnTx/>
                <a:uFillTx/>
                <a:latin typeface="Arial"/>
                <a:ea typeface="+mn-ea"/>
                <a:cs typeface="+mn-cs"/>
              </a:rPr>
              <a:t>Organisk trafik </a:t>
            </a:r>
          </a:p>
        </p:txBody>
      </p:sp>
      <p:sp>
        <p:nvSpPr>
          <p:cNvPr id="20" name="textruta 19">
            <a:extLst>
              <a:ext uri="{FF2B5EF4-FFF2-40B4-BE49-F238E27FC236}">
                <a16:creationId xmlns:a16="http://schemas.microsoft.com/office/drawing/2014/main" id="{9B58B2D3-8F78-7661-CC34-28944227B522}"/>
              </a:ext>
            </a:extLst>
          </p:cNvPr>
          <p:cNvSpPr txBox="1"/>
          <p:nvPr/>
        </p:nvSpPr>
        <p:spPr>
          <a:xfrm>
            <a:off x="7659806" y="6386746"/>
            <a:ext cx="3632702"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sv-SE" sz="1050" b="0" i="0" u="none" strike="noStrike" kern="1200" cap="none" spc="0" normalizeH="0" baseline="0" noProof="0" dirty="0">
                <a:ln>
                  <a:noFill/>
                </a:ln>
                <a:solidFill>
                  <a:srgbClr val="000000"/>
                </a:solidFill>
                <a:effectLst/>
                <a:uLnTx/>
                <a:uFillTx/>
                <a:latin typeface="Aptos" panose="020B0004020202020204" pitchFamily="34" charset="0"/>
                <a:ea typeface="+mn-ea"/>
                <a:cs typeface="+mn-cs"/>
              </a:rPr>
              <a:t> </a:t>
            </a:r>
            <a:endParaRPr kumimoji="0" lang="sv-SE" sz="105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Platshållare för text 14">
            <a:extLst>
              <a:ext uri="{FF2B5EF4-FFF2-40B4-BE49-F238E27FC236}">
                <a16:creationId xmlns:a16="http://schemas.microsoft.com/office/drawing/2014/main" id="{2737502B-ACDD-C5DF-FCC5-71A6B8BEF04D}"/>
              </a:ext>
            </a:extLst>
          </p:cNvPr>
          <p:cNvSpPr>
            <a:spLocks noGrp="1"/>
          </p:cNvSpPr>
          <p:nvPr>
            <p:ph type="body" sz="quarter" idx="12"/>
          </p:nvPr>
        </p:nvSpPr>
        <p:spPr>
          <a:xfrm>
            <a:off x="625475" y="6201344"/>
            <a:ext cx="6295091" cy="231775"/>
          </a:xfrm>
        </p:spPr>
        <p:txBody>
          <a:bodyPr/>
          <a:lstStyle/>
          <a:p>
            <a:r>
              <a:rPr lang="sv-SE" dirty="0">
                <a:solidFill>
                  <a:prstClr val="black"/>
                </a:solidFill>
                <a:latin typeface="Aptos" panose="020B0004020202020204" pitchFamily="34" charset="0"/>
              </a:rPr>
              <a:t>Källa: </a:t>
            </a:r>
            <a:r>
              <a:rPr lang="sv-SE" dirty="0">
                <a:solidFill>
                  <a:prstClr val="black"/>
                </a:solidFill>
                <a:latin typeface="Aptos" panose="020B0004020202020204" pitchFamily="34" charset="0"/>
                <a:hlinkClick r:id="rId6"/>
              </a:rPr>
              <a:t>The Guardian </a:t>
            </a:r>
            <a:r>
              <a:rPr lang="sv-SE" dirty="0">
                <a:solidFill>
                  <a:prstClr val="black"/>
                </a:solidFill>
                <a:latin typeface="Aptos" panose="020B0004020202020204" pitchFamily="34" charset="0"/>
              </a:rPr>
              <a:t>| </a:t>
            </a:r>
            <a:r>
              <a:rPr lang="sv-SE" dirty="0">
                <a:solidFill>
                  <a:prstClr val="black"/>
                </a:solidFill>
                <a:latin typeface="Aptos" panose="020B0004020202020204" pitchFamily="34" charset="0"/>
                <a:hlinkClick r:id="rId7" tooltip="Ursprunglig URL: https://lookerstudio.google.com/u/0/reporting/b83142fc-2f1e-47fd-9663-f62ab1149d4a/page/p_p3ugvudx7c. Klicka eller tryck om du har förtroende för den här länken.">
                  <a:extLst>
                    <a:ext uri="{A12FA001-AC4F-418D-AE19-62706E023703}">
                      <ahyp:hlinkClr xmlns:ahyp="http://schemas.microsoft.com/office/drawing/2018/hyperlinkcolor" val="tx"/>
                    </a:ext>
                  </a:extLst>
                </a:hlinkClick>
              </a:rPr>
              <a:t>Sessionsbudget </a:t>
            </a:r>
            <a:r>
              <a:rPr kumimoji="0" lang="sv-SE" sz="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hlinkClick r:id="rId7" tooltip="Ursprunglig URL: https://lookerstudio.google.com/u/0/reporting/b83142fc-2f1e-47fd-9663-f62ab1149d4a/page/p_p3ugvudx7c. Klicka eller tryck om du har förtroende för den här länken."/>
              </a:rPr>
              <a:t>2025 2.1 › Översikt - Totalt (</a:t>
            </a:r>
            <a:r>
              <a:rPr kumimoji="0" lang="sv-SE" sz="800" b="0" i="0" u="none" strike="noStrike" kern="1200" cap="none" spc="0" normalizeH="0" baseline="0" noProof="0" dirty="0" err="1">
                <a:ln>
                  <a:noFill/>
                </a:ln>
                <a:solidFill>
                  <a:prstClr val="black"/>
                </a:solidFill>
                <a:effectLst/>
                <a:uLnTx/>
                <a:uFillTx/>
                <a:latin typeface="Aptos" panose="020B0004020202020204" pitchFamily="34" charset="0"/>
                <a:ea typeface="+mn-ea"/>
                <a:cs typeface="+mn-cs"/>
                <a:hlinkClick r:id="rId7" tooltip="Ursprunglig URL: https://lookerstudio.google.com/u/0/reporting/b83142fc-2f1e-47fd-9663-f62ab1149d4a/page/p_p3ugvudx7c. Klicka eller tryck om du har förtroende för den här länken."/>
              </a:rPr>
              <a:t>App</a:t>
            </a:r>
            <a:r>
              <a:rPr kumimoji="0" lang="sv-SE" sz="800" b="0" i="0" u="none" strike="noStrike" kern="1200" cap="none" spc="0" normalizeH="0" baseline="0" noProof="0" dirty="0">
                <a:ln>
                  <a:noFill/>
                </a:ln>
                <a:solidFill>
                  <a:prstClr val="black"/>
                </a:solidFill>
                <a:effectLst/>
                <a:uLnTx/>
                <a:uFillTx/>
                <a:latin typeface="Aptos" panose="020B0004020202020204" pitchFamily="34" charset="0"/>
                <a:ea typeface="+mn-ea"/>
                <a:cs typeface="+mn-cs"/>
                <a:hlinkClick r:id="rId7" tooltip="Ursprunglig URL: https://lookerstudio.google.com/u/0/reporting/b83142fc-2f1e-47fd-9663-f62ab1149d4a/page/p_p3ugvudx7c. Klicka eller tryck om du har förtroende för den här länken."/>
              </a:rPr>
              <a:t> + Webb)</a:t>
            </a:r>
            <a:endParaRPr lang="sv-SE" dirty="0"/>
          </a:p>
        </p:txBody>
      </p:sp>
    </p:spTree>
    <p:extLst>
      <p:ext uri="{BB962C8B-B14F-4D97-AF65-F5344CB8AC3E}">
        <p14:creationId xmlns:p14="http://schemas.microsoft.com/office/powerpoint/2010/main" val="4011540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latshållare för innehåll 7">
            <a:extLst>
              <a:ext uri="{FF2B5EF4-FFF2-40B4-BE49-F238E27FC236}">
                <a16:creationId xmlns:a16="http://schemas.microsoft.com/office/drawing/2014/main" id="{2EE8F524-9D9F-5605-53C6-2E73A76DB6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3246" y="1493950"/>
            <a:ext cx="6372917" cy="3870099"/>
          </a:xfrm>
        </p:spPr>
      </p:pic>
      <p:sp>
        <p:nvSpPr>
          <p:cNvPr id="3" name="Rubrik 2">
            <a:extLst>
              <a:ext uri="{FF2B5EF4-FFF2-40B4-BE49-F238E27FC236}">
                <a16:creationId xmlns:a16="http://schemas.microsoft.com/office/drawing/2014/main" id="{B5359FEB-207C-64B3-8F10-6339EDAEC19C}"/>
              </a:ext>
            </a:extLst>
          </p:cNvPr>
          <p:cNvSpPr>
            <a:spLocks noGrp="1"/>
          </p:cNvSpPr>
          <p:nvPr>
            <p:ph type="title"/>
          </p:nvPr>
        </p:nvSpPr>
        <p:spPr>
          <a:xfrm>
            <a:off x="600832" y="404814"/>
            <a:ext cx="6095331" cy="915986"/>
          </a:xfrm>
        </p:spPr>
        <p:txBody>
          <a:bodyPr>
            <a:normAutofit fontScale="90000"/>
          </a:bodyPr>
          <a:lstStyle/>
          <a:p>
            <a:r>
              <a:rPr lang="sv-SE" b="0" i="0" dirty="0">
                <a:solidFill>
                  <a:srgbClr val="172B4D"/>
                </a:solidFill>
                <a:effectLst/>
                <a:latin typeface="Inter"/>
              </a:rPr>
              <a:t>Total </a:t>
            </a:r>
            <a:r>
              <a:rPr lang="sv-SE" b="0" i="0" dirty="0" err="1">
                <a:solidFill>
                  <a:srgbClr val="172B4D"/>
                </a:solidFill>
                <a:effectLst/>
                <a:latin typeface="Inter"/>
              </a:rPr>
              <a:t>Search</a:t>
            </a:r>
            <a:r>
              <a:rPr lang="sv-SE" b="0" i="0" dirty="0">
                <a:solidFill>
                  <a:srgbClr val="172B4D"/>
                </a:solidFill>
                <a:effectLst/>
                <a:latin typeface="Inter"/>
              </a:rPr>
              <a:t> </a:t>
            </a:r>
            <a:r>
              <a:rPr lang="sv-SE" b="0" i="0" dirty="0" err="1">
                <a:solidFill>
                  <a:srgbClr val="172B4D"/>
                </a:solidFill>
                <a:effectLst/>
                <a:latin typeface="Inter"/>
              </a:rPr>
              <a:t>Dominance</a:t>
            </a:r>
            <a:r>
              <a:rPr lang="sv-SE" b="0" i="0" dirty="0">
                <a:solidFill>
                  <a:srgbClr val="172B4D"/>
                </a:solidFill>
                <a:effectLst/>
                <a:latin typeface="Inter"/>
              </a:rPr>
              <a:t> Index</a:t>
            </a:r>
            <a:br>
              <a:rPr lang="sv-SE" b="0" i="0" dirty="0">
                <a:solidFill>
                  <a:srgbClr val="172B4D"/>
                </a:solidFill>
                <a:effectLst/>
                <a:latin typeface="Inter"/>
              </a:rPr>
            </a:br>
            <a:r>
              <a:rPr lang="sv-SE" b="0" i="0" dirty="0">
                <a:solidFill>
                  <a:srgbClr val="172B4D"/>
                </a:solidFill>
                <a:effectLst/>
                <a:latin typeface="Inter"/>
              </a:rPr>
              <a:t>- </a:t>
            </a:r>
            <a:r>
              <a:rPr lang="en-US" sz="1600" b="0" i="0" dirty="0">
                <a:solidFill>
                  <a:srgbClr val="172B4D"/>
                </a:solidFill>
                <a:effectLst/>
                <a:latin typeface="Roboto" panose="02000000000000000000" pitchFamily="2" charset="0"/>
              </a:rPr>
              <a:t>Distribution of referral traffic from traditional and AI search platforms</a:t>
            </a:r>
            <a:br>
              <a:rPr lang="en-US" sz="1600" b="0" i="0" dirty="0">
                <a:solidFill>
                  <a:srgbClr val="172B4D"/>
                </a:solidFill>
                <a:effectLst/>
                <a:latin typeface="Roboto" panose="02000000000000000000" pitchFamily="2" charset="0"/>
              </a:rPr>
            </a:br>
            <a:r>
              <a:rPr lang="en-US" sz="1600" b="0" i="0" dirty="0">
                <a:solidFill>
                  <a:srgbClr val="172B4D"/>
                </a:solidFill>
                <a:effectLst/>
                <a:latin typeface="Roboto" panose="02000000000000000000" pitchFamily="2" charset="0"/>
              </a:rPr>
              <a:t>(Sep 25’). Google</a:t>
            </a:r>
            <a:br>
              <a:rPr lang="sv-SE" b="0" i="0" dirty="0">
                <a:solidFill>
                  <a:srgbClr val="172B4D"/>
                </a:solidFill>
                <a:effectLst/>
                <a:latin typeface="Inter"/>
              </a:rPr>
            </a:br>
            <a:endParaRPr lang="sv-SE" dirty="0"/>
          </a:p>
        </p:txBody>
      </p:sp>
      <p:sp>
        <p:nvSpPr>
          <p:cNvPr id="4" name="Platshållare för text 3">
            <a:extLst>
              <a:ext uri="{FF2B5EF4-FFF2-40B4-BE49-F238E27FC236}">
                <a16:creationId xmlns:a16="http://schemas.microsoft.com/office/drawing/2014/main" id="{EC4C7620-A273-5C17-BC8A-5E84D1126F62}"/>
              </a:ext>
            </a:extLst>
          </p:cNvPr>
          <p:cNvSpPr>
            <a:spLocks noGrp="1"/>
          </p:cNvSpPr>
          <p:nvPr>
            <p:ph type="body" sz="quarter" idx="20"/>
          </p:nvPr>
        </p:nvSpPr>
        <p:spPr/>
        <p:txBody>
          <a:bodyPr/>
          <a:lstStyle/>
          <a:p>
            <a:endParaRPr lang="sv-SE"/>
          </a:p>
        </p:txBody>
      </p:sp>
      <p:sp>
        <p:nvSpPr>
          <p:cNvPr id="5" name="Platshållare för text 4">
            <a:extLst>
              <a:ext uri="{FF2B5EF4-FFF2-40B4-BE49-F238E27FC236}">
                <a16:creationId xmlns:a16="http://schemas.microsoft.com/office/drawing/2014/main" id="{FFED0455-270E-CB92-921C-8E83945BBEAD}"/>
              </a:ext>
            </a:extLst>
          </p:cNvPr>
          <p:cNvSpPr>
            <a:spLocks noGrp="1"/>
          </p:cNvSpPr>
          <p:nvPr>
            <p:ph type="body" sz="quarter" idx="12"/>
          </p:nvPr>
        </p:nvSpPr>
        <p:spPr>
          <a:xfrm>
            <a:off x="600832" y="6337298"/>
            <a:ext cx="6295091" cy="231775"/>
          </a:xfrm>
        </p:spPr>
        <p:txBody>
          <a:bodyPr/>
          <a:lstStyle/>
          <a:p>
            <a:r>
              <a:rPr lang="sv-SE" dirty="0"/>
              <a:t>Källa: </a:t>
            </a:r>
            <a:r>
              <a:rPr lang="sv-SE" dirty="0">
                <a:hlinkClick r:id="rId3"/>
              </a:rPr>
              <a:t>AI </a:t>
            </a:r>
            <a:r>
              <a:rPr lang="sv-SE" dirty="0" err="1">
                <a:hlinkClick r:id="rId3"/>
              </a:rPr>
              <a:t>pulse</a:t>
            </a:r>
            <a:r>
              <a:rPr lang="sv-SE" dirty="0">
                <a:hlinkClick r:id="rId3"/>
              </a:rPr>
              <a:t> | </a:t>
            </a:r>
            <a:r>
              <a:rPr lang="sv-SE" dirty="0" err="1">
                <a:hlinkClick r:id="rId3"/>
              </a:rPr>
              <a:t>BrightEdge</a:t>
            </a:r>
            <a:endParaRPr lang="sv-SE" dirty="0"/>
          </a:p>
        </p:txBody>
      </p:sp>
      <p:cxnSp>
        <p:nvCxnSpPr>
          <p:cNvPr id="10" name="Rak koppling 9">
            <a:extLst>
              <a:ext uri="{FF2B5EF4-FFF2-40B4-BE49-F238E27FC236}">
                <a16:creationId xmlns:a16="http://schemas.microsoft.com/office/drawing/2014/main" id="{B7B6DBF4-FF8C-35C3-F173-2CF04ED14A83}"/>
              </a:ext>
            </a:extLst>
          </p:cNvPr>
          <p:cNvCxnSpPr/>
          <p:nvPr/>
        </p:nvCxnSpPr>
        <p:spPr>
          <a:xfrm>
            <a:off x="6833507" y="1461294"/>
            <a:ext cx="0" cy="4131243"/>
          </a:xfrm>
          <a:prstGeom prst="line">
            <a:avLst/>
          </a:prstGeom>
        </p:spPr>
        <p:style>
          <a:lnRef idx="1">
            <a:schemeClr val="accent1"/>
          </a:lnRef>
          <a:fillRef idx="0">
            <a:schemeClr val="accent1"/>
          </a:fillRef>
          <a:effectRef idx="0">
            <a:schemeClr val="accent1"/>
          </a:effectRef>
          <a:fontRef idx="minor">
            <a:schemeClr val="tx1"/>
          </a:fontRef>
        </p:style>
      </p:cxnSp>
      <p:sp>
        <p:nvSpPr>
          <p:cNvPr id="11" name="Rubrik 2">
            <a:extLst>
              <a:ext uri="{FF2B5EF4-FFF2-40B4-BE49-F238E27FC236}">
                <a16:creationId xmlns:a16="http://schemas.microsoft.com/office/drawing/2014/main" id="{4941324F-3B5F-0E46-04A8-A77703DEE1F1}"/>
              </a:ext>
            </a:extLst>
          </p:cNvPr>
          <p:cNvSpPr txBox="1">
            <a:spLocks/>
          </p:cNvSpPr>
          <p:nvPr/>
        </p:nvSpPr>
        <p:spPr>
          <a:xfrm>
            <a:off x="7034893" y="404814"/>
            <a:ext cx="4803321" cy="915986"/>
          </a:xfrm>
          <a:prstGeom prst="rect">
            <a:avLst/>
          </a:prstGeom>
        </p:spPr>
        <p:txBody>
          <a:bodyPr vert="horz" lIns="0" tIns="45720" rIns="91440" bIns="45720" rtlCol="0" anchor="t">
            <a:normAutofit fontScale="97500" lnSpcReduction="10000"/>
          </a:bodyPr>
          <a:lst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sv-SE" sz="2600" b="0" i="0" u="none" strike="noStrike" kern="1200" cap="none" spc="0" normalizeH="0" baseline="0" noProof="0" dirty="0">
                <a:ln>
                  <a:noFill/>
                </a:ln>
                <a:solidFill>
                  <a:srgbClr val="172B4D"/>
                </a:solidFill>
                <a:effectLst/>
                <a:uLnTx/>
                <a:uFillTx/>
                <a:latin typeface="Inter"/>
                <a:ea typeface="+mj-ea"/>
                <a:cs typeface="+mj-cs"/>
              </a:rPr>
              <a:t>AI-</a:t>
            </a:r>
            <a:r>
              <a:rPr kumimoji="0" lang="sv-SE" sz="2600" b="0" i="0" u="none" strike="noStrike" kern="1200" cap="none" spc="0" normalizeH="0" baseline="0" noProof="0" dirty="0" err="1">
                <a:ln>
                  <a:noFill/>
                </a:ln>
                <a:solidFill>
                  <a:srgbClr val="172B4D"/>
                </a:solidFill>
                <a:effectLst/>
                <a:uLnTx/>
                <a:uFillTx/>
                <a:latin typeface="Inter"/>
                <a:ea typeface="+mj-ea"/>
                <a:cs typeface="+mj-cs"/>
              </a:rPr>
              <a:t>Specific</a:t>
            </a:r>
            <a:r>
              <a:rPr kumimoji="0" lang="sv-SE" sz="2600" b="0" i="0" u="none" strike="noStrike" kern="1200" cap="none" spc="0" normalizeH="0" baseline="0" noProof="0" dirty="0">
                <a:ln>
                  <a:noFill/>
                </a:ln>
                <a:solidFill>
                  <a:srgbClr val="172B4D"/>
                </a:solidFill>
                <a:effectLst/>
                <a:uLnTx/>
                <a:uFillTx/>
                <a:latin typeface="Inter"/>
                <a:ea typeface="+mj-ea"/>
                <a:cs typeface="+mj-cs"/>
              </a:rPr>
              <a:t> </a:t>
            </a:r>
            <a:r>
              <a:rPr kumimoji="0" lang="sv-SE" sz="2600" b="0" i="0" u="none" strike="noStrike" kern="1200" cap="none" spc="0" normalizeH="0" baseline="0" noProof="0" dirty="0" err="1">
                <a:ln>
                  <a:noFill/>
                </a:ln>
                <a:solidFill>
                  <a:srgbClr val="172B4D"/>
                </a:solidFill>
                <a:effectLst/>
                <a:uLnTx/>
                <a:uFillTx/>
                <a:latin typeface="Inter"/>
                <a:ea typeface="+mj-ea"/>
                <a:cs typeface="+mj-cs"/>
              </a:rPr>
              <a:t>Search</a:t>
            </a:r>
            <a:r>
              <a:rPr kumimoji="0" lang="sv-SE" sz="2600" b="0" i="0" u="none" strike="noStrike" kern="1200" cap="none" spc="0" normalizeH="0" baseline="0" noProof="0" dirty="0">
                <a:ln>
                  <a:noFill/>
                </a:ln>
                <a:solidFill>
                  <a:srgbClr val="172B4D"/>
                </a:solidFill>
                <a:effectLst/>
                <a:uLnTx/>
                <a:uFillTx/>
                <a:latin typeface="Inter"/>
                <a:ea typeface="+mj-ea"/>
                <a:cs typeface="+mj-cs"/>
              </a:rPr>
              <a:t> Index</a:t>
            </a:r>
            <a:br>
              <a:rPr kumimoji="0" lang="sv-SE" sz="2400" b="0" i="0" u="none" strike="noStrike" kern="1200" cap="none" spc="0" normalizeH="0" baseline="0" noProof="0" dirty="0">
                <a:ln>
                  <a:noFill/>
                </a:ln>
                <a:solidFill>
                  <a:srgbClr val="172B4D"/>
                </a:solidFill>
                <a:effectLst/>
                <a:uLnTx/>
                <a:uFillTx/>
                <a:latin typeface="Inter"/>
                <a:ea typeface="+mj-ea"/>
                <a:cs typeface="+mj-cs"/>
              </a:rPr>
            </a:br>
            <a:r>
              <a:rPr kumimoji="0" lang="sv-SE" sz="2400" b="0" i="0" u="none" strike="noStrike" kern="1200" cap="none" spc="0" normalizeH="0" baseline="0" noProof="0" dirty="0">
                <a:ln>
                  <a:noFill/>
                </a:ln>
                <a:solidFill>
                  <a:srgbClr val="172B4D"/>
                </a:solidFill>
                <a:effectLst/>
                <a:uLnTx/>
                <a:uFillTx/>
                <a:latin typeface="Inter"/>
                <a:ea typeface="+mj-ea"/>
                <a:cs typeface="+mj-cs"/>
              </a:rPr>
              <a:t>- </a:t>
            </a:r>
            <a:r>
              <a:rPr kumimoji="0" lang="en-US" sz="1400" b="0" i="0" u="none" strike="noStrike" kern="1200" cap="none" spc="0" normalizeH="0" baseline="0" noProof="0" dirty="0">
                <a:ln>
                  <a:noFill/>
                </a:ln>
                <a:solidFill>
                  <a:srgbClr val="172B4D"/>
                </a:solidFill>
                <a:effectLst/>
                <a:uLnTx/>
                <a:uFillTx/>
                <a:latin typeface="Roboto" panose="02000000000000000000" pitchFamily="2" charset="0"/>
                <a:ea typeface="+mj-ea"/>
                <a:cs typeface="+mj-cs"/>
              </a:rPr>
              <a:t>Distribution of referral traffic from AI platforms</a:t>
            </a:r>
          </a:p>
          <a:p>
            <a:pPr marL="0" marR="0" lvl="0" indent="0" algn="l" defTabSz="914377" rtl="0" eaLnBrk="1" fontAlgn="auto" latinLnBrk="0" hangingPunct="1">
              <a:lnSpc>
                <a:spcPct val="90000"/>
              </a:lnSpc>
              <a:spcBef>
                <a:spcPct val="0"/>
              </a:spcBef>
              <a:spcAft>
                <a:spcPts val="0"/>
              </a:spcAft>
              <a:buClrTx/>
              <a:buSzTx/>
              <a:buFontTx/>
              <a:buNone/>
              <a:tabLst/>
              <a:defRPr/>
            </a:pPr>
            <a:r>
              <a:rPr kumimoji="0" lang="en-US" sz="1400" b="0" i="0" u="none" strike="noStrike" kern="1200" cap="none" spc="0" normalizeH="0" baseline="0" noProof="0" dirty="0">
                <a:ln>
                  <a:noFill/>
                </a:ln>
                <a:solidFill>
                  <a:srgbClr val="172B4D"/>
                </a:solidFill>
                <a:effectLst/>
                <a:uLnTx/>
                <a:uFillTx/>
                <a:latin typeface="Roboto" panose="02000000000000000000" pitchFamily="2" charset="0"/>
                <a:ea typeface="+mj-ea"/>
                <a:cs typeface="+mj-cs"/>
              </a:rPr>
              <a:t>(Sep 25’)</a:t>
            </a:r>
            <a:endParaRPr kumimoji="0" lang="sv-SE" sz="1400" b="0" i="0" u="none" strike="noStrike" kern="1200" cap="none" spc="0" normalizeH="0" baseline="0" noProof="0" dirty="0">
              <a:ln>
                <a:noFill/>
              </a:ln>
              <a:solidFill>
                <a:srgbClr val="172B4D"/>
              </a:solidFill>
              <a:effectLst/>
              <a:uLnTx/>
              <a:uFillTx/>
              <a:latin typeface="Roboto" panose="02000000000000000000" pitchFamily="2" charset="0"/>
              <a:ea typeface="+mj-ea"/>
              <a:cs typeface="+mj-cs"/>
            </a:endParaRPr>
          </a:p>
        </p:txBody>
      </p:sp>
      <p:pic>
        <p:nvPicPr>
          <p:cNvPr id="13" name="Bildobjekt 12">
            <a:extLst>
              <a:ext uri="{FF2B5EF4-FFF2-40B4-BE49-F238E27FC236}">
                <a16:creationId xmlns:a16="http://schemas.microsoft.com/office/drawing/2014/main" id="{2122EB14-07CF-AEF4-870D-2BA7F2250C5F}"/>
              </a:ext>
            </a:extLst>
          </p:cNvPr>
          <p:cNvPicPr>
            <a:picLocks noChangeAspect="1"/>
          </p:cNvPicPr>
          <p:nvPr/>
        </p:nvPicPr>
        <p:blipFill>
          <a:blip r:embed="rId4">
            <a:extLst>
              <a:ext uri="{28A0092B-C50C-407E-A947-70E740481C1C}">
                <a14:useLocalDpi xmlns:a14="http://schemas.microsoft.com/office/drawing/2010/main" val="0"/>
              </a:ext>
            </a:extLst>
          </a:blip>
          <a:srcRect l="20089" r="55268" b="10208"/>
          <a:stretch/>
        </p:blipFill>
        <p:spPr>
          <a:xfrm>
            <a:off x="8307562" y="1320800"/>
            <a:ext cx="2093738" cy="2349463"/>
          </a:xfrm>
          <a:prstGeom prst="rect">
            <a:avLst/>
          </a:prstGeom>
        </p:spPr>
      </p:pic>
      <p:pic>
        <p:nvPicPr>
          <p:cNvPr id="19" name="Bildobjekt 18">
            <a:extLst>
              <a:ext uri="{FF2B5EF4-FFF2-40B4-BE49-F238E27FC236}">
                <a16:creationId xmlns:a16="http://schemas.microsoft.com/office/drawing/2014/main" id="{A71B3575-AFBA-D4BC-AE9F-2029E666F2A4}"/>
              </a:ext>
            </a:extLst>
          </p:cNvPr>
          <p:cNvPicPr>
            <a:picLocks noChangeAspect="1"/>
          </p:cNvPicPr>
          <p:nvPr/>
        </p:nvPicPr>
        <p:blipFill>
          <a:blip r:embed="rId5"/>
          <a:stretch>
            <a:fillRect/>
          </a:stretch>
        </p:blipFill>
        <p:spPr>
          <a:xfrm>
            <a:off x="7494813" y="3872603"/>
            <a:ext cx="3849461" cy="804249"/>
          </a:xfrm>
          <a:prstGeom prst="rect">
            <a:avLst/>
          </a:prstGeom>
        </p:spPr>
      </p:pic>
      <p:sp>
        <p:nvSpPr>
          <p:cNvPr id="20" name="textruta 19">
            <a:extLst>
              <a:ext uri="{FF2B5EF4-FFF2-40B4-BE49-F238E27FC236}">
                <a16:creationId xmlns:a16="http://schemas.microsoft.com/office/drawing/2014/main" id="{E47CC03A-B940-53E8-F8E5-427EA064B92E}"/>
              </a:ext>
            </a:extLst>
          </p:cNvPr>
          <p:cNvSpPr txBox="1"/>
          <p:nvPr/>
        </p:nvSpPr>
        <p:spPr>
          <a:xfrm>
            <a:off x="600832" y="5527221"/>
            <a:ext cx="602856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Inter"/>
                <a:ea typeface="+mn-ea"/>
                <a:cs typeface="+mn-cs"/>
              </a:rPr>
              <a:t>Google reversed its nine-month decline, rising from 90.54% to 90.71% market share—its first gain in nearly a year—while AI search competitors collectively lost ground despite the hype, still accounting for less than 1% of total search referrals.</a:t>
            </a:r>
            <a:endParaRPr kumimoji="0" lang="sv-SE"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588685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95680" y="1689862"/>
            <a:ext cx="3429635" cy="23939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a:t>
            </a:r>
            <a:r>
              <a:rPr kumimoji="0" sz="1400" b="1" i="0" u="none" strike="noStrike" kern="0" cap="none" spc="-2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of</a:t>
            </a:r>
            <a:r>
              <a:rPr kumimoji="0" sz="1400" b="1" i="0" u="none" strike="noStrike" kern="0" cap="none" spc="-2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Google</a:t>
            </a:r>
            <a:r>
              <a:rPr kumimoji="0" sz="1400" b="1" i="0" u="none" strike="noStrike" kern="0" cap="none" spc="-4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searches</a:t>
            </a:r>
            <a:r>
              <a:rPr kumimoji="0" sz="1400" b="1" i="0" u="none" strike="noStrike" kern="0" cap="none" spc="-5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w/</a:t>
            </a:r>
            <a:r>
              <a:rPr kumimoji="0" sz="1400" b="1" i="0" u="none" strike="noStrike" kern="0" cap="none" spc="-6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an</a:t>
            </a:r>
            <a:r>
              <a:rPr kumimoji="0" sz="1400" b="1" i="0" u="none" strike="noStrike" kern="0" cap="none" spc="-9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AI</a:t>
            </a:r>
            <a:r>
              <a:rPr kumimoji="0" sz="1400" b="1" i="0" u="none" strike="noStrike" kern="0" cap="none" spc="15"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summary</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pic>
        <p:nvPicPr>
          <p:cNvPr id="3" name="object 3"/>
          <p:cNvPicPr/>
          <p:nvPr/>
        </p:nvPicPr>
        <p:blipFill>
          <a:blip r:embed="rId2" cstate="print"/>
          <a:stretch>
            <a:fillRect/>
          </a:stretch>
        </p:blipFill>
        <p:spPr>
          <a:xfrm>
            <a:off x="8180323" y="0"/>
            <a:ext cx="4011676" cy="6858000"/>
          </a:xfrm>
          <a:prstGeom prst="rect">
            <a:avLst/>
          </a:prstGeom>
        </p:spPr>
      </p:pic>
      <p:sp>
        <p:nvSpPr>
          <p:cNvPr id="4" name="object 4"/>
          <p:cNvSpPr txBox="1"/>
          <p:nvPr/>
        </p:nvSpPr>
        <p:spPr>
          <a:xfrm>
            <a:off x="8450326" y="720978"/>
            <a:ext cx="3191510" cy="63563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2000" b="1" i="0" u="none" strike="noStrike" kern="0" cap="none" spc="0" normalizeH="0" baseline="0" noProof="0" dirty="0">
                <a:ln>
                  <a:noFill/>
                </a:ln>
                <a:solidFill>
                  <a:srgbClr val="FFFFFF"/>
                </a:solidFill>
                <a:effectLst/>
                <a:uLnTx/>
                <a:uFillTx/>
                <a:latin typeface="Georgia"/>
                <a:ea typeface="+mn-ea"/>
                <a:cs typeface="Georgia"/>
              </a:rPr>
              <a:t>There</a:t>
            </a:r>
            <a:r>
              <a:rPr kumimoji="0" sz="2000" b="1" i="0" u="none" strike="noStrike" kern="0" cap="none" spc="-30" normalizeH="0" baseline="0" noProof="0" dirty="0">
                <a:ln>
                  <a:noFill/>
                </a:ln>
                <a:solidFill>
                  <a:srgbClr val="FFFFFF"/>
                </a:solidFill>
                <a:effectLst/>
                <a:uLnTx/>
                <a:uFillTx/>
                <a:latin typeface="Georgia"/>
                <a:ea typeface="+mn-ea"/>
                <a:cs typeface="Georgia"/>
              </a:rPr>
              <a:t> </a:t>
            </a:r>
            <a:r>
              <a:rPr kumimoji="0" sz="2000" b="1" i="0" u="none" strike="noStrike" kern="0" cap="none" spc="0" normalizeH="0" baseline="0" noProof="0" dirty="0">
                <a:ln>
                  <a:noFill/>
                </a:ln>
                <a:solidFill>
                  <a:srgbClr val="FFFFFF"/>
                </a:solidFill>
                <a:effectLst/>
                <a:uLnTx/>
                <a:uFillTx/>
                <a:latin typeface="Georgia"/>
                <a:ea typeface="+mn-ea"/>
                <a:cs typeface="Georgia"/>
              </a:rPr>
              <a:t>are</a:t>
            </a:r>
            <a:r>
              <a:rPr kumimoji="0" sz="2000" b="1" i="0" u="none" strike="noStrike" kern="0" cap="none" spc="-15" normalizeH="0" baseline="0" noProof="0" dirty="0">
                <a:ln>
                  <a:noFill/>
                </a:ln>
                <a:solidFill>
                  <a:srgbClr val="FFFFFF"/>
                </a:solidFill>
                <a:effectLst/>
                <a:uLnTx/>
                <a:uFillTx/>
                <a:latin typeface="Georgia"/>
                <a:ea typeface="+mn-ea"/>
                <a:cs typeface="Georgia"/>
              </a:rPr>
              <a:t> </a:t>
            </a:r>
            <a:r>
              <a:rPr kumimoji="0" sz="2000" b="1" i="0" u="none" strike="noStrike" kern="0" cap="none" spc="0" normalizeH="0" baseline="0" noProof="0" dirty="0">
                <a:ln>
                  <a:noFill/>
                </a:ln>
                <a:solidFill>
                  <a:srgbClr val="FFFFFF"/>
                </a:solidFill>
                <a:effectLst/>
                <a:uLnTx/>
                <a:uFillTx/>
                <a:latin typeface="Georgia"/>
                <a:ea typeface="+mn-ea"/>
                <a:cs typeface="Georgia"/>
              </a:rPr>
              <a:t>three</a:t>
            </a:r>
            <a:r>
              <a:rPr kumimoji="0" sz="2000" b="1" i="0" u="none" strike="noStrike" kern="0" cap="none" spc="-15" normalizeH="0" baseline="0" noProof="0" dirty="0">
                <a:ln>
                  <a:noFill/>
                </a:ln>
                <a:solidFill>
                  <a:srgbClr val="FFFFFF"/>
                </a:solidFill>
                <a:effectLst/>
                <a:uLnTx/>
                <a:uFillTx/>
                <a:latin typeface="Georgia"/>
                <a:ea typeface="+mn-ea"/>
                <a:cs typeface="Georgia"/>
              </a:rPr>
              <a:t> </a:t>
            </a:r>
            <a:r>
              <a:rPr kumimoji="0" sz="2000" b="1" i="0" u="none" strike="noStrike" kern="0" cap="none" spc="-10" normalizeH="0" baseline="0" noProof="0" dirty="0">
                <a:ln>
                  <a:noFill/>
                </a:ln>
                <a:solidFill>
                  <a:srgbClr val="FFFFFF"/>
                </a:solidFill>
                <a:effectLst/>
                <a:uLnTx/>
                <a:uFillTx/>
                <a:latin typeface="Georgia"/>
                <a:ea typeface="+mn-ea"/>
                <a:cs typeface="Georgia"/>
              </a:rPr>
              <a:t>primary </a:t>
            </a:r>
            <a:r>
              <a:rPr kumimoji="0" sz="2000" b="1" i="0" u="none" strike="noStrike" kern="0" cap="none" spc="0" normalizeH="0" baseline="0" noProof="0" dirty="0">
                <a:ln>
                  <a:noFill/>
                </a:ln>
                <a:solidFill>
                  <a:srgbClr val="00A9F4"/>
                </a:solidFill>
                <a:effectLst/>
                <a:uLnTx/>
                <a:uFillTx/>
                <a:latin typeface="Georgia"/>
                <a:ea typeface="+mn-ea"/>
                <a:cs typeface="Georgia"/>
              </a:rPr>
              <a:t>types</a:t>
            </a:r>
            <a:r>
              <a:rPr kumimoji="0" sz="2000" b="1" i="0" u="none" strike="noStrike" kern="0" cap="none" spc="-15" normalizeH="0" baseline="0" noProof="0" dirty="0">
                <a:ln>
                  <a:noFill/>
                </a:ln>
                <a:solidFill>
                  <a:srgbClr val="00A9F4"/>
                </a:solidFill>
                <a:effectLst/>
                <a:uLnTx/>
                <a:uFillTx/>
                <a:latin typeface="Georgia"/>
                <a:ea typeface="+mn-ea"/>
                <a:cs typeface="Georgia"/>
              </a:rPr>
              <a:t> </a:t>
            </a:r>
            <a:r>
              <a:rPr kumimoji="0" sz="2000" b="1" i="0" u="none" strike="noStrike" kern="0" cap="none" spc="0" normalizeH="0" baseline="0" noProof="0" dirty="0">
                <a:ln>
                  <a:noFill/>
                </a:ln>
                <a:solidFill>
                  <a:srgbClr val="00A9F4"/>
                </a:solidFill>
                <a:effectLst/>
                <a:uLnTx/>
                <a:uFillTx/>
                <a:latin typeface="Georgia"/>
                <a:ea typeface="+mn-ea"/>
                <a:cs typeface="Georgia"/>
              </a:rPr>
              <a:t>of</a:t>
            </a:r>
            <a:r>
              <a:rPr kumimoji="0" sz="2000" b="1" i="0" u="none" strike="noStrike" kern="0" cap="none" spc="-10" normalizeH="0" baseline="0" noProof="0" dirty="0">
                <a:ln>
                  <a:noFill/>
                </a:ln>
                <a:solidFill>
                  <a:srgbClr val="00A9F4"/>
                </a:solidFill>
                <a:effectLst/>
                <a:uLnTx/>
                <a:uFillTx/>
                <a:latin typeface="Georgia"/>
                <a:ea typeface="+mn-ea"/>
                <a:cs typeface="Georgia"/>
              </a:rPr>
              <a:t> </a:t>
            </a:r>
            <a:r>
              <a:rPr kumimoji="0" sz="2000" b="1" i="0" u="none" strike="noStrike" kern="0" cap="none" spc="0" normalizeH="0" baseline="0" noProof="0" dirty="0">
                <a:ln>
                  <a:noFill/>
                </a:ln>
                <a:solidFill>
                  <a:srgbClr val="00A9F4"/>
                </a:solidFill>
                <a:effectLst/>
                <a:uLnTx/>
                <a:uFillTx/>
                <a:latin typeface="Georgia"/>
                <a:ea typeface="+mn-ea"/>
                <a:cs typeface="Georgia"/>
              </a:rPr>
              <a:t>GenAI</a:t>
            </a:r>
            <a:r>
              <a:rPr kumimoji="0" sz="2000" b="1" i="0" u="none" strike="noStrike" kern="0" cap="none" spc="-35" normalizeH="0" baseline="0" noProof="0" dirty="0">
                <a:ln>
                  <a:noFill/>
                </a:ln>
                <a:solidFill>
                  <a:srgbClr val="00A9F4"/>
                </a:solidFill>
                <a:effectLst/>
                <a:uLnTx/>
                <a:uFillTx/>
                <a:latin typeface="Georgia"/>
                <a:ea typeface="+mn-ea"/>
                <a:cs typeface="Georgia"/>
              </a:rPr>
              <a:t> </a:t>
            </a:r>
            <a:r>
              <a:rPr kumimoji="0" sz="2000" b="1" i="0" u="none" strike="noStrike" kern="0" cap="none" spc="-10" normalizeH="0" baseline="0" noProof="0" dirty="0">
                <a:ln>
                  <a:noFill/>
                </a:ln>
                <a:solidFill>
                  <a:srgbClr val="00A9F4"/>
                </a:solidFill>
                <a:effectLst/>
                <a:uLnTx/>
                <a:uFillTx/>
                <a:latin typeface="Georgia"/>
                <a:ea typeface="+mn-ea"/>
                <a:cs typeface="Georgia"/>
              </a:rPr>
              <a:t>Search:</a:t>
            </a:r>
            <a:endParaRPr kumimoji="0" sz="2000" b="0" i="0" u="none" strike="noStrike" kern="0" cap="none" spc="0" normalizeH="0" baseline="0" noProof="0">
              <a:ln>
                <a:noFill/>
              </a:ln>
              <a:solidFill>
                <a:sysClr val="windowText" lastClr="000000"/>
              </a:solidFill>
              <a:effectLst/>
              <a:uLnTx/>
              <a:uFillTx/>
              <a:latin typeface="Georgia"/>
              <a:ea typeface="+mn-ea"/>
              <a:cs typeface="Georgia"/>
            </a:endParaRPr>
          </a:p>
        </p:txBody>
      </p:sp>
      <p:sp>
        <p:nvSpPr>
          <p:cNvPr id="5" name="object 5"/>
          <p:cNvSpPr txBox="1"/>
          <p:nvPr/>
        </p:nvSpPr>
        <p:spPr>
          <a:xfrm>
            <a:off x="8505570" y="5400547"/>
            <a:ext cx="3088005" cy="756920"/>
          </a:xfrm>
          <a:prstGeom prst="rect">
            <a:avLst/>
          </a:prstGeom>
        </p:spPr>
        <p:txBody>
          <a:bodyPr vert="horz" wrap="square" lIns="0" tIns="12065" rIns="0" bIns="0" rtlCol="0">
            <a:spAutoFit/>
          </a:bodyPr>
          <a:lstStyle/>
          <a:p>
            <a:pPr marL="12700" marR="5080" lvl="0" indent="0" algn="ctr" defTabSz="914400" rtl="0" eaLnBrk="1" fontAlgn="auto" latinLnBrk="0" hangingPunct="1">
              <a:lnSpc>
                <a:spcPct val="100000"/>
              </a:lnSpc>
              <a:spcBef>
                <a:spcPts val="95"/>
              </a:spcBef>
              <a:spcAft>
                <a:spcPts val="0"/>
              </a:spcAft>
              <a:buClrTx/>
              <a:buSzTx/>
              <a:buFontTx/>
              <a:buNone/>
              <a:tabLst/>
              <a:defRPr/>
            </a:pPr>
            <a:r>
              <a:rPr kumimoji="0" sz="1600" b="0" i="0" u="none" strike="noStrike" kern="0" cap="none" spc="0" normalizeH="0" baseline="0" noProof="0" dirty="0">
                <a:ln>
                  <a:noFill/>
                </a:ln>
                <a:solidFill>
                  <a:srgbClr val="FFFFFF"/>
                </a:solidFill>
                <a:effectLst/>
                <a:uLnTx/>
                <a:uFillTx/>
                <a:latin typeface="Arial MT"/>
                <a:ea typeface="+mn-ea"/>
                <a:cs typeface="Arial MT"/>
              </a:rPr>
              <a:t>Given</a:t>
            </a:r>
            <a:r>
              <a:rPr kumimoji="0" sz="1600" b="0" i="0" u="none" strike="noStrike" kern="0" cap="none" spc="-4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the</a:t>
            </a:r>
            <a:r>
              <a:rPr kumimoji="0" sz="1600" b="0" i="0" u="none" strike="noStrike" kern="0" cap="none" spc="-2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current</a:t>
            </a:r>
            <a:r>
              <a:rPr kumimoji="0" sz="1600" b="0" i="0" u="none" strike="noStrike" kern="0" cap="none" spc="-15"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pace</a:t>
            </a:r>
            <a:r>
              <a:rPr kumimoji="0" sz="1600" b="0" i="0" u="none" strike="noStrike" kern="0" cap="none" spc="-2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of</a:t>
            </a:r>
            <a:r>
              <a:rPr kumimoji="0" sz="1600" b="0" i="0" u="none" strike="noStrike" kern="0" cap="none" spc="-35" normalizeH="0" baseline="0" noProof="0" dirty="0">
                <a:ln>
                  <a:noFill/>
                </a:ln>
                <a:solidFill>
                  <a:srgbClr val="FFFFFF"/>
                </a:solidFill>
                <a:effectLst/>
                <a:uLnTx/>
                <a:uFillTx/>
                <a:latin typeface="Arial MT"/>
                <a:ea typeface="+mn-ea"/>
                <a:cs typeface="Arial MT"/>
              </a:rPr>
              <a:t> </a:t>
            </a:r>
            <a:r>
              <a:rPr kumimoji="0" sz="1600" b="0" i="0" u="none" strike="noStrike" kern="0" cap="none" spc="-10" normalizeH="0" baseline="0" noProof="0" dirty="0">
                <a:ln>
                  <a:noFill/>
                </a:ln>
                <a:solidFill>
                  <a:srgbClr val="FFFFFF"/>
                </a:solidFill>
                <a:effectLst/>
                <a:uLnTx/>
                <a:uFillTx/>
                <a:latin typeface="Arial MT"/>
                <a:ea typeface="+mn-ea"/>
                <a:cs typeface="Arial MT"/>
              </a:rPr>
              <a:t>change, </a:t>
            </a:r>
            <a:r>
              <a:rPr kumimoji="0" sz="1600" b="1" i="0" u="none" strike="noStrike" kern="0" cap="none" spc="0" normalizeH="0" baseline="0" noProof="0" dirty="0">
                <a:ln>
                  <a:noFill/>
                </a:ln>
                <a:solidFill>
                  <a:srgbClr val="00A9F4"/>
                </a:solidFill>
                <a:effectLst/>
                <a:uLnTx/>
                <a:uFillTx/>
                <a:latin typeface="Arial"/>
                <a:ea typeface="+mn-ea"/>
                <a:cs typeface="Arial"/>
              </a:rPr>
              <a:t>we</a:t>
            </a:r>
            <a:r>
              <a:rPr kumimoji="0" sz="1600" b="1" i="0" u="none" strike="noStrike" kern="0" cap="none" spc="-5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expect</a:t>
            </a:r>
            <a:r>
              <a:rPr kumimoji="0" sz="1600" b="1" i="0" u="none" strike="noStrike" kern="0" cap="none" spc="-2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most</a:t>
            </a:r>
            <a:r>
              <a:rPr kumimoji="0" sz="1600" b="1" i="0" u="none" strike="noStrike" kern="0" cap="none" spc="-1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search</a:t>
            </a:r>
            <a:r>
              <a:rPr kumimoji="0" sz="1600" b="1" i="0" u="none" strike="noStrike" kern="0" cap="none" spc="-25" normalizeH="0" baseline="0" noProof="0" dirty="0">
                <a:ln>
                  <a:noFill/>
                </a:ln>
                <a:solidFill>
                  <a:srgbClr val="00A9F4"/>
                </a:solidFill>
                <a:effectLst/>
                <a:uLnTx/>
                <a:uFillTx/>
                <a:latin typeface="Arial"/>
                <a:ea typeface="+mn-ea"/>
                <a:cs typeface="Arial"/>
              </a:rPr>
              <a:t> </a:t>
            </a:r>
            <a:r>
              <a:rPr kumimoji="0" sz="1600" b="1" i="0" u="none" strike="noStrike" kern="0" cap="none" spc="-10" normalizeH="0" baseline="0" noProof="0" dirty="0">
                <a:ln>
                  <a:noFill/>
                </a:ln>
                <a:solidFill>
                  <a:srgbClr val="00A9F4"/>
                </a:solidFill>
                <a:effectLst/>
                <a:uLnTx/>
                <a:uFillTx/>
                <a:latin typeface="Arial"/>
                <a:ea typeface="+mn-ea"/>
                <a:cs typeface="Arial"/>
              </a:rPr>
              <a:t>results </a:t>
            </a:r>
            <a:r>
              <a:rPr kumimoji="0" sz="1600" b="1" i="0" u="none" strike="noStrike" kern="0" cap="none" spc="0" normalizeH="0" baseline="0" noProof="0" dirty="0">
                <a:ln>
                  <a:noFill/>
                </a:ln>
                <a:solidFill>
                  <a:srgbClr val="00A9F4"/>
                </a:solidFill>
                <a:effectLst/>
                <a:uLnTx/>
                <a:uFillTx/>
                <a:latin typeface="Arial"/>
                <a:ea typeface="+mn-ea"/>
                <a:cs typeface="Arial"/>
              </a:rPr>
              <a:t>to</a:t>
            </a:r>
            <a:r>
              <a:rPr kumimoji="0" sz="1600" b="1" i="0" u="none" strike="noStrike" kern="0" cap="none" spc="-10"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be</a:t>
            </a:r>
            <a:r>
              <a:rPr kumimoji="0" sz="1600" b="1" i="0" u="none" strike="noStrike" kern="0" cap="none" spc="-8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AI</a:t>
            </a:r>
            <a:r>
              <a:rPr kumimoji="0" sz="1600" b="1" i="0" u="none" strike="noStrike" kern="0" cap="none" spc="30"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enabled</a:t>
            </a:r>
            <a:r>
              <a:rPr kumimoji="0" sz="1600" b="1" i="0" u="none" strike="noStrike" kern="0" cap="none" spc="-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by</a:t>
            </a:r>
            <a:r>
              <a:rPr kumimoji="0" sz="1600" b="1" i="0" u="none" strike="noStrike" kern="0" cap="none" spc="-25" normalizeH="0" baseline="0" noProof="0" dirty="0">
                <a:ln>
                  <a:noFill/>
                </a:ln>
                <a:solidFill>
                  <a:srgbClr val="00A9F4"/>
                </a:solidFill>
                <a:effectLst/>
                <a:uLnTx/>
                <a:uFillTx/>
                <a:latin typeface="Arial"/>
                <a:ea typeface="+mn-ea"/>
                <a:cs typeface="Arial"/>
              </a:rPr>
              <a:t> </a:t>
            </a:r>
            <a:r>
              <a:rPr kumimoji="0" sz="1600" b="1" i="0" u="none" strike="noStrike" kern="0" cap="none" spc="-20" normalizeH="0" baseline="0" noProof="0" dirty="0">
                <a:ln>
                  <a:noFill/>
                </a:ln>
                <a:solidFill>
                  <a:srgbClr val="00A9F4"/>
                </a:solidFill>
                <a:effectLst/>
                <a:uLnTx/>
                <a:uFillTx/>
                <a:latin typeface="Arial"/>
                <a:ea typeface="+mn-ea"/>
                <a:cs typeface="Arial"/>
              </a:rPr>
              <a:t>2027</a:t>
            </a:r>
            <a:endParaRPr kumimoji="0" sz="16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6" name="object 6"/>
          <p:cNvSpPr txBox="1"/>
          <p:nvPr/>
        </p:nvSpPr>
        <p:spPr>
          <a:xfrm>
            <a:off x="8974073" y="2938399"/>
            <a:ext cx="2665730" cy="45275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GenAI</a:t>
            </a:r>
            <a:r>
              <a:rPr kumimoji="0" sz="1400" b="1" i="0" u="none" strike="noStrike" kern="0" cap="none" spc="-1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Chatbot</a:t>
            </a:r>
            <a:r>
              <a:rPr kumimoji="0" sz="1400" b="1" i="0" u="none" strike="noStrike" kern="0" cap="none" spc="-5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Search</a:t>
            </a:r>
            <a:r>
              <a:rPr kumimoji="0" sz="1400" b="1" i="0" u="none" strike="noStrike" kern="0" cap="none" spc="-50" normalizeH="0" baseline="0" noProof="0" dirty="0">
                <a:ln>
                  <a:noFill/>
                </a:ln>
                <a:solidFill>
                  <a:srgbClr val="00A9F4"/>
                </a:solidFill>
                <a:effectLst/>
                <a:uLnTx/>
                <a:uFillTx/>
                <a:latin typeface="Arial"/>
                <a:ea typeface="+mn-ea"/>
                <a:cs typeface="Arial"/>
              </a:rPr>
              <a:t> </a:t>
            </a:r>
            <a:r>
              <a:rPr kumimoji="0" sz="1400" b="0" i="0" u="none" strike="noStrike" kern="0" cap="none" spc="-50" normalizeH="0" baseline="0" noProof="0" dirty="0">
                <a:ln>
                  <a:noFill/>
                </a:ln>
                <a:solidFill>
                  <a:srgbClr val="00A9F4"/>
                </a:solidFill>
                <a:effectLst/>
                <a:uLnTx/>
                <a:uFillTx/>
                <a:latin typeface="Arial MT"/>
                <a:ea typeface="+mn-ea"/>
                <a:cs typeface="Arial MT"/>
              </a:rPr>
              <a:t>–</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FFFFFF"/>
                </a:solidFill>
                <a:effectLst/>
                <a:uLnTx/>
                <a:uFillTx/>
                <a:latin typeface="Arial MT"/>
                <a:ea typeface="+mn-ea"/>
                <a:cs typeface="Arial MT"/>
              </a:rPr>
              <a:t>e.g.,</a:t>
            </a:r>
            <a:r>
              <a:rPr kumimoji="0" sz="1400" b="0" i="0" u="none" strike="noStrike" kern="0" cap="none" spc="-60" normalizeH="0" baseline="0" noProof="0" dirty="0">
                <a:ln>
                  <a:noFill/>
                </a:ln>
                <a:solidFill>
                  <a:srgbClr val="FFFFFF"/>
                </a:solidFill>
                <a:effectLst/>
                <a:uLnTx/>
                <a:uFillTx/>
                <a:latin typeface="Arial MT"/>
                <a:ea typeface="+mn-ea"/>
                <a:cs typeface="Arial MT"/>
              </a:rPr>
              <a:t> </a:t>
            </a:r>
            <a:r>
              <a:rPr kumimoji="0" sz="1400" b="0" i="0" u="none" strike="noStrike" kern="0" cap="none" spc="-20" normalizeH="0" baseline="0" noProof="0" dirty="0">
                <a:ln>
                  <a:noFill/>
                </a:ln>
                <a:solidFill>
                  <a:srgbClr val="FFFFFF"/>
                </a:solidFill>
                <a:effectLst/>
                <a:uLnTx/>
                <a:uFillTx/>
                <a:latin typeface="Arial MT"/>
                <a:ea typeface="+mn-ea"/>
                <a:cs typeface="Arial MT"/>
              </a:rPr>
              <a:t>ChatGPT,</a:t>
            </a:r>
            <a:r>
              <a:rPr kumimoji="0" sz="1400" b="0" i="0" u="none" strike="noStrike" kern="0" cap="none" spc="-5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Perplexity,</a:t>
            </a:r>
            <a:r>
              <a:rPr kumimoji="0" sz="1400" b="0" i="0" u="none" strike="noStrike" kern="0" cap="none" spc="-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Claude</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7" name="object 7"/>
          <p:cNvSpPr txBox="1"/>
          <p:nvPr/>
        </p:nvSpPr>
        <p:spPr>
          <a:xfrm>
            <a:off x="8974073" y="1923110"/>
            <a:ext cx="1985645" cy="4533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Embedded</a:t>
            </a:r>
            <a:r>
              <a:rPr kumimoji="0" sz="1400" b="1" i="0" u="none" strike="noStrike" kern="0" cap="none" spc="-9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AI</a:t>
            </a:r>
            <a:r>
              <a:rPr kumimoji="0" sz="1400" b="1" i="0" u="none" strike="noStrike" kern="0" cap="none" spc="1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Search</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0" i="0" u="none" strike="noStrike" kern="0" cap="none" spc="-50" normalizeH="0" baseline="0" noProof="0" dirty="0">
                <a:ln>
                  <a:noFill/>
                </a:ln>
                <a:solidFill>
                  <a:srgbClr val="00A9F4"/>
                </a:solidFill>
                <a:effectLst/>
                <a:uLnTx/>
                <a:uFillTx/>
                <a:latin typeface="Arial MT"/>
                <a:ea typeface="+mn-ea"/>
                <a:cs typeface="Arial MT"/>
              </a:rPr>
              <a:t>–</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FFFFFF"/>
                </a:solidFill>
                <a:effectLst/>
                <a:uLnTx/>
                <a:uFillTx/>
                <a:latin typeface="Arial MT"/>
                <a:ea typeface="+mn-ea"/>
                <a:cs typeface="Arial MT"/>
              </a:rPr>
              <a:t>e.g.,</a:t>
            </a:r>
            <a:r>
              <a:rPr kumimoji="0" sz="1400" b="0" i="0" u="none" strike="noStrike" kern="0" cap="none" spc="-3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Google</a:t>
            </a:r>
            <a:r>
              <a:rPr kumimoji="0" sz="1400" b="0" i="0" u="none" strike="noStrike" kern="0" cap="none" spc="-9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AI</a:t>
            </a:r>
            <a:r>
              <a:rPr kumimoji="0" sz="1400" b="0" i="0" u="none" strike="noStrike" kern="0" cap="none" spc="1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Overview</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8" name="object 8"/>
          <p:cNvSpPr txBox="1"/>
          <p:nvPr/>
        </p:nvSpPr>
        <p:spPr>
          <a:xfrm>
            <a:off x="8974073" y="3953383"/>
            <a:ext cx="2414270" cy="879475"/>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00000"/>
              </a:lnSpc>
              <a:spcBef>
                <a:spcPts val="100"/>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Embedded</a:t>
            </a:r>
            <a:r>
              <a:rPr kumimoji="0" sz="1400" b="1" i="0" u="none" strike="noStrike" kern="0" cap="none" spc="-5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in</a:t>
            </a:r>
            <a:r>
              <a:rPr kumimoji="0" sz="1400" b="1" i="0" u="none" strike="noStrike" kern="0" cap="none" spc="-9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Apps</a:t>
            </a:r>
            <a:r>
              <a:rPr kumimoji="0" sz="1400" b="1" i="0" u="none" strike="noStrike" kern="0" cap="none" spc="-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Search</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0" i="0" u="none" strike="noStrike" kern="0" cap="none" spc="-50" normalizeH="0" baseline="0" noProof="0" dirty="0">
                <a:ln>
                  <a:noFill/>
                </a:ln>
                <a:solidFill>
                  <a:srgbClr val="00A9F4"/>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e.g.,</a:t>
            </a:r>
            <a:r>
              <a:rPr kumimoji="0" sz="1400" b="0" i="0" u="none" strike="noStrike" kern="0" cap="none" spc="-50"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Microsoft</a:t>
            </a:r>
            <a:r>
              <a:rPr kumimoji="0" sz="1400" b="0" i="0" u="none" strike="noStrike" kern="0" cap="none" spc="-5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Copilot,</a:t>
            </a:r>
            <a:r>
              <a:rPr kumimoji="0" sz="1400" b="0" i="0" u="none" strike="noStrike" kern="0" cap="none" spc="-2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Google </a:t>
            </a:r>
            <a:r>
              <a:rPr kumimoji="0" sz="1400" b="0" i="0" u="none" strike="noStrike" kern="0" cap="none" spc="0" normalizeH="0" baseline="0" noProof="0" dirty="0">
                <a:ln>
                  <a:noFill/>
                </a:ln>
                <a:solidFill>
                  <a:srgbClr val="FFFFFF"/>
                </a:solidFill>
                <a:effectLst/>
                <a:uLnTx/>
                <a:uFillTx/>
                <a:latin typeface="Arial MT"/>
                <a:ea typeface="+mn-ea"/>
                <a:cs typeface="Arial MT"/>
              </a:rPr>
              <a:t>workplace,</a:t>
            </a:r>
            <a:r>
              <a:rPr kumimoji="0" sz="1400" b="0" i="0" u="none" strike="noStrike" kern="0" cap="none" spc="-50"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WhatsApp</a:t>
            </a:r>
            <a:r>
              <a:rPr kumimoji="0" sz="1400" b="0" i="0" u="none" strike="noStrike" kern="0" cap="none" spc="-6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Llama, </a:t>
            </a:r>
            <a:r>
              <a:rPr kumimoji="0" sz="1400" b="0" i="0" u="none" strike="noStrike" kern="0" cap="none" spc="0" normalizeH="0" baseline="0" noProof="0" dirty="0">
                <a:ln>
                  <a:noFill/>
                </a:ln>
                <a:solidFill>
                  <a:srgbClr val="FFFFFF"/>
                </a:solidFill>
                <a:effectLst/>
                <a:uLnTx/>
                <a:uFillTx/>
                <a:latin typeface="Arial MT"/>
                <a:ea typeface="+mn-ea"/>
                <a:cs typeface="Arial MT"/>
              </a:rPr>
              <a:t>Shopify</a:t>
            </a:r>
            <a:r>
              <a:rPr kumimoji="0" sz="1400" b="0" i="0" u="none" strike="noStrike" kern="0" cap="none" spc="-2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Sidekick</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9" name="object 9"/>
          <p:cNvGrpSpPr/>
          <p:nvPr/>
        </p:nvGrpSpPr>
        <p:grpSpPr>
          <a:xfrm>
            <a:off x="2996501" y="2456878"/>
            <a:ext cx="628015" cy="2179320"/>
            <a:chOff x="2996501" y="2456878"/>
            <a:chExt cx="628015" cy="2179320"/>
          </a:xfrm>
        </p:grpSpPr>
        <p:sp>
          <p:nvSpPr>
            <p:cNvPr id="10" name="object 10"/>
            <p:cNvSpPr/>
            <p:nvPr/>
          </p:nvSpPr>
          <p:spPr>
            <a:xfrm>
              <a:off x="3010789" y="2471166"/>
              <a:ext cx="599440" cy="2150745"/>
            </a:xfrm>
            <a:custGeom>
              <a:avLst/>
              <a:gdLst/>
              <a:ahLst/>
              <a:cxnLst/>
              <a:rect l="l" t="t" r="r" b="b"/>
              <a:pathLst>
                <a:path w="599439" h="2150745">
                  <a:moveTo>
                    <a:pt x="598919" y="0"/>
                  </a:moveTo>
                  <a:lnTo>
                    <a:pt x="0" y="0"/>
                  </a:lnTo>
                  <a:lnTo>
                    <a:pt x="0" y="2150618"/>
                  </a:lnTo>
                  <a:lnTo>
                    <a:pt x="598919" y="2150618"/>
                  </a:lnTo>
                  <a:lnTo>
                    <a:pt x="598919" y="0"/>
                  </a:lnTo>
                  <a:close/>
                </a:path>
              </a:pathLst>
            </a:custGeom>
            <a:solidFill>
              <a:srgbClr val="0046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 name="object 11"/>
            <p:cNvSpPr/>
            <p:nvPr/>
          </p:nvSpPr>
          <p:spPr>
            <a:xfrm>
              <a:off x="3010789" y="2471166"/>
              <a:ext cx="599440" cy="2150745"/>
            </a:xfrm>
            <a:custGeom>
              <a:avLst/>
              <a:gdLst/>
              <a:ahLst/>
              <a:cxnLst/>
              <a:rect l="l" t="t" r="r" b="b"/>
              <a:pathLst>
                <a:path w="599439" h="2150745">
                  <a:moveTo>
                    <a:pt x="0" y="2150618"/>
                  </a:moveTo>
                  <a:lnTo>
                    <a:pt x="598919" y="2150618"/>
                  </a:lnTo>
                  <a:lnTo>
                    <a:pt x="598919" y="0"/>
                  </a:lnTo>
                  <a:lnTo>
                    <a:pt x="0" y="0"/>
                  </a:lnTo>
                  <a:lnTo>
                    <a:pt x="0" y="2150618"/>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12" name="object 12"/>
          <p:cNvGrpSpPr/>
          <p:nvPr/>
        </p:nvGrpSpPr>
        <p:grpSpPr>
          <a:xfrm>
            <a:off x="2040191" y="3541877"/>
            <a:ext cx="628015" cy="1094740"/>
            <a:chOff x="2040191" y="3541877"/>
            <a:chExt cx="628015" cy="1094740"/>
          </a:xfrm>
        </p:grpSpPr>
        <p:sp>
          <p:nvSpPr>
            <p:cNvPr id="13" name="object 13"/>
            <p:cNvSpPr/>
            <p:nvPr/>
          </p:nvSpPr>
          <p:spPr>
            <a:xfrm>
              <a:off x="2054479" y="3556165"/>
              <a:ext cx="599440" cy="1066165"/>
            </a:xfrm>
            <a:custGeom>
              <a:avLst/>
              <a:gdLst/>
              <a:ahLst/>
              <a:cxnLst/>
              <a:rect l="l" t="t" r="r" b="b"/>
              <a:pathLst>
                <a:path w="599439" h="1066164">
                  <a:moveTo>
                    <a:pt x="598919" y="0"/>
                  </a:moveTo>
                  <a:lnTo>
                    <a:pt x="0" y="0"/>
                  </a:lnTo>
                  <a:lnTo>
                    <a:pt x="0" y="1065618"/>
                  </a:lnTo>
                  <a:lnTo>
                    <a:pt x="598919" y="1065618"/>
                  </a:lnTo>
                  <a:lnTo>
                    <a:pt x="598919" y="0"/>
                  </a:lnTo>
                  <a:close/>
                </a:path>
              </a:pathLst>
            </a:custGeom>
            <a:solidFill>
              <a:srgbClr val="0046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4" name="object 14"/>
            <p:cNvSpPr/>
            <p:nvPr/>
          </p:nvSpPr>
          <p:spPr>
            <a:xfrm>
              <a:off x="2054479" y="3556165"/>
              <a:ext cx="599440" cy="1066165"/>
            </a:xfrm>
            <a:custGeom>
              <a:avLst/>
              <a:gdLst/>
              <a:ahLst/>
              <a:cxnLst/>
              <a:rect l="l" t="t" r="r" b="b"/>
              <a:pathLst>
                <a:path w="599439" h="1066164">
                  <a:moveTo>
                    <a:pt x="0" y="1065618"/>
                  </a:moveTo>
                  <a:lnTo>
                    <a:pt x="598919" y="1065618"/>
                  </a:lnTo>
                  <a:lnTo>
                    <a:pt x="598919" y="0"/>
                  </a:lnTo>
                  <a:lnTo>
                    <a:pt x="0" y="0"/>
                  </a:lnTo>
                  <a:lnTo>
                    <a:pt x="0" y="1065618"/>
                  </a:lnTo>
                  <a:close/>
                </a:path>
              </a:pathLst>
            </a:custGeom>
            <a:ln w="28574">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15" name="object 15"/>
          <p:cNvSpPr/>
          <p:nvPr/>
        </p:nvSpPr>
        <p:spPr>
          <a:xfrm>
            <a:off x="1048105" y="4583550"/>
            <a:ext cx="599440" cy="38735"/>
          </a:xfrm>
          <a:custGeom>
            <a:avLst/>
            <a:gdLst/>
            <a:ahLst/>
            <a:cxnLst/>
            <a:rect l="l" t="t" r="r" b="b"/>
            <a:pathLst>
              <a:path w="599439" h="38735">
                <a:moveTo>
                  <a:pt x="0" y="38233"/>
                </a:moveTo>
                <a:lnTo>
                  <a:pt x="598919" y="38233"/>
                </a:lnTo>
                <a:lnTo>
                  <a:pt x="598919" y="0"/>
                </a:lnTo>
                <a:lnTo>
                  <a:pt x="0" y="0"/>
                </a:lnTo>
                <a:lnTo>
                  <a:pt x="0" y="38233"/>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6" name="object 16"/>
          <p:cNvSpPr txBox="1"/>
          <p:nvPr/>
        </p:nvSpPr>
        <p:spPr>
          <a:xfrm>
            <a:off x="3052698" y="2179701"/>
            <a:ext cx="505459"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10" normalizeH="0" baseline="0" noProof="0" dirty="0">
                <a:ln>
                  <a:noFill/>
                </a:ln>
                <a:solidFill>
                  <a:srgbClr val="FFFFFF"/>
                </a:solidFill>
                <a:effectLst/>
                <a:uLnTx/>
                <a:uFillTx/>
                <a:latin typeface="Arial"/>
                <a:ea typeface="+mn-ea"/>
                <a:cs typeface="Arial"/>
              </a:rPr>
              <a:t>~100%</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7" name="object 17"/>
          <p:cNvSpPr txBox="1"/>
          <p:nvPr/>
        </p:nvSpPr>
        <p:spPr>
          <a:xfrm>
            <a:off x="2140457" y="3226434"/>
            <a:ext cx="419734"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20" normalizeH="0" baseline="0" noProof="0" dirty="0">
                <a:ln>
                  <a:noFill/>
                </a:ln>
                <a:solidFill>
                  <a:srgbClr val="FFFFFF"/>
                </a:solidFill>
                <a:effectLst/>
                <a:uLnTx/>
                <a:uFillTx/>
                <a:latin typeface="Arial"/>
                <a:ea typeface="+mn-ea"/>
                <a:cs typeface="Arial"/>
              </a:rPr>
              <a:t>~50%</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8" name="object 18"/>
          <p:cNvSpPr txBox="1"/>
          <p:nvPr/>
        </p:nvSpPr>
        <p:spPr>
          <a:xfrm>
            <a:off x="647496" y="4293819"/>
            <a:ext cx="3319145" cy="1372870"/>
          </a:xfrm>
          <a:prstGeom prst="rect">
            <a:avLst/>
          </a:prstGeom>
        </p:spPr>
        <p:txBody>
          <a:bodyPr vert="horz" wrap="square" lIns="0" tIns="12700" rIns="0" bIns="0" rtlCol="0">
            <a:spAutoFit/>
          </a:bodyPr>
          <a:lstStyle/>
          <a:p>
            <a:pPr marL="545465"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25" normalizeH="0" baseline="0" noProof="0" dirty="0">
                <a:ln>
                  <a:noFill/>
                </a:ln>
                <a:solidFill>
                  <a:srgbClr val="FFFFFF"/>
                </a:solidFill>
                <a:effectLst/>
                <a:uLnTx/>
                <a:uFillTx/>
                <a:latin typeface="Arial"/>
                <a:ea typeface="+mn-ea"/>
                <a:cs typeface="Arial"/>
              </a:rPr>
              <a:t>~1%</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359410" marR="0" lvl="0" indent="0" algn="l" defTabSz="914400" rtl="0" eaLnBrk="1" fontAlgn="auto" latinLnBrk="0" hangingPunct="1">
              <a:lnSpc>
                <a:spcPct val="100000"/>
              </a:lnSpc>
              <a:spcBef>
                <a:spcPts val="5"/>
              </a:spcBef>
              <a:spcAft>
                <a:spcPts val="0"/>
              </a:spcAft>
              <a:buClrTx/>
              <a:buSzTx/>
              <a:buFontTx/>
              <a:buNone/>
              <a:tabLst>
                <a:tab pos="1400810" algn="l"/>
                <a:tab pos="2487295" algn="l"/>
              </a:tabLst>
              <a:defRPr/>
            </a:pPr>
            <a:r>
              <a:rPr kumimoji="0" sz="1200" b="1" i="0" u="none" strike="noStrike" kern="0" cap="none" spc="0" normalizeH="0" baseline="0" noProof="0" dirty="0">
                <a:ln>
                  <a:noFill/>
                </a:ln>
                <a:solidFill>
                  <a:srgbClr val="FFFFFF"/>
                </a:solidFill>
                <a:effectLst/>
                <a:uLnTx/>
                <a:uFillTx/>
                <a:latin typeface="Arial"/>
                <a:ea typeface="+mn-ea"/>
                <a:cs typeface="Arial"/>
              </a:rPr>
              <a:t>May</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20" normalizeH="0" baseline="0" noProof="0" dirty="0">
                <a:ln>
                  <a:noFill/>
                </a:ln>
                <a:solidFill>
                  <a:srgbClr val="FFFFFF"/>
                </a:solidFill>
                <a:effectLst/>
                <a:uLnTx/>
                <a:uFillTx/>
                <a:latin typeface="Arial"/>
                <a:ea typeface="+mn-ea"/>
                <a:cs typeface="Arial"/>
              </a:rPr>
              <a:t>2024</a:t>
            </a:r>
            <a:r>
              <a:rPr kumimoji="0" sz="1200" b="1" i="0" u="none" strike="noStrike" kern="0" cap="none" spc="0" normalizeH="0" baseline="0" noProof="0" dirty="0">
                <a:ln>
                  <a:noFill/>
                </a:ln>
                <a:solidFill>
                  <a:srgbClr val="FFFFFF"/>
                </a:solidFill>
                <a:effectLst/>
                <a:uLnTx/>
                <a:uFillTx/>
                <a:latin typeface="Arial"/>
                <a:ea typeface="+mn-ea"/>
                <a:cs typeface="Arial"/>
              </a:rPr>
              <a:t>	Jul</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20" normalizeH="0" baseline="0" noProof="0" dirty="0">
                <a:ln>
                  <a:noFill/>
                </a:ln>
                <a:solidFill>
                  <a:srgbClr val="FFFFFF"/>
                </a:solidFill>
                <a:effectLst/>
                <a:uLnTx/>
                <a:uFillTx/>
                <a:latin typeface="Arial"/>
                <a:ea typeface="+mn-ea"/>
                <a:cs typeface="Arial"/>
              </a:rPr>
              <a:t>2025</a:t>
            </a:r>
            <a:r>
              <a:rPr kumimoji="0" sz="1200" b="1" i="0" u="none" strike="noStrike" kern="0" cap="none" spc="0" normalizeH="0" baseline="0" noProof="0" dirty="0">
                <a:ln>
                  <a:noFill/>
                </a:ln>
                <a:solidFill>
                  <a:srgbClr val="FFFFFF"/>
                </a:solidFill>
                <a:effectLst/>
                <a:uLnTx/>
                <a:uFillTx/>
                <a:latin typeface="Arial"/>
                <a:ea typeface="+mn-ea"/>
                <a:cs typeface="Arial"/>
              </a:rPr>
              <a:t>	</a:t>
            </a:r>
            <a:r>
              <a:rPr kumimoji="0" sz="1200" b="1" i="0" u="none" strike="noStrike" kern="0" cap="none" spc="-20" normalizeH="0" baseline="0" noProof="0" dirty="0">
                <a:ln>
                  <a:noFill/>
                </a:ln>
                <a:solidFill>
                  <a:srgbClr val="FFFFFF"/>
                </a:solidFill>
                <a:effectLst/>
                <a:uLnTx/>
                <a:uFillTx/>
                <a:latin typeface="Arial"/>
                <a:ea typeface="+mn-ea"/>
                <a:cs typeface="Arial"/>
              </a:rPr>
              <a:t>2027</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algn="l" defTabSz="914400" rtl="0" eaLnBrk="1" fontAlgn="auto" latinLnBrk="0" hangingPunct="1">
              <a:lnSpc>
                <a:spcPct val="100000"/>
              </a:lnSpc>
              <a:spcBef>
                <a:spcPts val="40"/>
              </a:spcBef>
              <a:spcAft>
                <a:spcPts val="0"/>
              </a:spcAft>
              <a:buClrTx/>
              <a:buSzTx/>
              <a:buFontTx/>
              <a:buNone/>
              <a:tabLst/>
              <a:defRPr/>
            </a:pP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Note:</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some</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search</a:t>
            </a:r>
            <a:r>
              <a:rPr kumimoji="0" sz="1200" b="1" i="0" u="none" strike="noStrike" kern="0" cap="none" spc="-5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results</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across</a:t>
            </a:r>
            <a:r>
              <a:rPr kumimoji="0" sz="1200" b="1" i="0" u="none" strike="noStrike" kern="0" cap="none" spc="-6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Google</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20" normalizeH="0" baseline="0" noProof="0" dirty="0">
                <a:ln>
                  <a:noFill/>
                </a:ln>
                <a:solidFill>
                  <a:srgbClr val="FFFFFF"/>
                </a:solidFill>
                <a:effectLst/>
                <a:uLnTx/>
                <a:uFillTx/>
                <a:latin typeface="Arial"/>
                <a:ea typeface="+mn-ea"/>
                <a:cs typeface="Arial"/>
              </a:rPr>
              <a:t>will</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likely</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not</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have</a:t>
            </a:r>
            <a:r>
              <a:rPr kumimoji="0" sz="1200" b="1" i="0" u="none" strike="noStrike" kern="0" cap="none" spc="-1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“AI</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summary”</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2540" marR="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(e.g.,</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Navigation)</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9" name="object 19"/>
          <p:cNvSpPr txBox="1"/>
          <p:nvPr/>
        </p:nvSpPr>
        <p:spPr>
          <a:xfrm>
            <a:off x="5801105" y="1689862"/>
            <a:ext cx="1786889" cy="23939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User</a:t>
            </a:r>
            <a:r>
              <a:rPr kumimoji="0" sz="1400" b="1" i="0" u="none" strike="noStrike" kern="0" cap="none" spc="-1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growth</a:t>
            </a:r>
            <a:r>
              <a:rPr kumimoji="0" sz="1400" b="1" i="0" u="none" strike="noStrike" kern="0" cap="none" spc="-50"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timeline</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20" name="object 20"/>
          <p:cNvSpPr txBox="1"/>
          <p:nvPr/>
        </p:nvSpPr>
        <p:spPr>
          <a:xfrm>
            <a:off x="5931153" y="2752166"/>
            <a:ext cx="1486535" cy="20891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1B+</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users</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(projected)</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pic>
        <p:nvPicPr>
          <p:cNvPr id="21" name="object 21"/>
          <p:cNvPicPr/>
          <p:nvPr/>
        </p:nvPicPr>
        <p:blipFill>
          <a:blip r:embed="rId3" cstate="print"/>
          <a:stretch>
            <a:fillRect/>
          </a:stretch>
        </p:blipFill>
        <p:spPr>
          <a:xfrm>
            <a:off x="5522976" y="2218817"/>
            <a:ext cx="2303145" cy="483362"/>
          </a:xfrm>
          <a:prstGeom prst="rect">
            <a:avLst/>
          </a:prstGeom>
        </p:spPr>
      </p:pic>
      <p:sp>
        <p:nvSpPr>
          <p:cNvPr id="22" name="object 22"/>
          <p:cNvSpPr txBox="1"/>
          <p:nvPr/>
        </p:nvSpPr>
        <p:spPr>
          <a:xfrm>
            <a:off x="6264909" y="4670805"/>
            <a:ext cx="82105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100m</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users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23" name="object 23"/>
          <p:cNvGrpSpPr/>
          <p:nvPr/>
        </p:nvGrpSpPr>
        <p:grpSpPr>
          <a:xfrm>
            <a:off x="6464427" y="4264152"/>
            <a:ext cx="420370" cy="354330"/>
            <a:chOff x="6464427" y="4264152"/>
            <a:chExt cx="420370" cy="354330"/>
          </a:xfrm>
        </p:grpSpPr>
        <p:pic>
          <p:nvPicPr>
            <p:cNvPr id="24" name="object 24"/>
            <p:cNvPicPr/>
            <p:nvPr/>
          </p:nvPicPr>
          <p:blipFill>
            <a:blip r:embed="rId4" cstate="print"/>
            <a:stretch>
              <a:fillRect/>
            </a:stretch>
          </p:blipFill>
          <p:spPr>
            <a:xfrm>
              <a:off x="6464427" y="4522470"/>
              <a:ext cx="75056" cy="95885"/>
            </a:xfrm>
            <a:prstGeom prst="rect">
              <a:avLst/>
            </a:prstGeom>
          </p:spPr>
        </p:pic>
        <p:pic>
          <p:nvPicPr>
            <p:cNvPr id="25" name="object 25"/>
            <p:cNvPicPr/>
            <p:nvPr/>
          </p:nvPicPr>
          <p:blipFill>
            <a:blip r:embed="rId5" cstate="print"/>
            <a:stretch>
              <a:fillRect/>
            </a:stretch>
          </p:blipFill>
          <p:spPr>
            <a:xfrm>
              <a:off x="6582029" y="4522470"/>
              <a:ext cx="75056" cy="95885"/>
            </a:xfrm>
            <a:prstGeom prst="rect">
              <a:avLst/>
            </a:prstGeom>
          </p:spPr>
        </p:pic>
        <p:pic>
          <p:nvPicPr>
            <p:cNvPr id="26" name="object 26"/>
            <p:cNvPicPr/>
            <p:nvPr/>
          </p:nvPicPr>
          <p:blipFill>
            <a:blip r:embed="rId6" cstate="print"/>
            <a:stretch>
              <a:fillRect/>
            </a:stretch>
          </p:blipFill>
          <p:spPr>
            <a:xfrm>
              <a:off x="6464427" y="4393311"/>
              <a:ext cx="75056" cy="95884"/>
            </a:xfrm>
            <a:prstGeom prst="rect">
              <a:avLst/>
            </a:prstGeom>
          </p:spPr>
        </p:pic>
        <p:pic>
          <p:nvPicPr>
            <p:cNvPr id="27" name="object 27"/>
            <p:cNvPicPr/>
            <p:nvPr/>
          </p:nvPicPr>
          <p:blipFill>
            <a:blip r:embed="rId7" cstate="print"/>
            <a:stretch>
              <a:fillRect/>
            </a:stretch>
          </p:blipFill>
          <p:spPr>
            <a:xfrm>
              <a:off x="6582029" y="4393311"/>
              <a:ext cx="75056" cy="95884"/>
            </a:xfrm>
            <a:prstGeom prst="rect">
              <a:avLst/>
            </a:prstGeom>
          </p:spPr>
        </p:pic>
        <p:pic>
          <p:nvPicPr>
            <p:cNvPr id="28" name="object 28"/>
            <p:cNvPicPr/>
            <p:nvPr/>
          </p:nvPicPr>
          <p:blipFill>
            <a:blip r:embed="rId8" cstate="print"/>
            <a:stretch>
              <a:fillRect/>
            </a:stretch>
          </p:blipFill>
          <p:spPr>
            <a:xfrm>
              <a:off x="6464427" y="4264152"/>
              <a:ext cx="75056" cy="95885"/>
            </a:xfrm>
            <a:prstGeom prst="rect">
              <a:avLst/>
            </a:prstGeom>
          </p:spPr>
        </p:pic>
        <p:pic>
          <p:nvPicPr>
            <p:cNvPr id="29" name="object 29"/>
            <p:cNvPicPr/>
            <p:nvPr/>
          </p:nvPicPr>
          <p:blipFill>
            <a:blip r:embed="rId9" cstate="print"/>
            <a:stretch>
              <a:fillRect/>
            </a:stretch>
          </p:blipFill>
          <p:spPr>
            <a:xfrm>
              <a:off x="6582029" y="4264152"/>
              <a:ext cx="75056" cy="95885"/>
            </a:xfrm>
            <a:prstGeom prst="rect">
              <a:avLst/>
            </a:prstGeom>
          </p:spPr>
        </p:pic>
        <p:pic>
          <p:nvPicPr>
            <p:cNvPr id="30" name="object 30"/>
            <p:cNvPicPr/>
            <p:nvPr/>
          </p:nvPicPr>
          <p:blipFill>
            <a:blip r:embed="rId4" cstate="print"/>
            <a:stretch>
              <a:fillRect/>
            </a:stretch>
          </p:blipFill>
          <p:spPr>
            <a:xfrm>
              <a:off x="6692011" y="4522470"/>
              <a:ext cx="75057" cy="95885"/>
            </a:xfrm>
            <a:prstGeom prst="rect">
              <a:avLst/>
            </a:prstGeom>
          </p:spPr>
        </p:pic>
        <p:pic>
          <p:nvPicPr>
            <p:cNvPr id="31" name="object 31"/>
            <p:cNvPicPr/>
            <p:nvPr/>
          </p:nvPicPr>
          <p:blipFill>
            <a:blip r:embed="rId10" cstate="print"/>
            <a:stretch>
              <a:fillRect/>
            </a:stretch>
          </p:blipFill>
          <p:spPr>
            <a:xfrm>
              <a:off x="6809613" y="4522470"/>
              <a:ext cx="75056" cy="95885"/>
            </a:xfrm>
            <a:prstGeom prst="rect">
              <a:avLst/>
            </a:prstGeom>
          </p:spPr>
        </p:pic>
        <p:pic>
          <p:nvPicPr>
            <p:cNvPr id="32" name="object 32"/>
            <p:cNvPicPr/>
            <p:nvPr/>
          </p:nvPicPr>
          <p:blipFill>
            <a:blip r:embed="rId6" cstate="print"/>
            <a:stretch>
              <a:fillRect/>
            </a:stretch>
          </p:blipFill>
          <p:spPr>
            <a:xfrm>
              <a:off x="6692011" y="4393311"/>
              <a:ext cx="75057" cy="95884"/>
            </a:xfrm>
            <a:prstGeom prst="rect">
              <a:avLst/>
            </a:prstGeom>
          </p:spPr>
        </p:pic>
        <p:pic>
          <p:nvPicPr>
            <p:cNvPr id="33" name="object 33"/>
            <p:cNvPicPr/>
            <p:nvPr/>
          </p:nvPicPr>
          <p:blipFill>
            <a:blip r:embed="rId11" cstate="print"/>
            <a:stretch>
              <a:fillRect/>
            </a:stretch>
          </p:blipFill>
          <p:spPr>
            <a:xfrm>
              <a:off x="6809613" y="4393311"/>
              <a:ext cx="75056" cy="95884"/>
            </a:xfrm>
            <a:prstGeom prst="rect">
              <a:avLst/>
            </a:prstGeom>
          </p:spPr>
        </p:pic>
        <p:pic>
          <p:nvPicPr>
            <p:cNvPr id="34" name="object 34"/>
            <p:cNvPicPr/>
            <p:nvPr/>
          </p:nvPicPr>
          <p:blipFill>
            <a:blip r:embed="rId8" cstate="print"/>
            <a:stretch>
              <a:fillRect/>
            </a:stretch>
          </p:blipFill>
          <p:spPr>
            <a:xfrm>
              <a:off x="6692011" y="4264152"/>
              <a:ext cx="75057" cy="95885"/>
            </a:xfrm>
            <a:prstGeom prst="rect">
              <a:avLst/>
            </a:prstGeom>
          </p:spPr>
        </p:pic>
        <p:pic>
          <p:nvPicPr>
            <p:cNvPr id="35" name="object 35"/>
            <p:cNvPicPr/>
            <p:nvPr/>
          </p:nvPicPr>
          <p:blipFill>
            <a:blip r:embed="rId12" cstate="print"/>
            <a:stretch>
              <a:fillRect/>
            </a:stretch>
          </p:blipFill>
          <p:spPr>
            <a:xfrm>
              <a:off x="6809613" y="4264152"/>
              <a:ext cx="75056" cy="95885"/>
            </a:xfrm>
            <a:prstGeom prst="rect">
              <a:avLst/>
            </a:prstGeom>
          </p:spPr>
        </p:pic>
      </p:grpSp>
      <p:sp>
        <p:nvSpPr>
          <p:cNvPr id="36" name="object 36"/>
          <p:cNvSpPr txBox="1"/>
          <p:nvPr/>
        </p:nvSpPr>
        <p:spPr>
          <a:xfrm>
            <a:off x="6264909" y="3710685"/>
            <a:ext cx="82105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400m</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users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pic>
        <p:nvPicPr>
          <p:cNvPr id="37" name="object 37"/>
          <p:cNvPicPr/>
          <p:nvPr/>
        </p:nvPicPr>
        <p:blipFill>
          <a:blip r:embed="rId13" cstate="print"/>
          <a:stretch>
            <a:fillRect/>
          </a:stretch>
        </p:blipFill>
        <p:spPr>
          <a:xfrm>
            <a:off x="6055105" y="3306317"/>
            <a:ext cx="1238885" cy="354203"/>
          </a:xfrm>
          <a:prstGeom prst="rect">
            <a:avLst/>
          </a:prstGeom>
        </p:spPr>
      </p:pic>
      <p:sp>
        <p:nvSpPr>
          <p:cNvPr id="38" name="object 38"/>
          <p:cNvSpPr txBox="1"/>
          <p:nvPr/>
        </p:nvSpPr>
        <p:spPr>
          <a:xfrm>
            <a:off x="6348729" y="5380101"/>
            <a:ext cx="65341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1m</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users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pic>
        <p:nvPicPr>
          <p:cNvPr id="39" name="object 39"/>
          <p:cNvPicPr/>
          <p:nvPr/>
        </p:nvPicPr>
        <p:blipFill>
          <a:blip r:embed="rId14" cstate="print"/>
          <a:stretch>
            <a:fillRect/>
          </a:stretch>
        </p:blipFill>
        <p:spPr>
          <a:xfrm>
            <a:off x="6637019" y="5236845"/>
            <a:ext cx="75056" cy="95885"/>
          </a:xfrm>
          <a:prstGeom prst="rect">
            <a:avLst/>
          </a:prstGeom>
        </p:spPr>
      </p:pic>
      <p:sp>
        <p:nvSpPr>
          <p:cNvPr id="40" name="object 40"/>
          <p:cNvSpPr txBox="1"/>
          <p:nvPr/>
        </p:nvSpPr>
        <p:spPr>
          <a:xfrm>
            <a:off x="4863465" y="2352802"/>
            <a:ext cx="367030" cy="391795"/>
          </a:xfrm>
          <a:prstGeom prst="rect">
            <a:avLst/>
          </a:prstGeom>
        </p:spPr>
        <p:txBody>
          <a:bodyPr vert="horz" wrap="square" lIns="0" tIns="12700" rIns="0" bIns="0" rtlCol="0">
            <a:spAutoFit/>
          </a:bodyPr>
          <a:lstStyle/>
          <a:p>
            <a:pPr marL="4318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25" normalizeH="0" baseline="0" noProof="0" dirty="0">
                <a:ln>
                  <a:noFill/>
                </a:ln>
                <a:solidFill>
                  <a:srgbClr val="FFFFFF"/>
                </a:solidFill>
                <a:effectLst/>
                <a:uLnTx/>
                <a:uFillTx/>
                <a:latin typeface="Arial"/>
                <a:ea typeface="+mn-ea"/>
                <a:cs typeface="Arial"/>
              </a:rPr>
              <a:t>Dec</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20" normalizeH="0" baseline="0" noProof="0" dirty="0">
                <a:ln>
                  <a:noFill/>
                </a:ln>
                <a:solidFill>
                  <a:srgbClr val="FFFFFF"/>
                </a:solidFill>
                <a:effectLst/>
                <a:uLnTx/>
                <a:uFillTx/>
                <a:latin typeface="Arial"/>
                <a:ea typeface="+mn-ea"/>
                <a:cs typeface="Arial"/>
              </a:rPr>
              <a:t>2025</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41" name="object 41"/>
          <p:cNvSpPr txBox="1"/>
          <p:nvPr/>
        </p:nvSpPr>
        <p:spPr>
          <a:xfrm>
            <a:off x="4863465" y="4367021"/>
            <a:ext cx="367030" cy="391160"/>
          </a:xfrm>
          <a:prstGeom prst="rect">
            <a:avLst/>
          </a:prstGeom>
        </p:spPr>
        <p:txBody>
          <a:bodyPr vert="horz" wrap="square" lIns="0" tIns="12700" rIns="0" bIns="0" rtlCol="0">
            <a:spAutoFit/>
          </a:bodyPr>
          <a:lstStyle/>
          <a:p>
            <a:pPr marL="12700" marR="5080" lvl="0" indent="3810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25" normalizeH="0" baseline="0" noProof="0" dirty="0">
                <a:ln>
                  <a:noFill/>
                </a:ln>
                <a:solidFill>
                  <a:srgbClr val="FFFFFF"/>
                </a:solidFill>
                <a:effectLst/>
                <a:uLnTx/>
                <a:uFillTx/>
                <a:latin typeface="Arial"/>
                <a:ea typeface="+mn-ea"/>
                <a:cs typeface="Arial"/>
              </a:rPr>
              <a:t>Jan </a:t>
            </a:r>
            <a:r>
              <a:rPr kumimoji="0" sz="1200" b="1" i="0" u="none" strike="noStrike" kern="0" cap="none" spc="-20" normalizeH="0" baseline="0" noProof="0" dirty="0">
                <a:ln>
                  <a:noFill/>
                </a:ln>
                <a:solidFill>
                  <a:srgbClr val="FFFFFF"/>
                </a:solidFill>
                <a:effectLst/>
                <a:uLnTx/>
                <a:uFillTx/>
                <a:latin typeface="Arial"/>
                <a:ea typeface="+mn-ea"/>
                <a:cs typeface="Arial"/>
              </a:rPr>
              <a:t>2023</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42" name="object 42"/>
          <p:cNvSpPr txBox="1"/>
          <p:nvPr/>
        </p:nvSpPr>
        <p:spPr>
          <a:xfrm>
            <a:off x="4863465" y="3407790"/>
            <a:ext cx="367030" cy="391795"/>
          </a:xfrm>
          <a:prstGeom prst="rect">
            <a:avLst/>
          </a:prstGeom>
        </p:spPr>
        <p:txBody>
          <a:bodyPr vert="horz" wrap="square" lIns="0" tIns="12700" rIns="0" bIns="0" rtlCol="0">
            <a:spAutoFit/>
          </a:bodyPr>
          <a:lstStyle/>
          <a:p>
            <a:pPr marL="4318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25" normalizeH="0" baseline="0" noProof="0" dirty="0">
                <a:ln>
                  <a:noFill/>
                </a:ln>
                <a:solidFill>
                  <a:srgbClr val="FFFFFF"/>
                </a:solidFill>
                <a:effectLst/>
                <a:uLnTx/>
                <a:uFillTx/>
                <a:latin typeface="Arial"/>
                <a:ea typeface="+mn-ea"/>
                <a:cs typeface="Arial"/>
              </a:rPr>
              <a:t>Dec</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20" normalizeH="0" baseline="0" noProof="0" dirty="0">
                <a:ln>
                  <a:noFill/>
                </a:ln>
                <a:solidFill>
                  <a:srgbClr val="FFFFFF"/>
                </a:solidFill>
                <a:effectLst/>
                <a:uLnTx/>
                <a:uFillTx/>
                <a:latin typeface="Arial"/>
                <a:ea typeface="+mn-ea"/>
                <a:cs typeface="Arial"/>
              </a:rPr>
              <a:t>2024</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43" name="object 43"/>
          <p:cNvSpPr txBox="1"/>
          <p:nvPr/>
        </p:nvSpPr>
        <p:spPr>
          <a:xfrm>
            <a:off x="4863465" y="5208270"/>
            <a:ext cx="367030" cy="391160"/>
          </a:xfrm>
          <a:prstGeom prst="rect">
            <a:avLst/>
          </a:prstGeom>
        </p:spPr>
        <p:txBody>
          <a:bodyPr vert="horz" wrap="square" lIns="0" tIns="12700" rIns="0" bIns="0" rtlCol="0">
            <a:spAutoFit/>
          </a:bodyPr>
          <a:lstStyle/>
          <a:p>
            <a:pPr marL="12700" marR="5080" lvl="0" indent="27305"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25" normalizeH="0" baseline="0" noProof="0" dirty="0">
                <a:ln>
                  <a:noFill/>
                </a:ln>
                <a:solidFill>
                  <a:srgbClr val="FFFFFF"/>
                </a:solidFill>
                <a:effectLst/>
                <a:uLnTx/>
                <a:uFillTx/>
                <a:latin typeface="Arial"/>
                <a:ea typeface="+mn-ea"/>
                <a:cs typeface="Arial"/>
              </a:rPr>
              <a:t>Nov </a:t>
            </a:r>
            <a:r>
              <a:rPr kumimoji="0" sz="1200" b="1" i="0" u="none" strike="noStrike" kern="0" cap="none" spc="-20" normalizeH="0" baseline="0" noProof="0" dirty="0">
                <a:ln>
                  <a:noFill/>
                </a:ln>
                <a:solidFill>
                  <a:srgbClr val="FFFFFF"/>
                </a:solidFill>
                <a:effectLst/>
                <a:uLnTx/>
                <a:uFillTx/>
                <a:latin typeface="Arial"/>
                <a:ea typeface="+mn-ea"/>
                <a:cs typeface="Arial"/>
              </a:rPr>
              <a:t>2022</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pic>
        <p:nvPicPr>
          <p:cNvPr id="44" name="object 44"/>
          <p:cNvPicPr/>
          <p:nvPr/>
        </p:nvPicPr>
        <p:blipFill>
          <a:blip r:embed="rId15" cstate="print"/>
          <a:stretch>
            <a:fillRect/>
          </a:stretch>
        </p:blipFill>
        <p:spPr>
          <a:xfrm>
            <a:off x="5008245" y="4816347"/>
            <a:ext cx="76200" cy="439038"/>
          </a:xfrm>
          <a:prstGeom prst="rect">
            <a:avLst/>
          </a:prstGeom>
        </p:spPr>
      </p:pic>
      <p:pic>
        <p:nvPicPr>
          <p:cNvPr id="45" name="object 45"/>
          <p:cNvPicPr/>
          <p:nvPr/>
        </p:nvPicPr>
        <p:blipFill>
          <a:blip r:embed="rId16" cstate="print"/>
          <a:stretch>
            <a:fillRect/>
          </a:stretch>
        </p:blipFill>
        <p:spPr>
          <a:xfrm>
            <a:off x="5008245" y="3867277"/>
            <a:ext cx="76200" cy="521335"/>
          </a:xfrm>
          <a:prstGeom prst="rect">
            <a:avLst/>
          </a:prstGeom>
        </p:spPr>
      </p:pic>
      <p:pic>
        <p:nvPicPr>
          <p:cNvPr id="46" name="object 46"/>
          <p:cNvPicPr/>
          <p:nvPr/>
        </p:nvPicPr>
        <p:blipFill>
          <a:blip r:embed="rId17" cstate="print"/>
          <a:stretch>
            <a:fillRect/>
          </a:stretch>
        </p:blipFill>
        <p:spPr>
          <a:xfrm>
            <a:off x="5008245" y="2821304"/>
            <a:ext cx="76200" cy="654939"/>
          </a:xfrm>
          <a:prstGeom prst="rect">
            <a:avLst/>
          </a:prstGeom>
        </p:spPr>
      </p:pic>
      <p:grpSp>
        <p:nvGrpSpPr>
          <p:cNvPr id="47" name="object 47"/>
          <p:cNvGrpSpPr/>
          <p:nvPr/>
        </p:nvGrpSpPr>
        <p:grpSpPr>
          <a:xfrm>
            <a:off x="5043170" y="1815592"/>
            <a:ext cx="120014" cy="580390"/>
            <a:chOff x="5043170" y="1815592"/>
            <a:chExt cx="120014" cy="580390"/>
          </a:xfrm>
        </p:grpSpPr>
        <p:pic>
          <p:nvPicPr>
            <p:cNvPr id="48" name="object 48"/>
            <p:cNvPicPr/>
            <p:nvPr/>
          </p:nvPicPr>
          <p:blipFill>
            <a:blip r:embed="rId18" cstate="print"/>
            <a:stretch>
              <a:fillRect/>
            </a:stretch>
          </p:blipFill>
          <p:spPr>
            <a:xfrm>
              <a:off x="5043170" y="1815592"/>
              <a:ext cx="6350" cy="579882"/>
            </a:xfrm>
            <a:prstGeom prst="rect">
              <a:avLst/>
            </a:prstGeom>
          </p:spPr>
        </p:pic>
        <p:sp>
          <p:nvSpPr>
            <p:cNvPr id="49" name="object 49"/>
            <p:cNvSpPr/>
            <p:nvPr/>
          </p:nvSpPr>
          <p:spPr>
            <a:xfrm>
              <a:off x="5047234" y="1815592"/>
              <a:ext cx="116205" cy="134620"/>
            </a:xfrm>
            <a:custGeom>
              <a:avLst/>
              <a:gdLst/>
              <a:ahLst/>
              <a:cxnLst/>
              <a:rect l="l" t="t" r="r" b="b"/>
              <a:pathLst>
                <a:path w="116204" h="134619">
                  <a:moveTo>
                    <a:pt x="0" y="0"/>
                  </a:moveTo>
                  <a:lnTo>
                    <a:pt x="0" y="134493"/>
                  </a:lnTo>
                  <a:lnTo>
                    <a:pt x="115950" y="67310"/>
                  </a:lnTo>
                  <a:lnTo>
                    <a:pt x="0"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50" name="object 50"/>
          <p:cNvSpPr txBox="1"/>
          <p:nvPr/>
        </p:nvSpPr>
        <p:spPr>
          <a:xfrm>
            <a:off x="542036" y="119583"/>
            <a:ext cx="7284720" cy="1245235"/>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500" b="1" i="0" u="none" strike="noStrike" kern="0" cap="none" spc="0" normalizeH="0" baseline="0" noProof="0" dirty="0">
                <a:ln>
                  <a:noFill/>
                </a:ln>
                <a:solidFill>
                  <a:srgbClr val="00A9F4"/>
                </a:solidFill>
                <a:effectLst/>
                <a:uLnTx/>
                <a:uFillTx/>
                <a:latin typeface="Georgia"/>
                <a:ea typeface="+mn-ea"/>
                <a:cs typeface="Georgia"/>
              </a:rPr>
              <a:t>GenAI</a:t>
            </a:r>
            <a:r>
              <a:rPr kumimoji="0" sz="2500" b="1" i="0" u="none" strike="noStrike" kern="0" cap="none" spc="-30"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is</a:t>
            </a:r>
            <a:r>
              <a:rPr kumimoji="0" sz="2500" b="1" i="0" u="none" strike="noStrike" kern="0" cap="none" spc="-15"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the</a:t>
            </a:r>
            <a:r>
              <a:rPr kumimoji="0" sz="2500" b="1" i="0" u="none" strike="noStrike" kern="0" cap="none" spc="-30"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new</a:t>
            </a:r>
            <a:r>
              <a:rPr kumimoji="0" sz="2500" b="1" i="0" u="none" strike="noStrike" kern="0" cap="none" spc="-30"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front</a:t>
            </a:r>
            <a:r>
              <a:rPr kumimoji="0" sz="2500" b="1" i="0" u="none" strike="noStrike" kern="0" cap="none" spc="-15"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door</a:t>
            </a:r>
            <a:r>
              <a:rPr kumimoji="0" sz="2500" b="1" i="0" u="none" strike="noStrike" kern="0" cap="none" spc="-25"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to</a:t>
            </a:r>
            <a:r>
              <a:rPr kumimoji="0" sz="2500" b="1" i="0" u="none" strike="noStrike" kern="0" cap="none" spc="-25"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the</a:t>
            </a:r>
            <a:r>
              <a:rPr kumimoji="0" sz="2500" b="1" i="0" u="none" strike="noStrike" kern="0" cap="none" spc="-25" normalizeH="0" baseline="0" noProof="0" dirty="0">
                <a:ln>
                  <a:noFill/>
                </a:ln>
                <a:solidFill>
                  <a:srgbClr val="00A9F4"/>
                </a:solidFill>
                <a:effectLst/>
                <a:uLnTx/>
                <a:uFillTx/>
                <a:latin typeface="Georgia"/>
                <a:ea typeface="+mn-ea"/>
                <a:cs typeface="Georgia"/>
              </a:rPr>
              <a:t> </a:t>
            </a:r>
            <a:r>
              <a:rPr kumimoji="0" sz="2500" b="1" i="0" u="none" strike="noStrike" kern="0" cap="none" spc="0" normalizeH="0" baseline="0" noProof="0" dirty="0">
                <a:ln>
                  <a:noFill/>
                </a:ln>
                <a:solidFill>
                  <a:srgbClr val="00A9F4"/>
                </a:solidFill>
                <a:effectLst/>
                <a:uLnTx/>
                <a:uFillTx/>
                <a:latin typeface="Georgia"/>
                <a:ea typeface="+mn-ea"/>
                <a:cs typeface="Georgia"/>
              </a:rPr>
              <a:t>internet</a:t>
            </a:r>
            <a:r>
              <a:rPr kumimoji="0" sz="2500" b="1" i="0" u="none" strike="noStrike" kern="0" cap="none" spc="-25" normalizeH="0" baseline="0" noProof="0" dirty="0">
                <a:ln>
                  <a:noFill/>
                </a:ln>
                <a:solidFill>
                  <a:srgbClr val="00A9F4"/>
                </a:solidFill>
                <a:effectLst/>
                <a:uLnTx/>
                <a:uFillTx/>
                <a:latin typeface="Georgia"/>
                <a:ea typeface="+mn-ea"/>
                <a:cs typeface="Georgia"/>
              </a:rPr>
              <a:t> </a:t>
            </a:r>
            <a:r>
              <a:rPr kumimoji="0" sz="2500" b="1" i="0" u="none" strike="noStrike" kern="0" cap="none" spc="-50" normalizeH="0" baseline="0" noProof="0" dirty="0">
                <a:ln>
                  <a:noFill/>
                </a:ln>
                <a:solidFill>
                  <a:srgbClr val="00A9F4"/>
                </a:solidFill>
                <a:effectLst/>
                <a:uLnTx/>
                <a:uFillTx/>
                <a:latin typeface="Georgia"/>
                <a:ea typeface="+mn-ea"/>
                <a:cs typeface="Georgia"/>
              </a:rPr>
              <a:t>–</a:t>
            </a:r>
            <a:endParaRPr kumimoji="0" sz="2500" b="0" i="0" u="none" strike="noStrike" kern="0" cap="none" spc="0" normalizeH="0" baseline="0" noProof="0">
              <a:ln>
                <a:noFill/>
              </a:ln>
              <a:solidFill>
                <a:sysClr val="windowText" lastClr="000000"/>
              </a:solidFill>
              <a:effectLst/>
              <a:uLnTx/>
              <a:uFillTx/>
              <a:latin typeface="Georgia"/>
              <a:ea typeface="+mn-ea"/>
              <a:cs typeface="Georgia"/>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2500" b="1" i="0" u="none" strike="noStrike" kern="0" cap="none" spc="0" normalizeH="0" baseline="0" noProof="0" dirty="0">
                <a:ln>
                  <a:noFill/>
                </a:ln>
                <a:solidFill>
                  <a:srgbClr val="FFFFFF"/>
                </a:solidFill>
                <a:effectLst/>
                <a:uLnTx/>
                <a:uFillTx/>
                <a:latin typeface="Georgia"/>
                <a:ea typeface="+mn-ea"/>
                <a:cs typeface="Georgia"/>
              </a:rPr>
              <a:t>with</a:t>
            </a:r>
            <a:r>
              <a:rPr kumimoji="0" sz="2500" b="1" i="0" u="none" strike="noStrike" kern="0" cap="none" spc="-75" normalizeH="0" baseline="0" noProof="0" dirty="0">
                <a:ln>
                  <a:noFill/>
                </a:ln>
                <a:solidFill>
                  <a:srgbClr val="FFFFFF"/>
                </a:solidFill>
                <a:effectLst/>
                <a:uLnTx/>
                <a:uFillTx/>
                <a:latin typeface="Georgia"/>
                <a:ea typeface="+mn-ea"/>
                <a:cs typeface="Georgia"/>
              </a:rPr>
              <a:t> </a:t>
            </a:r>
            <a:r>
              <a:rPr kumimoji="0" sz="2500" b="1" i="0" u="none" strike="noStrike" kern="0" cap="none" spc="0" normalizeH="0" baseline="0" noProof="0" dirty="0">
                <a:ln>
                  <a:noFill/>
                </a:ln>
                <a:solidFill>
                  <a:srgbClr val="FFFFFF"/>
                </a:solidFill>
                <a:effectLst/>
                <a:uLnTx/>
                <a:uFillTx/>
                <a:latin typeface="Georgia"/>
                <a:ea typeface="+mn-ea"/>
                <a:cs typeface="Georgia"/>
              </a:rPr>
              <a:t>AI</a:t>
            </a:r>
            <a:r>
              <a:rPr kumimoji="0" sz="2500" b="1" i="0" u="none" strike="noStrike" kern="0" cap="none" spc="-75" normalizeH="0" baseline="0" noProof="0" dirty="0">
                <a:ln>
                  <a:noFill/>
                </a:ln>
                <a:solidFill>
                  <a:srgbClr val="FFFFFF"/>
                </a:solidFill>
                <a:effectLst/>
                <a:uLnTx/>
                <a:uFillTx/>
                <a:latin typeface="Georgia"/>
                <a:ea typeface="+mn-ea"/>
                <a:cs typeface="Georgia"/>
              </a:rPr>
              <a:t> </a:t>
            </a:r>
            <a:r>
              <a:rPr kumimoji="0" sz="2500" b="1" i="0" u="none" strike="noStrike" kern="0" cap="none" spc="0" normalizeH="0" baseline="0" noProof="0" dirty="0">
                <a:ln>
                  <a:noFill/>
                </a:ln>
                <a:solidFill>
                  <a:srgbClr val="FFFFFF"/>
                </a:solidFill>
                <a:effectLst/>
                <a:uLnTx/>
                <a:uFillTx/>
                <a:latin typeface="Georgia"/>
                <a:ea typeface="+mn-ea"/>
                <a:cs typeface="Georgia"/>
              </a:rPr>
              <a:t>embedded</a:t>
            </a:r>
            <a:r>
              <a:rPr kumimoji="0" sz="2500" b="1" i="0" u="none" strike="noStrike" kern="0" cap="none" spc="-55" normalizeH="0" baseline="0" noProof="0" dirty="0">
                <a:ln>
                  <a:noFill/>
                </a:ln>
                <a:solidFill>
                  <a:srgbClr val="FFFFFF"/>
                </a:solidFill>
                <a:effectLst/>
                <a:uLnTx/>
                <a:uFillTx/>
                <a:latin typeface="Georgia"/>
                <a:ea typeface="+mn-ea"/>
                <a:cs typeface="Georgia"/>
              </a:rPr>
              <a:t> </a:t>
            </a:r>
            <a:r>
              <a:rPr kumimoji="0" sz="2500" b="1" i="0" u="none" strike="noStrike" kern="0" cap="none" spc="0" normalizeH="0" baseline="0" noProof="0" dirty="0">
                <a:ln>
                  <a:noFill/>
                </a:ln>
                <a:solidFill>
                  <a:srgbClr val="FFFFFF"/>
                </a:solidFill>
                <a:effectLst/>
                <a:uLnTx/>
                <a:uFillTx/>
                <a:latin typeface="Georgia"/>
                <a:ea typeface="+mn-ea"/>
                <a:cs typeface="Georgia"/>
              </a:rPr>
              <a:t>across</a:t>
            </a:r>
            <a:r>
              <a:rPr kumimoji="0" sz="2500" b="1" i="0" u="none" strike="noStrike" kern="0" cap="none" spc="-65" normalizeH="0" baseline="0" noProof="0" dirty="0">
                <a:ln>
                  <a:noFill/>
                </a:ln>
                <a:solidFill>
                  <a:srgbClr val="FFFFFF"/>
                </a:solidFill>
                <a:effectLst/>
                <a:uLnTx/>
                <a:uFillTx/>
                <a:latin typeface="Georgia"/>
                <a:ea typeface="+mn-ea"/>
                <a:cs typeface="Georgia"/>
              </a:rPr>
              <a:t> </a:t>
            </a:r>
            <a:r>
              <a:rPr kumimoji="0" sz="2500" b="1" i="0" u="none" strike="noStrike" kern="0" cap="none" spc="0" normalizeH="0" baseline="0" noProof="0" dirty="0">
                <a:ln>
                  <a:noFill/>
                </a:ln>
                <a:solidFill>
                  <a:srgbClr val="FFFFFF"/>
                </a:solidFill>
                <a:effectLst/>
                <a:uLnTx/>
                <a:uFillTx/>
                <a:latin typeface="Georgia"/>
                <a:ea typeface="+mn-ea"/>
                <a:cs typeface="Georgia"/>
              </a:rPr>
              <a:t>all</a:t>
            </a:r>
            <a:r>
              <a:rPr kumimoji="0" sz="2500" b="1" i="0" u="none" strike="noStrike" kern="0" cap="none" spc="-70" normalizeH="0" baseline="0" noProof="0" dirty="0">
                <a:ln>
                  <a:noFill/>
                </a:ln>
                <a:solidFill>
                  <a:srgbClr val="FFFFFF"/>
                </a:solidFill>
                <a:effectLst/>
                <a:uLnTx/>
                <a:uFillTx/>
                <a:latin typeface="Georgia"/>
                <a:ea typeface="+mn-ea"/>
                <a:cs typeface="Georgia"/>
              </a:rPr>
              <a:t> </a:t>
            </a:r>
            <a:r>
              <a:rPr kumimoji="0" sz="2500" b="1" i="0" u="none" strike="noStrike" kern="0" cap="none" spc="0" normalizeH="0" baseline="0" noProof="0" dirty="0">
                <a:ln>
                  <a:noFill/>
                </a:ln>
                <a:solidFill>
                  <a:srgbClr val="FFFFFF"/>
                </a:solidFill>
                <a:effectLst/>
                <a:uLnTx/>
                <a:uFillTx/>
                <a:latin typeface="Georgia"/>
                <a:ea typeface="+mn-ea"/>
                <a:cs typeface="Georgia"/>
              </a:rPr>
              <a:t>search</a:t>
            </a:r>
            <a:r>
              <a:rPr kumimoji="0" sz="2500" b="1" i="0" u="none" strike="noStrike" kern="0" cap="none" spc="-70" normalizeH="0" baseline="0" noProof="0" dirty="0">
                <a:ln>
                  <a:noFill/>
                </a:ln>
                <a:solidFill>
                  <a:srgbClr val="FFFFFF"/>
                </a:solidFill>
                <a:effectLst/>
                <a:uLnTx/>
                <a:uFillTx/>
                <a:latin typeface="Georgia"/>
                <a:ea typeface="+mn-ea"/>
                <a:cs typeface="Georgia"/>
              </a:rPr>
              <a:t> </a:t>
            </a:r>
            <a:r>
              <a:rPr kumimoji="0" sz="2500" b="1" i="0" u="none" strike="noStrike" kern="0" cap="none" spc="-10" normalizeH="0" baseline="0" noProof="0" dirty="0">
                <a:ln>
                  <a:noFill/>
                </a:ln>
                <a:solidFill>
                  <a:srgbClr val="FFFFFF"/>
                </a:solidFill>
                <a:effectLst/>
                <a:uLnTx/>
                <a:uFillTx/>
                <a:latin typeface="Georgia"/>
                <a:ea typeface="+mn-ea"/>
                <a:cs typeface="Georgia"/>
              </a:rPr>
              <a:t>types</a:t>
            </a:r>
            <a:endParaRPr kumimoji="0" sz="2500" b="0" i="0" u="none" strike="noStrike" kern="0" cap="none" spc="0" normalizeH="0" baseline="0" noProof="0">
              <a:ln>
                <a:noFill/>
              </a:ln>
              <a:solidFill>
                <a:sysClr val="windowText" lastClr="000000"/>
              </a:solidFill>
              <a:effectLst/>
              <a:uLnTx/>
              <a:uFillTx/>
              <a:latin typeface="Georgia"/>
              <a:ea typeface="+mn-ea"/>
              <a:cs typeface="Georgia"/>
            </a:endParaRPr>
          </a:p>
          <a:p>
            <a:pPr marL="12700" marR="0" lvl="0" indent="0" algn="l" defTabSz="914400" rtl="0" eaLnBrk="1" fontAlgn="auto" latinLnBrk="0" hangingPunct="1">
              <a:lnSpc>
                <a:spcPct val="100000"/>
              </a:lnSpc>
              <a:spcBef>
                <a:spcPts val="1685"/>
              </a:spcBef>
              <a:spcAft>
                <a:spcPts val="0"/>
              </a:spcAft>
              <a:buClrTx/>
              <a:buSzTx/>
              <a:buFontTx/>
              <a:buNone/>
              <a:tabLst/>
              <a:defRPr/>
            </a:pPr>
            <a:r>
              <a:rPr kumimoji="0" sz="1600" b="1" i="0" u="none" strike="noStrike" kern="0" cap="none" spc="0" normalizeH="0" baseline="0" noProof="0" dirty="0">
                <a:ln>
                  <a:noFill/>
                </a:ln>
                <a:solidFill>
                  <a:srgbClr val="00A9F4"/>
                </a:solidFill>
                <a:effectLst/>
                <a:uLnTx/>
                <a:uFillTx/>
                <a:latin typeface="Arial"/>
                <a:ea typeface="+mn-ea"/>
                <a:cs typeface="Arial"/>
              </a:rPr>
              <a:t>How</a:t>
            </a:r>
            <a:r>
              <a:rPr kumimoji="0" sz="1600" b="1" i="0" u="none" strike="noStrike" kern="0" cap="none" spc="-40"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quickly</a:t>
            </a:r>
            <a:r>
              <a:rPr kumimoji="0" sz="1600" b="1" i="0" u="none" strike="noStrike" kern="0" cap="none" spc="-2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is</a:t>
            </a:r>
            <a:r>
              <a:rPr kumimoji="0" sz="1600" b="1" i="0" u="none" strike="noStrike" kern="0" cap="none" spc="-3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GEO</a:t>
            </a:r>
            <a:r>
              <a:rPr kumimoji="0" sz="1600" b="1" i="0" u="none" strike="noStrike" kern="0" cap="none" spc="-25" normalizeH="0" baseline="0" noProof="0" dirty="0">
                <a:ln>
                  <a:noFill/>
                </a:ln>
                <a:solidFill>
                  <a:srgbClr val="00A9F4"/>
                </a:solidFill>
                <a:effectLst/>
                <a:uLnTx/>
                <a:uFillTx/>
                <a:latin typeface="Arial"/>
                <a:ea typeface="+mn-ea"/>
                <a:cs typeface="Arial"/>
              </a:rPr>
              <a:t> </a:t>
            </a:r>
            <a:r>
              <a:rPr kumimoji="0" sz="1600" b="1" i="0" u="none" strike="noStrike" kern="0" cap="none" spc="-10" normalizeH="0" baseline="0" noProof="0" dirty="0">
                <a:ln>
                  <a:noFill/>
                </a:ln>
                <a:solidFill>
                  <a:srgbClr val="00A9F4"/>
                </a:solidFill>
                <a:effectLst/>
                <a:uLnTx/>
                <a:uFillTx/>
                <a:latin typeface="Arial"/>
                <a:ea typeface="+mn-ea"/>
                <a:cs typeface="Arial"/>
              </a:rPr>
              <a:t>growing?</a:t>
            </a:r>
            <a:endParaRPr kumimoji="0" sz="16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51" name="object 51"/>
          <p:cNvSpPr/>
          <p:nvPr/>
        </p:nvSpPr>
        <p:spPr>
          <a:xfrm>
            <a:off x="554736" y="1420749"/>
            <a:ext cx="7294880" cy="0"/>
          </a:xfrm>
          <a:custGeom>
            <a:avLst/>
            <a:gdLst/>
            <a:ahLst/>
            <a:cxnLst/>
            <a:rect l="l" t="t" r="r" b="b"/>
            <a:pathLst>
              <a:path w="7294880">
                <a:moveTo>
                  <a:pt x="0" y="0"/>
                </a:moveTo>
                <a:lnTo>
                  <a:pt x="7294753" y="0"/>
                </a:lnTo>
              </a:path>
            </a:pathLst>
          </a:custGeom>
          <a:ln w="1270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2" name="object 52"/>
          <p:cNvSpPr txBox="1"/>
          <p:nvPr/>
        </p:nvSpPr>
        <p:spPr>
          <a:xfrm>
            <a:off x="8427466" y="1452473"/>
            <a:ext cx="423545" cy="3004185"/>
          </a:xfrm>
          <a:prstGeom prst="rect">
            <a:avLst/>
          </a:prstGeom>
        </p:spPr>
        <p:txBody>
          <a:bodyPr vert="horz" wrap="square" lIns="0" tIns="258445" rIns="0" bIns="0" rtlCol="0">
            <a:spAutoFit/>
          </a:bodyPr>
          <a:lstStyle/>
          <a:p>
            <a:pPr marL="55244" marR="0" lvl="0" indent="0" algn="l" defTabSz="914400" rtl="0" eaLnBrk="1" fontAlgn="auto" latinLnBrk="0" hangingPunct="1">
              <a:lnSpc>
                <a:spcPct val="100000"/>
              </a:lnSpc>
              <a:spcBef>
                <a:spcPts val="2035"/>
              </a:spcBef>
              <a:spcAft>
                <a:spcPts val="0"/>
              </a:spcAft>
              <a:buClrTx/>
              <a:buSzTx/>
              <a:buFontTx/>
              <a:buNone/>
              <a:tabLst/>
              <a:defRPr/>
            </a:pPr>
            <a:r>
              <a:rPr kumimoji="0" sz="5000" b="1" i="0" u="none" strike="noStrike" kern="0" cap="none" spc="-50" normalizeH="0" baseline="0" noProof="0" dirty="0">
                <a:ln>
                  <a:noFill/>
                </a:ln>
                <a:solidFill>
                  <a:srgbClr val="00A9F4"/>
                </a:solidFill>
                <a:effectLst/>
                <a:uLnTx/>
                <a:uFillTx/>
                <a:latin typeface="Georgia"/>
                <a:ea typeface="+mn-ea"/>
                <a:cs typeface="Georgia"/>
              </a:rPr>
              <a:t>1</a:t>
            </a:r>
            <a:endParaRPr kumimoji="0" sz="5000" b="0" i="0" u="none" strike="noStrike" kern="0" cap="none" spc="0" normalizeH="0" baseline="0" noProof="0">
              <a:ln>
                <a:noFill/>
              </a:ln>
              <a:solidFill>
                <a:sysClr val="windowText" lastClr="000000"/>
              </a:solidFill>
              <a:effectLst/>
              <a:uLnTx/>
              <a:uFillTx/>
              <a:latin typeface="Georgia"/>
              <a:ea typeface="+mn-ea"/>
              <a:cs typeface="Georgia"/>
            </a:endParaRPr>
          </a:p>
          <a:p>
            <a:pPr marL="12700" marR="0" lvl="0" indent="0" algn="l" defTabSz="914400" rtl="0" eaLnBrk="1" fontAlgn="auto" latinLnBrk="0" hangingPunct="1">
              <a:lnSpc>
                <a:spcPct val="100000"/>
              </a:lnSpc>
              <a:spcBef>
                <a:spcPts val="1935"/>
              </a:spcBef>
              <a:spcAft>
                <a:spcPts val="0"/>
              </a:spcAft>
              <a:buClrTx/>
              <a:buSzTx/>
              <a:buFontTx/>
              <a:buNone/>
              <a:tabLst/>
              <a:defRPr/>
            </a:pPr>
            <a:r>
              <a:rPr kumimoji="0" sz="5000" b="1" i="0" u="none" strike="noStrike" kern="0" cap="none" spc="-50" normalizeH="0" baseline="0" noProof="0" dirty="0">
                <a:ln>
                  <a:noFill/>
                </a:ln>
                <a:solidFill>
                  <a:srgbClr val="00A9F4"/>
                </a:solidFill>
                <a:effectLst/>
                <a:uLnTx/>
                <a:uFillTx/>
                <a:latin typeface="Georgia"/>
                <a:ea typeface="+mn-ea"/>
                <a:cs typeface="Georgia"/>
              </a:rPr>
              <a:t>2</a:t>
            </a:r>
            <a:endParaRPr kumimoji="0" sz="5000" b="0" i="0" u="none" strike="noStrike" kern="0" cap="none" spc="0" normalizeH="0" baseline="0" noProof="0">
              <a:ln>
                <a:noFill/>
              </a:ln>
              <a:solidFill>
                <a:sysClr val="windowText" lastClr="000000"/>
              </a:solidFill>
              <a:effectLst/>
              <a:uLnTx/>
              <a:uFillTx/>
              <a:latin typeface="Georgia"/>
              <a:ea typeface="+mn-ea"/>
              <a:cs typeface="Georgia"/>
            </a:endParaRPr>
          </a:p>
          <a:p>
            <a:pPr marL="36830" marR="0" lvl="0" indent="0" algn="l" defTabSz="914400" rtl="0" eaLnBrk="1" fontAlgn="auto" latinLnBrk="0" hangingPunct="1">
              <a:lnSpc>
                <a:spcPct val="100000"/>
              </a:lnSpc>
              <a:spcBef>
                <a:spcPts val="2305"/>
              </a:spcBef>
              <a:spcAft>
                <a:spcPts val="0"/>
              </a:spcAft>
              <a:buClrTx/>
              <a:buSzTx/>
              <a:buFontTx/>
              <a:buNone/>
              <a:tabLst/>
              <a:defRPr/>
            </a:pPr>
            <a:r>
              <a:rPr kumimoji="0" sz="4400" b="1" i="0" u="none" strike="noStrike" kern="0" cap="none" spc="-50" normalizeH="0" baseline="0" noProof="0" dirty="0">
                <a:ln>
                  <a:noFill/>
                </a:ln>
                <a:solidFill>
                  <a:srgbClr val="00A9F4"/>
                </a:solidFill>
                <a:effectLst/>
                <a:uLnTx/>
                <a:uFillTx/>
                <a:latin typeface="Georgia"/>
                <a:ea typeface="+mn-ea"/>
                <a:cs typeface="Georgia"/>
              </a:rPr>
              <a:t>3</a:t>
            </a:r>
            <a:endParaRPr kumimoji="0" sz="4400" b="0" i="0" u="none" strike="noStrike" kern="0" cap="none" spc="0" normalizeH="0" baseline="0" noProof="0">
              <a:ln>
                <a:noFill/>
              </a:ln>
              <a:solidFill>
                <a:sysClr val="windowText" lastClr="000000"/>
              </a:solidFill>
              <a:effectLst/>
              <a:uLnTx/>
              <a:uFillTx/>
              <a:latin typeface="Georgia"/>
              <a:ea typeface="+mn-ea"/>
              <a:cs typeface="Georgia"/>
            </a:endParaRPr>
          </a:p>
        </p:txBody>
      </p:sp>
      <p:pic>
        <p:nvPicPr>
          <p:cNvPr id="53" name="object 53"/>
          <p:cNvPicPr/>
          <p:nvPr/>
        </p:nvPicPr>
        <p:blipFill>
          <a:blip r:embed="rId19" cstate="print"/>
          <a:stretch>
            <a:fillRect/>
          </a:stretch>
        </p:blipFill>
        <p:spPr>
          <a:xfrm>
            <a:off x="5357621" y="5929934"/>
            <a:ext cx="1723644" cy="435863"/>
          </a:xfrm>
          <a:prstGeom prst="rect">
            <a:avLst/>
          </a:prstGeom>
        </p:spPr>
      </p:pic>
      <p:sp>
        <p:nvSpPr>
          <p:cNvPr id="54" name="object 54"/>
          <p:cNvSpPr/>
          <p:nvPr/>
        </p:nvSpPr>
        <p:spPr>
          <a:xfrm>
            <a:off x="554736" y="5786818"/>
            <a:ext cx="3507104" cy="0"/>
          </a:xfrm>
          <a:custGeom>
            <a:avLst/>
            <a:gdLst/>
            <a:ahLst/>
            <a:cxnLst/>
            <a:rect l="l" t="t" r="r" b="b"/>
            <a:pathLst>
              <a:path w="3507104">
                <a:moveTo>
                  <a:pt x="0" y="0"/>
                </a:moveTo>
                <a:lnTo>
                  <a:pt x="3507104"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5" name="object 55"/>
          <p:cNvSpPr/>
          <p:nvPr/>
        </p:nvSpPr>
        <p:spPr>
          <a:xfrm>
            <a:off x="4613275" y="5786818"/>
            <a:ext cx="3213100" cy="0"/>
          </a:xfrm>
          <a:custGeom>
            <a:avLst/>
            <a:gdLst/>
            <a:ahLst/>
            <a:cxnLst/>
            <a:rect l="l" t="t" r="r" b="b"/>
            <a:pathLst>
              <a:path w="3213100">
                <a:moveTo>
                  <a:pt x="0" y="0"/>
                </a:moveTo>
                <a:lnTo>
                  <a:pt x="3212846"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56" name="object 56"/>
          <p:cNvPicPr/>
          <p:nvPr/>
        </p:nvPicPr>
        <p:blipFill>
          <a:blip r:embed="rId20" cstate="print"/>
          <a:stretch>
            <a:fillRect/>
          </a:stretch>
        </p:blipFill>
        <p:spPr>
          <a:xfrm>
            <a:off x="1091399" y="5930277"/>
            <a:ext cx="435597" cy="435597"/>
          </a:xfrm>
          <a:prstGeom prst="rect">
            <a:avLst/>
          </a:prstGeom>
        </p:spPr>
      </p:pic>
      <p:sp>
        <p:nvSpPr>
          <p:cNvPr id="57" name="object 57"/>
          <p:cNvSpPr/>
          <p:nvPr/>
        </p:nvSpPr>
        <p:spPr>
          <a:xfrm>
            <a:off x="1661654" y="5960361"/>
            <a:ext cx="375285" cy="376555"/>
          </a:xfrm>
          <a:custGeom>
            <a:avLst/>
            <a:gdLst/>
            <a:ahLst/>
            <a:cxnLst/>
            <a:rect l="l" t="t" r="r" b="b"/>
            <a:pathLst>
              <a:path w="375285" h="376554">
                <a:moveTo>
                  <a:pt x="185053" y="0"/>
                </a:moveTo>
                <a:lnTo>
                  <a:pt x="174373" y="51094"/>
                </a:lnTo>
                <a:lnTo>
                  <a:pt x="155676" y="94163"/>
                </a:lnTo>
                <a:lnTo>
                  <a:pt x="128927" y="129204"/>
                </a:lnTo>
                <a:lnTo>
                  <a:pt x="94089" y="156217"/>
                </a:lnTo>
                <a:lnTo>
                  <a:pt x="51125" y="175203"/>
                </a:lnTo>
                <a:lnTo>
                  <a:pt x="0" y="186161"/>
                </a:lnTo>
                <a:lnTo>
                  <a:pt x="35013" y="197130"/>
                </a:lnTo>
                <a:lnTo>
                  <a:pt x="101084" y="223436"/>
                </a:lnTo>
                <a:lnTo>
                  <a:pt x="151255" y="273957"/>
                </a:lnTo>
                <a:lnTo>
                  <a:pt x="176665" y="340642"/>
                </a:lnTo>
                <a:lnTo>
                  <a:pt x="186587" y="376378"/>
                </a:lnTo>
                <a:lnTo>
                  <a:pt x="196630" y="340733"/>
                </a:lnTo>
                <a:lnTo>
                  <a:pt x="222039" y="274025"/>
                </a:lnTo>
                <a:lnTo>
                  <a:pt x="272246" y="223499"/>
                </a:lnTo>
                <a:lnTo>
                  <a:pt x="339065" y="197784"/>
                </a:lnTo>
                <a:lnTo>
                  <a:pt x="375191" y="187603"/>
                </a:lnTo>
                <a:lnTo>
                  <a:pt x="338904" y="177497"/>
                </a:lnTo>
                <a:lnTo>
                  <a:pt x="272066" y="151717"/>
                </a:lnTo>
                <a:lnTo>
                  <a:pt x="221894" y="101221"/>
                </a:lnTo>
                <a:lnTo>
                  <a:pt x="207126" y="69152"/>
                </a:lnTo>
                <a:lnTo>
                  <a:pt x="18505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8" name="object 58"/>
          <p:cNvSpPr txBox="1"/>
          <p:nvPr/>
        </p:nvSpPr>
        <p:spPr>
          <a:xfrm>
            <a:off x="2161413" y="5993688"/>
            <a:ext cx="137477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155" normalizeH="0" baseline="0" noProof="0" dirty="0">
                <a:ln>
                  <a:noFill/>
                </a:ln>
                <a:solidFill>
                  <a:srgbClr val="FFFFFF"/>
                </a:solidFill>
                <a:effectLst/>
                <a:uLnTx/>
                <a:uFillTx/>
                <a:latin typeface="Tahoma"/>
                <a:ea typeface="+mn-ea"/>
                <a:cs typeface="Tahoma"/>
              </a:rPr>
              <a:t>AI</a:t>
            </a:r>
            <a:r>
              <a:rPr kumimoji="0" sz="1800" b="1" i="0" u="none" strike="noStrike" kern="0" cap="none" spc="-15" normalizeH="0" baseline="0" noProof="0" dirty="0">
                <a:ln>
                  <a:noFill/>
                </a:ln>
                <a:solidFill>
                  <a:srgbClr val="FFFFFF"/>
                </a:solidFill>
                <a:effectLst/>
                <a:uLnTx/>
                <a:uFillTx/>
                <a:latin typeface="Tahoma"/>
                <a:ea typeface="+mn-ea"/>
                <a:cs typeface="Tahoma"/>
              </a:rPr>
              <a:t> </a:t>
            </a:r>
            <a:r>
              <a:rPr kumimoji="0" sz="1800" b="1" i="0" u="none" strike="noStrike" kern="0" cap="none" spc="-30" normalizeH="0" baseline="0" noProof="0" dirty="0">
                <a:ln>
                  <a:noFill/>
                </a:ln>
                <a:solidFill>
                  <a:srgbClr val="FFFFFF"/>
                </a:solidFill>
                <a:effectLst/>
                <a:uLnTx/>
                <a:uFillTx/>
                <a:latin typeface="Tahoma"/>
                <a:ea typeface="+mn-ea"/>
                <a:cs typeface="Tahoma"/>
              </a:rPr>
              <a:t>Overview</a:t>
            </a:r>
            <a:endParaRPr kumimoji="0" sz="1800" b="0" i="0" u="none" strike="noStrike" kern="0" cap="none" spc="0" normalizeH="0" baseline="0" noProof="0">
              <a:ln>
                <a:noFill/>
              </a:ln>
              <a:solidFill>
                <a:sysClr val="windowText" lastClr="000000"/>
              </a:solidFill>
              <a:effectLst/>
              <a:uLnTx/>
              <a:uFillTx/>
              <a:latin typeface="Tahoma"/>
              <a:ea typeface="+mn-ea"/>
              <a:cs typeface="Tahoma"/>
            </a:endParaRPr>
          </a:p>
        </p:txBody>
      </p:sp>
      <p:sp>
        <p:nvSpPr>
          <p:cNvPr id="59" name="object 59"/>
          <p:cNvSpPr txBox="1"/>
          <p:nvPr/>
        </p:nvSpPr>
        <p:spPr>
          <a:xfrm>
            <a:off x="542036" y="6497137"/>
            <a:ext cx="2739390" cy="139700"/>
          </a:xfrm>
          <a:prstGeom prst="rect">
            <a:avLst/>
          </a:prstGeom>
        </p:spPr>
        <p:txBody>
          <a:bodyPr vert="horz" wrap="square" lIns="0" tIns="3175" rIns="0" bIns="0" rtlCol="0">
            <a:spAutoFit/>
          </a:bodyPr>
          <a:lstStyle/>
          <a:p>
            <a:pPr marL="12700" marR="0" lvl="0" indent="0" algn="l" defTabSz="914400" rtl="0" eaLnBrk="1" fontAlgn="auto" latinLnBrk="0" hangingPunct="1">
              <a:lnSpc>
                <a:spcPct val="100000"/>
              </a:lnSpc>
              <a:spcBef>
                <a:spcPts val="25"/>
              </a:spcBef>
              <a:spcAft>
                <a:spcPts val="0"/>
              </a:spcAft>
              <a:buClrTx/>
              <a:buSzTx/>
              <a:buFontTx/>
              <a:buNone/>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Source:</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Gartner,</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SEM</a:t>
            </a:r>
            <a:r>
              <a:rPr kumimoji="0" sz="800" b="0" i="0" u="none" strike="noStrike" kern="0" cap="none" spc="-5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Rush,</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Google,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OpenAI,</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Press</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search</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60" name="object 60"/>
          <p:cNvSpPr txBox="1">
            <a:spLocks noGrp="1"/>
          </p:cNvSpPr>
          <p:nvPr>
            <p:ph type="ftr" sz="quarter" idx="5"/>
          </p:nvPr>
        </p:nvSpPr>
        <p:spPr>
          <a:prstGeom prst="rect">
            <a:avLst/>
          </a:prstGeom>
        </p:spPr>
        <p:txBody>
          <a:bodyPr vert="horz" wrap="square" lIns="0" tIns="1905" rIns="0" bIns="0" rtlCol="0">
            <a:spAutoFit/>
          </a:bodyPr>
          <a:lstStyle/>
          <a:p>
            <a:pPr marL="1270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0" normalizeH="0" baseline="0" noProof="0" dirty="0">
                <a:ln>
                  <a:noFill/>
                </a:ln>
                <a:solidFill>
                  <a:prstClr val="white"/>
                </a:solidFill>
                <a:effectLst/>
                <a:uLnTx/>
                <a:uFillTx/>
                <a:latin typeface="Arial MT"/>
                <a:ea typeface="+mn-ea"/>
              </a:rPr>
              <a:t>QuantumBlack,</a:t>
            </a:r>
            <a:r>
              <a:rPr kumimoji="0" sz="900" b="0" i="0" u="none" strike="noStrike" kern="0" cap="none" spc="-50" normalizeH="0" baseline="0" noProof="0" dirty="0">
                <a:ln>
                  <a:noFill/>
                </a:ln>
                <a:solidFill>
                  <a:prstClr val="white"/>
                </a:solidFill>
                <a:effectLst/>
                <a:uLnTx/>
                <a:uFillTx/>
                <a:latin typeface="Arial MT"/>
                <a:ea typeface="+mn-ea"/>
              </a:rPr>
              <a:t> </a:t>
            </a:r>
            <a:r>
              <a:rPr kumimoji="0" sz="900" b="0" i="0" u="none" strike="noStrike" kern="0" cap="none" spc="0" normalizeH="0" baseline="0" noProof="0" dirty="0">
                <a:ln>
                  <a:noFill/>
                </a:ln>
                <a:solidFill>
                  <a:prstClr val="white"/>
                </a:solidFill>
                <a:effectLst/>
                <a:uLnTx/>
                <a:uFillTx/>
                <a:latin typeface="Arial MT"/>
                <a:ea typeface="+mn-ea"/>
              </a:rPr>
              <a:t>AI by</a:t>
            </a:r>
            <a:r>
              <a:rPr kumimoji="0" sz="900" b="0" i="0" u="none" strike="noStrike" kern="0" cap="none" spc="-10" normalizeH="0" baseline="0" noProof="0" dirty="0">
                <a:ln>
                  <a:noFill/>
                </a:ln>
                <a:solidFill>
                  <a:prstClr val="white"/>
                </a:solidFill>
                <a:effectLst/>
                <a:uLnTx/>
                <a:uFillTx/>
                <a:latin typeface="Arial MT"/>
                <a:ea typeface="+mn-ea"/>
              </a:rPr>
              <a:t> McKinsey</a:t>
            </a:r>
          </a:p>
        </p:txBody>
      </p:sp>
      <p:sp>
        <p:nvSpPr>
          <p:cNvPr id="61" name="object 61"/>
          <p:cNvSpPr txBox="1">
            <a:spLocks noGrp="1"/>
          </p:cNvSpPr>
          <p:nvPr>
            <p:ph type="sldNum" sz="quarter" idx="7"/>
          </p:nvPr>
        </p:nvSpPr>
        <p:spPr>
          <a:prstGeom prst="rect">
            <a:avLst/>
          </a:prstGeom>
        </p:spPr>
        <p:txBody>
          <a:bodyPr vert="horz" wrap="square" lIns="0" tIns="1905" rIns="0" bIns="0" rtlCol="0">
            <a:spAutoFit/>
          </a:bodyPr>
          <a:lstStyle/>
          <a:p>
            <a:pPr marL="101600" marR="0" lvl="0" indent="0" algn="l" defTabSz="914400" rtl="0" eaLnBrk="1" fontAlgn="auto" latinLnBrk="0" hangingPunct="1">
              <a:lnSpc>
                <a:spcPct val="100000"/>
              </a:lnSpc>
              <a:spcBef>
                <a:spcPts val="15"/>
              </a:spcBef>
              <a:spcAft>
                <a:spcPts val="0"/>
              </a:spcAft>
              <a:buClrTx/>
              <a:buSzTx/>
              <a:buFontTx/>
              <a:buNone/>
              <a:tabLst/>
              <a:defRPr/>
            </a:pPr>
            <a:fld id="{81D60167-4931-47E6-BA6A-407CBD079E47}" type="slidenum">
              <a:rPr kumimoji="0" sz="900" b="0" i="0" u="none" strike="noStrike" kern="0" cap="none" spc="-50" normalizeH="0" baseline="0" noProof="0" dirty="0">
                <a:ln>
                  <a:noFill/>
                </a:ln>
                <a:solidFill>
                  <a:prstClr val="white"/>
                </a:solidFill>
                <a:effectLst/>
                <a:uLnTx/>
                <a:uFillTx/>
                <a:latin typeface="Arial MT"/>
                <a:ea typeface="+mn-ea"/>
              </a:rPr>
              <a:pPr marL="101600" marR="0" lvl="0" indent="0" algn="l" defTabSz="914400" rtl="0" eaLnBrk="1" fontAlgn="auto" latinLnBrk="0" hangingPunct="1">
                <a:lnSpc>
                  <a:spcPct val="100000"/>
                </a:lnSpc>
                <a:spcBef>
                  <a:spcPts val="15"/>
                </a:spcBef>
                <a:spcAft>
                  <a:spcPts val="0"/>
                </a:spcAft>
                <a:buClrTx/>
                <a:buSzTx/>
                <a:buFontTx/>
                <a:buNone/>
                <a:tabLst/>
                <a:defRPr/>
              </a:pPr>
              <a:t>5</a:t>
            </a:fld>
            <a:endParaRPr kumimoji="0" sz="900" b="0" i="0" u="none" strike="noStrike" kern="0" cap="none" spc="-50" normalizeH="0" baseline="0" noProof="0" dirty="0">
              <a:ln>
                <a:noFill/>
              </a:ln>
              <a:solidFill>
                <a:prstClr val="white"/>
              </a:solidFill>
              <a:effectLst/>
              <a:uLnTx/>
              <a:uFillTx/>
              <a:latin typeface="Arial MT"/>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285869" y="1288338"/>
            <a:ext cx="7915909" cy="4835525"/>
            <a:chOff x="4285869" y="1288338"/>
            <a:chExt cx="7915909" cy="4835525"/>
          </a:xfrm>
        </p:grpSpPr>
        <p:pic>
          <p:nvPicPr>
            <p:cNvPr id="3" name="object 3"/>
            <p:cNvPicPr/>
            <p:nvPr/>
          </p:nvPicPr>
          <p:blipFill>
            <a:blip r:embed="rId2" cstate="print"/>
            <a:stretch>
              <a:fillRect/>
            </a:stretch>
          </p:blipFill>
          <p:spPr>
            <a:xfrm>
              <a:off x="4285869" y="1288338"/>
              <a:ext cx="7906131" cy="4835017"/>
            </a:xfrm>
            <a:prstGeom prst="rect">
              <a:avLst/>
            </a:prstGeom>
          </p:spPr>
        </p:pic>
        <p:sp>
          <p:nvSpPr>
            <p:cNvPr id="4" name="object 4"/>
            <p:cNvSpPr/>
            <p:nvPr/>
          </p:nvSpPr>
          <p:spPr>
            <a:xfrm>
              <a:off x="4545584" y="2409444"/>
              <a:ext cx="7646670" cy="655955"/>
            </a:xfrm>
            <a:custGeom>
              <a:avLst/>
              <a:gdLst/>
              <a:ahLst/>
              <a:cxnLst/>
              <a:rect l="l" t="t" r="r" b="b"/>
              <a:pathLst>
                <a:path w="7646670" h="655955">
                  <a:moveTo>
                    <a:pt x="7646415" y="0"/>
                  </a:moveTo>
                  <a:lnTo>
                    <a:pt x="0" y="0"/>
                  </a:lnTo>
                  <a:lnTo>
                    <a:pt x="0" y="655701"/>
                  </a:lnTo>
                  <a:lnTo>
                    <a:pt x="7646415" y="655701"/>
                  </a:lnTo>
                  <a:lnTo>
                    <a:pt x="7646415"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 name="object 5"/>
            <p:cNvSpPr/>
            <p:nvPr/>
          </p:nvSpPr>
          <p:spPr>
            <a:xfrm>
              <a:off x="4545584" y="2409444"/>
              <a:ext cx="7646670" cy="655955"/>
            </a:xfrm>
            <a:custGeom>
              <a:avLst/>
              <a:gdLst/>
              <a:ahLst/>
              <a:cxnLst/>
              <a:rect l="l" t="t" r="r" b="b"/>
              <a:pathLst>
                <a:path w="7646670" h="655955">
                  <a:moveTo>
                    <a:pt x="0" y="655701"/>
                  </a:moveTo>
                  <a:lnTo>
                    <a:pt x="7646415" y="655701"/>
                  </a:lnTo>
                  <a:lnTo>
                    <a:pt x="7646415" y="0"/>
                  </a:lnTo>
                  <a:lnTo>
                    <a:pt x="0" y="0"/>
                  </a:lnTo>
                  <a:lnTo>
                    <a:pt x="0" y="655701"/>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 name="object 6"/>
            <p:cNvSpPr/>
            <p:nvPr/>
          </p:nvSpPr>
          <p:spPr>
            <a:xfrm>
              <a:off x="8135873" y="2518803"/>
              <a:ext cx="2280285" cy="420370"/>
            </a:xfrm>
            <a:custGeom>
              <a:avLst/>
              <a:gdLst/>
              <a:ahLst/>
              <a:cxnLst/>
              <a:rect l="l" t="t" r="r" b="b"/>
              <a:pathLst>
                <a:path w="2280284" h="420369">
                  <a:moveTo>
                    <a:pt x="2280157" y="0"/>
                  </a:moveTo>
                  <a:lnTo>
                    <a:pt x="0" y="0"/>
                  </a:lnTo>
                  <a:lnTo>
                    <a:pt x="0" y="420357"/>
                  </a:lnTo>
                  <a:lnTo>
                    <a:pt x="2280157" y="420357"/>
                  </a:lnTo>
                  <a:lnTo>
                    <a:pt x="2280157" y="0"/>
                  </a:lnTo>
                  <a:close/>
                </a:path>
              </a:pathLst>
            </a:custGeom>
            <a:solidFill>
              <a:srgbClr val="00A9F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 name="object 7"/>
            <p:cNvSpPr/>
            <p:nvPr/>
          </p:nvSpPr>
          <p:spPr>
            <a:xfrm>
              <a:off x="8135873" y="2518803"/>
              <a:ext cx="2280285" cy="420370"/>
            </a:xfrm>
            <a:custGeom>
              <a:avLst/>
              <a:gdLst/>
              <a:ahLst/>
              <a:cxnLst/>
              <a:rect l="l" t="t" r="r" b="b"/>
              <a:pathLst>
                <a:path w="2280284" h="420369">
                  <a:moveTo>
                    <a:pt x="0" y="420357"/>
                  </a:moveTo>
                  <a:lnTo>
                    <a:pt x="2280157" y="420357"/>
                  </a:lnTo>
                  <a:lnTo>
                    <a:pt x="2280157" y="0"/>
                  </a:lnTo>
                  <a:lnTo>
                    <a:pt x="0" y="0"/>
                  </a:lnTo>
                  <a:lnTo>
                    <a:pt x="0" y="420357"/>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 name="object 8"/>
            <p:cNvSpPr/>
            <p:nvPr/>
          </p:nvSpPr>
          <p:spPr>
            <a:xfrm>
              <a:off x="8135873" y="4872228"/>
              <a:ext cx="1374140" cy="421005"/>
            </a:xfrm>
            <a:custGeom>
              <a:avLst/>
              <a:gdLst/>
              <a:ahLst/>
              <a:cxnLst/>
              <a:rect l="l" t="t" r="r" b="b"/>
              <a:pathLst>
                <a:path w="1374140" h="421004">
                  <a:moveTo>
                    <a:pt x="1373885" y="0"/>
                  </a:moveTo>
                  <a:lnTo>
                    <a:pt x="0" y="0"/>
                  </a:lnTo>
                  <a:lnTo>
                    <a:pt x="0" y="420624"/>
                  </a:lnTo>
                  <a:lnTo>
                    <a:pt x="1373885" y="420624"/>
                  </a:lnTo>
                  <a:lnTo>
                    <a:pt x="1373885" y="0"/>
                  </a:lnTo>
                  <a:close/>
                </a:path>
              </a:pathLst>
            </a:custGeom>
            <a:solidFill>
              <a:srgbClr val="4D4D4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 name="object 9"/>
            <p:cNvSpPr/>
            <p:nvPr/>
          </p:nvSpPr>
          <p:spPr>
            <a:xfrm>
              <a:off x="8135873" y="4872228"/>
              <a:ext cx="1374140" cy="421005"/>
            </a:xfrm>
            <a:custGeom>
              <a:avLst/>
              <a:gdLst/>
              <a:ahLst/>
              <a:cxnLst/>
              <a:rect l="l" t="t" r="r" b="b"/>
              <a:pathLst>
                <a:path w="1374140" h="421004">
                  <a:moveTo>
                    <a:pt x="1373885" y="0"/>
                  </a:moveTo>
                  <a:lnTo>
                    <a:pt x="0" y="0"/>
                  </a:lnTo>
                  <a:lnTo>
                    <a:pt x="0" y="420624"/>
                  </a:lnTo>
                  <a:lnTo>
                    <a:pt x="1373885" y="420624"/>
                  </a:lnTo>
                  <a:lnTo>
                    <a:pt x="1373885" y="0"/>
                  </a:lnTo>
                  <a:close/>
                </a:path>
              </a:pathLst>
            </a:custGeom>
            <a:ln w="19050">
              <a:solidFill>
                <a:srgbClr val="B3B3B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10" name="object 10"/>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2500" dirty="0"/>
              <a:t>49%</a:t>
            </a:r>
            <a:r>
              <a:rPr sz="2500" spc="-60" dirty="0"/>
              <a:t> </a:t>
            </a:r>
            <a:r>
              <a:rPr sz="2500" dirty="0"/>
              <a:t>of</a:t>
            </a:r>
            <a:r>
              <a:rPr sz="2500" spc="-55" dirty="0"/>
              <a:t> </a:t>
            </a:r>
            <a:r>
              <a:rPr sz="2500" dirty="0"/>
              <a:t>consumers</a:t>
            </a:r>
            <a:r>
              <a:rPr sz="2500" spc="-60" dirty="0"/>
              <a:t> </a:t>
            </a:r>
            <a:r>
              <a:rPr sz="2500" dirty="0"/>
              <a:t>use</a:t>
            </a:r>
            <a:r>
              <a:rPr sz="2500" spc="-60" dirty="0"/>
              <a:t> </a:t>
            </a:r>
            <a:r>
              <a:rPr sz="2500" spc="-10" dirty="0"/>
              <a:t>AI-</a:t>
            </a:r>
            <a:r>
              <a:rPr sz="2500" dirty="0"/>
              <a:t>based</a:t>
            </a:r>
            <a:r>
              <a:rPr sz="2500" spc="-60" dirty="0"/>
              <a:t> </a:t>
            </a:r>
            <a:r>
              <a:rPr sz="2500" dirty="0"/>
              <a:t>search</a:t>
            </a:r>
            <a:r>
              <a:rPr sz="2500" spc="-60" dirty="0"/>
              <a:t> </a:t>
            </a:r>
            <a:r>
              <a:rPr sz="2500" dirty="0"/>
              <a:t>today,</a:t>
            </a:r>
            <a:r>
              <a:rPr sz="2500" spc="-65" dirty="0"/>
              <a:t> </a:t>
            </a:r>
            <a:r>
              <a:rPr sz="2500" spc="-25" dirty="0"/>
              <a:t>and</a:t>
            </a:r>
            <a:endParaRPr sz="2500"/>
          </a:p>
          <a:p>
            <a:pPr marL="12700">
              <a:lnSpc>
                <a:spcPct val="100000"/>
              </a:lnSpc>
              <a:spcBef>
                <a:spcPts val="5"/>
              </a:spcBef>
            </a:pPr>
            <a:r>
              <a:rPr sz="2500" dirty="0"/>
              <a:t>53%</a:t>
            </a:r>
            <a:r>
              <a:rPr sz="2500" spc="-35" dirty="0"/>
              <a:t> </a:t>
            </a:r>
            <a:r>
              <a:rPr sz="2500" dirty="0"/>
              <a:t>of</a:t>
            </a:r>
            <a:r>
              <a:rPr sz="2500" spc="-50" dirty="0"/>
              <a:t> </a:t>
            </a:r>
            <a:r>
              <a:rPr sz="2500" dirty="0"/>
              <a:t>those</a:t>
            </a:r>
            <a:r>
              <a:rPr sz="2500" spc="-40" dirty="0"/>
              <a:t> </a:t>
            </a:r>
            <a:r>
              <a:rPr sz="2500" dirty="0"/>
              <a:t>use</a:t>
            </a:r>
            <a:r>
              <a:rPr sz="2500" spc="-45" dirty="0"/>
              <a:t> </a:t>
            </a:r>
            <a:r>
              <a:rPr sz="2500" dirty="0"/>
              <a:t>it</a:t>
            </a:r>
            <a:r>
              <a:rPr sz="2500" spc="-50" dirty="0"/>
              <a:t> </a:t>
            </a:r>
            <a:r>
              <a:rPr sz="2500" dirty="0"/>
              <a:t>to</a:t>
            </a:r>
            <a:r>
              <a:rPr sz="2500" spc="-55" dirty="0"/>
              <a:t> </a:t>
            </a:r>
            <a:r>
              <a:rPr sz="2500" dirty="0"/>
              <a:t>guide</a:t>
            </a:r>
            <a:r>
              <a:rPr sz="2500" spc="-55" dirty="0"/>
              <a:t> </a:t>
            </a:r>
            <a:r>
              <a:rPr sz="2500" dirty="0"/>
              <a:t>brand</a:t>
            </a:r>
            <a:r>
              <a:rPr sz="2500" spc="-25" dirty="0"/>
              <a:t> </a:t>
            </a:r>
            <a:r>
              <a:rPr sz="2500" dirty="0"/>
              <a:t>discovery</a:t>
            </a:r>
            <a:r>
              <a:rPr sz="2500" spc="-55" dirty="0"/>
              <a:t> </a:t>
            </a:r>
            <a:r>
              <a:rPr sz="2500" dirty="0"/>
              <a:t>and</a:t>
            </a:r>
            <a:r>
              <a:rPr sz="2500" spc="-50" dirty="0"/>
              <a:t> </a:t>
            </a:r>
            <a:r>
              <a:rPr sz="2500" spc="-10" dirty="0"/>
              <a:t>purchase</a:t>
            </a:r>
            <a:endParaRPr sz="2500"/>
          </a:p>
        </p:txBody>
      </p:sp>
      <p:sp>
        <p:nvSpPr>
          <p:cNvPr id="11" name="object 11"/>
          <p:cNvSpPr txBox="1"/>
          <p:nvPr/>
        </p:nvSpPr>
        <p:spPr>
          <a:xfrm>
            <a:off x="8135873" y="1930907"/>
            <a:ext cx="2950210" cy="419100"/>
          </a:xfrm>
          <a:prstGeom prst="rect">
            <a:avLst/>
          </a:prstGeom>
          <a:solidFill>
            <a:srgbClr val="4D4D4D"/>
          </a:solidFill>
          <a:ln w="19050">
            <a:solidFill>
              <a:srgbClr val="B3B3B3"/>
            </a:solidFill>
          </a:ln>
        </p:spPr>
        <p:txBody>
          <a:bodyPr vert="horz" wrap="square" lIns="0" tIns="95885" rIns="0" bIns="0" rtlCol="0">
            <a:spAutoFit/>
          </a:bodyPr>
          <a:lstStyle/>
          <a:p>
            <a:pPr marL="1905" marR="0" lvl="0" indent="0" algn="ctr" defTabSz="914400" rtl="0" eaLnBrk="1" fontAlgn="auto" latinLnBrk="0" hangingPunct="1">
              <a:lnSpc>
                <a:spcPct val="100000"/>
              </a:lnSpc>
              <a:spcBef>
                <a:spcPts val="755"/>
              </a:spcBef>
              <a:spcAft>
                <a:spcPts val="0"/>
              </a:spcAft>
              <a:buClrTx/>
              <a:buSzTx/>
              <a:buFontTx/>
              <a:buNone/>
              <a:tabLst/>
              <a:defRPr/>
            </a:pPr>
            <a:r>
              <a:rPr kumimoji="0" sz="1400" b="0" i="0" u="none" strike="noStrike" kern="0" cap="none" spc="-25" normalizeH="0" baseline="0" noProof="0" dirty="0">
                <a:ln>
                  <a:noFill/>
                </a:ln>
                <a:solidFill>
                  <a:srgbClr val="FFFFFF"/>
                </a:solidFill>
                <a:effectLst/>
                <a:uLnTx/>
                <a:uFillTx/>
                <a:latin typeface="Arial MT"/>
                <a:ea typeface="+mn-ea"/>
                <a:cs typeface="Arial MT"/>
              </a:rPr>
              <a:t>69%</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2" name="object 12"/>
          <p:cNvSpPr txBox="1"/>
          <p:nvPr/>
        </p:nvSpPr>
        <p:spPr>
          <a:xfrm>
            <a:off x="9086468" y="2602483"/>
            <a:ext cx="382270" cy="23939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0" i="0" u="none" strike="noStrike" kern="0" cap="none" spc="-25" normalizeH="0" baseline="0" noProof="0" dirty="0">
                <a:ln>
                  <a:noFill/>
                </a:ln>
                <a:solidFill>
                  <a:srgbClr val="FFFFFF"/>
                </a:solidFill>
                <a:effectLst/>
                <a:uLnTx/>
                <a:uFillTx/>
                <a:latin typeface="Arial MT"/>
                <a:ea typeface="+mn-ea"/>
                <a:cs typeface="Arial MT"/>
              </a:rPr>
              <a:t>53%</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3" name="object 13"/>
          <p:cNvSpPr txBox="1"/>
          <p:nvPr/>
        </p:nvSpPr>
        <p:spPr>
          <a:xfrm>
            <a:off x="8135873" y="3107435"/>
            <a:ext cx="1969770" cy="421005"/>
          </a:xfrm>
          <a:prstGeom prst="rect">
            <a:avLst/>
          </a:prstGeom>
          <a:solidFill>
            <a:srgbClr val="4D4D4D"/>
          </a:solidFill>
          <a:ln w="19050">
            <a:solidFill>
              <a:srgbClr val="B3B3B3"/>
            </a:solidFill>
          </a:ln>
        </p:spPr>
        <p:txBody>
          <a:bodyPr vert="horz" wrap="square" lIns="0" tIns="96520" rIns="0" bIns="0" rtlCol="0">
            <a:spAutoFit/>
          </a:bodyPr>
          <a:lstStyle/>
          <a:p>
            <a:pPr marL="635" marR="0" lvl="0" indent="0" algn="ctr" defTabSz="914400" rtl="0" eaLnBrk="1" fontAlgn="auto" latinLnBrk="0" hangingPunct="1">
              <a:lnSpc>
                <a:spcPct val="100000"/>
              </a:lnSpc>
              <a:spcBef>
                <a:spcPts val="760"/>
              </a:spcBef>
              <a:spcAft>
                <a:spcPts val="0"/>
              </a:spcAft>
              <a:buClrTx/>
              <a:buSzTx/>
              <a:buFontTx/>
              <a:buNone/>
              <a:tabLst/>
              <a:defRPr/>
            </a:pPr>
            <a:r>
              <a:rPr kumimoji="0" sz="1400" b="0" i="0" u="none" strike="noStrike" kern="0" cap="none" spc="-25" normalizeH="0" baseline="0" noProof="0" dirty="0">
                <a:ln>
                  <a:noFill/>
                </a:ln>
                <a:solidFill>
                  <a:srgbClr val="FFFFFF"/>
                </a:solidFill>
                <a:effectLst/>
                <a:uLnTx/>
                <a:uFillTx/>
                <a:latin typeface="Arial MT"/>
                <a:ea typeface="+mn-ea"/>
                <a:cs typeface="Arial MT"/>
              </a:rPr>
              <a:t>46%</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4" name="object 14"/>
          <p:cNvSpPr txBox="1"/>
          <p:nvPr/>
        </p:nvSpPr>
        <p:spPr>
          <a:xfrm>
            <a:off x="8135873" y="3695700"/>
            <a:ext cx="1891030" cy="421005"/>
          </a:xfrm>
          <a:prstGeom prst="rect">
            <a:avLst/>
          </a:prstGeom>
          <a:solidFill>
            <a:srgbClr val="4D4D4D"/>
          </a:solidFill>
          <a:ln w="19050">
            <a:solidFill>
              <a:srgbClr val="B3B3B3"/>
            </a:solidFill>
          </a:ln>
        </p:spPr>
        <p:txBody>
          <a:bodyPr vert="horz" wrap="square" lIns="0" tIns="97155" rIns="0" bIns="0" rtlCol="0">
            <a:spAutoFit/>
          </a:bodyPr>
          <a:lstStyle/>
          <a:p>
            <a:pPr marL="1905" marR="0" lvl="0" indent="0" algn="ctr" defTabSz="914400" rtl="0" eaLnBrk="1" fontAlgn="auto" latinLnBrk="0" hangingPunct="1">
              <a:lnSpc>
                <a:spcPct val="100000"/>
              </a:lnSpc>
              <a:spcBef>
                <a:spcPts val="765"/>
              </a:spcBef>
              <a:spcAft>
                <a:spcPts val="0"/>
              </a:spcAft>
              <a:buClrTx/>
              <a:buSzTx/>
              <a:buFontTx/>
              <a:buNone/>
              <a:tabLst/>
              <a:defRPr/>
            </a:pPr>
            <a:r>
              <a:rPr kumimoji="0" sz="1400" b="0" i="0" u="none" strike="noStrike" kern="0" cap="none" spc="-25" normalizeH="0" baseline="0" noProof="0" dirty="0">
                <a:ln>
                  <a:noFill/>
                </a:ln>
                <a:solidFill>
                  <a:srgbClr val="FFFFFF"/>
                </a:solidFill>
                <a:effectLst/>
                <a:uLnTx/>
                <a:uFillTx/>
                <a:latin typeface="Arial MT"/>
                <a:ea typeface="+mn-ea"/>
                <a:cs typeface="Arial MT"/>
              </a:rPr>
              <a:t>44%</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5" name="object 15"/>
          <p:cNvSpPr txBox="1"/>
          <p:nvPr/>
        </p:nvSpPr>
        <p:spPr>
          <a:xfrm>
            <a:off x="8135873" y="4283964"/>
            <a:ext cx="1494790" cy="421005"/>
          </a:xfrm>
          <a:prstGeom prst="rect">
            <a:avLst/>
          </a:prstGeom>
          <a:solidFill>
            <a:srgbClr val="4D4D4D"/>
          </a:solidFill>
          <a:ln w="19050">
            <a:solidFill>
              <a:srgbClr val="B3B3B3"/>
            </a:solidFill>
          </a:ln>
        </p:spPr>
        <p:txBody>
          <a:bodyPr vert="horz" wrap="square" lIns="0" tIns="97790" rIns="0" bIns="0" rtlCol="0">
            <a:spAutoFit/>
          </a:bodyPr>
          <a:lstStyle/>
          <a:p>
            <a:pPr marL="1905" marR="0" lvl="0" indent="0" algn="ctr" defTabSz="914400" rtl="0" eaLnBrk="1" fontAlgn="auto" latinLnBrk="0" hangingPunct="1">
              <a:lnSpc>
                <a:spcPct val="100000"/>
              </a:lnSpc>
              <a:spcBef>
                <a:spcPts val="770"/>
              </a:spcBef>
              <a:spcAft>
                <a:spcPts val="0"/>
              </a:spcAft>
              <a:buClrTx/>
              <a:buSzTx/>
              <a:buFontTx/>
              <a:buNone/>
              <a:tabLst/>
              <a:defRPr/>
            </a:pPr>
            <a:r>
              <a:rPr kumimoji="0" sz="1400" b="0" i="0" u="none" strike="noStrike" kern="0" cap="none" spc="-25" normalizeH="0" baseline="0" noProof="0" dirty="0">
                <a:ln>
                  <a:noFill/>
                </a:ln>
                <a:solidFill>
                  <a:srgbClr val="FFFFFF"/>
                </a:solidFill>
                <a:effectLst/>
                <a:uLnTx/>
                <a:uFillTx/>
                <a:latin typeface="Arial MT"/>
                <a:ea typeface="+mn-ea"/>
                <a:cs typeface="Arial MT"/>
              </a:rPr>
              <a:t>35%</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6" name="object 16"/>
          <p:cNvSpPr txBox="1"/>
          <p:nvPr/>
        </p:nvSpPr>
        <p:spPr>
          <a:xfrm>
            <a:off x="8631681" y="4957064"/>
            <a:ext cx="382270"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0" cap="none" spc="-25" normalizeH="0" baseline="0" noProof="0" dirty="0">
                <a:ln>
                  <a:noFill/>
                </a:ln>
                <a:solidFill>
                  <a:srgbClr val="FFFFFF"/>
                </a:solidFill>
                <a:effectLst/>
                <a:uLnTx/>
                <a:uFillTx/>
                <a:latin typeface="Arial MT"/>
                <a:ea typeface="+mn-ea"/>
                <a:cs typeface="Arial MT"/>
              </a:rPr>
              <a:t>32%</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7" name="object 17"/>
          <p:cNvSpPr txBox="1"/>
          <p:nvPr/>
        </p:nvSpPr>
        <p:spPr>
          <a:xfrm>
            <a:off x="8135873" y="5462015"/>
            <a:ext cx="627380" cy="419100"/>
          </a:xfrm>
          <a:prstGeom prst="rect">
            <a:avLst/>
          </a:prstGeom>
          <a:solidFill>
            <a:srgbClr val="4D4D4D"/>
          </a:solidFill>
          <a:ln w="19050">
            <a:solidFill>
              <a:srgbClr val="B3B3B3"/>
            </a:solidFill>
          </a:ln>
        </p:spPr>
        <p:txBody>
          <a:bodyPr vert="horz" wrap="square" lIns="0" tIns="96520" rIns="0" bIns="0" rtlCol="0">
            <a:spAutoFit/>
          </a:bodyPr>
          <a:lstStyle/>
          <a:p>
            <a:pPr marL="135890" marR="0" lvl="0" indent="0" algn="l" defTabSz="914400" rtl="0" eaLnBrk="1" fontAlgn="auto" latinLnBrk="0" hangingPunct="1">
              <a:lnSpc>
                <a:spcPct val="100000"/>
              </a:lnSpc>
              <a:spcBef>
                <a:spcPts val="760"/>
              </a:spcBef>
              <a:spcAft>
                <a:spcPts val="0"/>
              </a:spcAft>
              <a:buClrTx/>
              <a:buSzTx/>
              <a:buFontTx/>
              <a:buNone/>
              <a:tabLst/>
              <a:defRPr/>
            </a:pPr>
            <a:r>
              <a:rPr kumimoji="0" sz="1400" b="0" i="0" u="none" strike="noStrike" kern="0" cap="none" spc="-25" normalizeH="0" baseline="0" noProof="0" dirty="0">
                <a:ln>
                  <a:noFill/>
                </a:ln>
                <a:solidFill>
                  <a:srgbClr val="FFFFFF"/>
                </a:solidFill>
                <a:effectLst/>
                <a:uLnTx/>
                <a:uFillTx/>
                <a:latin typeface="Arial MT"/>
                <a:ea typeface="+mn-ea"/>
                <a:cs typeface="Arial MT"/>
              </a:rPr>
              <a:t>15%</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8" name="object 18"/>
          <p:cNvSpPr txBox="1"/>
          <p:nvPr/>
        </p:nvSpPr>
        <p:spPr>
          <a:xfrm>
            <a:off x="4590034" y="1872488"/>
            <a:ext cx="2971165" cy="5295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Research</a:t>
            </a:r>
            <a:r>
              <a:rPr kumimoji="0" sz="1200" b="1" i="0" u="none" strike="noStrike" kern="0" cap="none" spc="-5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understand</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general</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topics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459740" lvl="0" indent="0" algn="l" defTabSz="914400" rtl="0" eaLnBrk="1" fontAlgn="auto" latinLnBrk="0" hangingPunct="1">
              <a:lnSpc>
                <a:spcPct val="100000"/>
              </a:lnSpc>
              <a:spcBef>
                <a:spcPts val="5"/>
              </a:spcBef>
              <a:spcAft>
                <a:spcPts val="0"/>
              </a:spcAft>
              <a:buClrTx/>
              <a:buSzTx/>
              <a:buFontTx/>
              <a:buNone/>
              <a:tabLst/>
              <a:defRPr/>
            </a:pPr>
            <a:r>
              <a:rPr kumimoji="0" sz="1050" b="0" i="0" u="none" strike="noStrike" kern="0" cap="none" spc="0" normalizeH="0" baseline="0" noProof="0" dirty="0">
                <a:ln>
                  <a:noFill/>
                </a:ln>
                <a:solidFill>
                  <a:srgbClr val="FFFFFF"/>
                </a:solidFill>
                <a:effectLst/>
                <a:uLnTx/>
                <a:uFillTx/>
                <a:latin typeface="Arial MT"/>
                <a:ea typeface="+mn-ea"/>
                <a:cs typeface="Arial MT"/>
              </a:rPr>
              <a:t>(e.g.,</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Explain</a:t>
            </a:r>
            <a:r>
              <a:rPr kumimoji="0" sz="1050" b="0" i="0" u="none" strike="noStrike" kern="0" cap="none" spc="-5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inflation,</a:t>
            </a:r>
            <a:r>
              <a:rPr kumimoji="0" sz="1050" b="0" i="0" u="none" strike="noStrike" kern="0" cap="none" spc="-5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translate</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a</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manual, </a:t>
            </a:r>
            <a:r>
              <a:rPr kumimoji="0" sz="1050" b="0" i="0" u="none" strike="noStrike" kern="0" cap="none" spc="0" normalizeH="0" baseline="0" noProof="0" dirty="0">
                <a:ln>
                  <a:noFill/>
                </a:ln>
                <a:solidFill>
                  <a:srgbClr val="FFFFFF"/>
                </a:solidFill>
                <a:effectLst/>
                <a:uLnTx/>
                <a:uFillTx/>
                <a:latin typeface="Arial MT"/>
                <a:ea typeface="+mn-ea"/>
                <a:cs typeface="Arial MT"/>
              </a:rPr>
              <a:t>learn</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how</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something</a:t>
            </a:r>
            <a:r>
              <a:rPr kumimoji="0" sz="1050" b="0" i="0" u="none" strike="noStrike" kern="0" cap="none" spc="-50"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works)</a:t>
            </a:r>
            <a:endParaRPr kumimoji="0" sz="105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9" name="object 19"/>
          <p:cNvSpPr txBox="1"/>
          <p:nvPr/>
        </p:nvSpPr>
        <p:spPr>
          <a:xfrm>
            <a:off x="4590034" y="2460116"/>
            <a:ext cx="3456940" cy="5295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Guide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brand</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discovery</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purchase</a:t>
            </a:r>
            <a:r>
              <a:rPr kumimoji="0" sz="1200" b="1" i="0" u="none" strike="noStrike" kern="0" cap="none" spc="-5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decisions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562610" lvl="0" indent="0" algn="l" defTabSz="914400" rtl="0" eaLnBrk="1" fontAlgn="auto" latinLnBrk="0" hangingPunct="1">
              <a:lnSpc>
                <a:spcPct val="100000"/>
              </a:lnSpc>
              <a:spcBef>
                <a:spcPts val="5"/>
              </a:spcBef>
              <a:spcAft>
                <a:spcPts val="0"/>
              </a:spcAft>
              <a:buClrTx/>
              <a:buSzTx/>
              <a:buFontTx/>
              <a:buNone/>
              <a:tabLst/>
              <a:defRPr/>
            </a:pPr>
            <a:r>
              <a:rPr kumimoji="0" sz="1050" b="0" i="0" u="none" strike="noStrike" kern="0" cap="none" spc="0" normalizeH="0" baseline="0" noProof="0" dirty="0">
                <a:ln>
                  <a:noFill/>
                </a:ln>
                <a:solidFill>
                  <a:srgbClr val="FFFFFF"/>
                </a:solidFill>
                <a:effectLst/>
                <a:uLnTx/>
                <a:uFillTx/>
                <a:latin typeface="Arial MT"/>
                <a:ea typeface="+mn-ea"/>
                <a:cs typeface="Arial MT"/>
              </a:rPr>
              <a:t>(e.g.,</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discover</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and</a:t>
            </a:r>
            <a:r>
              <a:rPr kumimoji="0" sz="1050" b="0" i="0" u="none" strike="noStrike" kern="0" cap="none" spc="-1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choose</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products,</a:t>
            </a:r>
            <a:r>
              <a:rPr kumimoji="0" sz="1050" b="0" i="0" u="none" strike="noStrike" kern="0" cap="none" spc="-4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or</a:t>
            </a:r>
            <a:r>
              <a:rPr kumimoji="0" sz="1050" b="0" i="0" u="none" strike="noStrike" kern="0" cap="none" spc="-15"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services; </a:t>
            </a:r>
            <a:r>
              <a:rPr kumimoji="0" sz="1050" b="0" i="0" u="none" strike="noStrike" kern="0" cap="none" spc="0" normalizeH="0" baseline="0" noProof="0" dirty="0">
                <a:ln>
                  <a:noFill/>
                </a:ln>
                <a:solidFill>
                  <a:srgbClr val="FFFFFF"/>
                </a:solidFill>
                <a:effectLst/>
                <a:uLnTx/>
                <a:uFillTx/>
                <a:latin typeface="Arial MT"/>
                <a:ea typeface="+mn-ea"/>
                <a:cs typeface="Arial MT"/>
              </a:rPr>
              <a:t>plan</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a</a:t>
            </a:r>
            <a:r>
              <a:rPr kumimoji="0" sz="1050" b="0" i="0" u="none" strike="noStrike" kern="0" cap="none" spc="-2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trip</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or</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special</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occasion)</a:t>
            </a:r>
            <a:endParaRPr kumimoji="0" sz="105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0" name="object 20"/>
          <p:cNvSpPr txBox="1"/>
          <p:nvPr/>
        </p:nvSpPr>
        <p:spPr>
          <a:xfrm>
            <a:off x="4590034" y="3128264"/>
            <a:ext cx="2955290" cy="36957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Write</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improve</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content</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1050" b="0" i="0" u="none" strike="noStrike" kern="0" cap="none" spc="0" normalizeH="0" baseline="0" noProof="0" dirty="0">
                <a:ln>
                  <a:noFill/>
                </a:ln>
                <a:solidFill>
                  <a:srgbClr val="FFFFFF"/>
                </a:solidFill>
                <a:effectLst/>
                <a:uLnTx/>
                <a:uFillTx/>
                <a:latin typeface="Arial MT"/>
                <a:ea typeface="+mn-ea"/>
                <a:cs typeface="Arial MT"/>
              </a:rPr>
              <a:t>(e.g.,</a:t>
            </a:r>
            <a:r>
              <a:rPr kumimoji="0" sz="1050" b="0" i="0" u="none" strike="noStrike" kern="0" cap="none" spc="-2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Draft</a:t>
            </a:r>
            <a:r>
              <a:rPr kumimoji="0" sz="1050" b="0" i="0" u="none" strike="noStrike" kern="0" cap="none" spc="-4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emails,</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refine</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resumes,</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create</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stories)</a:t>
            </a:r>
            <a:endParaRPr kumimoji="0" sz="105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1" name="object 21"/>
          <p:cNvSpPr txBox="1"/>
          <p:nvPr/>
        </p:nvSpPr>
        <p:spPr>
          <a:xfrm>
            <a:off x="4590034" y="3717417"/>
            <a:ext cx="2962275" cy="36957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Access</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real-</a:t>
            </a:r>
            <a:r>
              <a:rPr kumimoji="0" sz="1200" b="1" i="0" u="none" strike="noStrike" kern="0" cap="none" spc="0" normalizeH="0" baseline="0" noProof="0" dirty="0">
                <a:ln>
                  <a:noFill/>
                </a:ln>
                <a:solidFill>
                  <a:srgbClr val="FFFFFF"/>
                </a:solidFill>
                <a:effectLst/>
                <a:uLnTx/>
                <a:uFillTx/>
                <a:latin typeface="Arial"/>
                <a:ea typeface="+mn-ea"/>
                <a:cs typeface="Arial"/>
              </a:rPr>
              <a:t>time</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or</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trending</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information</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1050" b="0" i="0" u="none" strike="noStrike" kern="0" cap="none" spc="0" normalizeH="0" baseline="0" noProof="0" dirty="0">
                <a:ln>
                  <a:noFill/>
                </a:ln>
                <a:solidFill>
                  <a:srgbClr val="FFFFFF"/>
                </a:solidFill>
                <a:effectLst/>
                <a:uLnTx/>
                <a:uFillTx/>
                <a:latin typeface="Arial MT"/>
                <a:ea typeface="+mn-ea"/>
                <a:cs typeface="Arial MT"/>
              </a:rPr>
              <a:t>(e.g.,</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Check</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the</a:t>
            </a:r>
            <a:r>
              <a:rPr kumimoji="0" sz="1050" b="0" i="0" u="none" strike="noStrike" kern="0" cap="none" spc="-1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weather,</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get</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news</a:t>
            </a:r>
            <a:r>
              <a:rPr kumimoji="0" sz="1050" b="0" i="0" u="none" strike="noStrike" kern="0" cap="none" spc="-15"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summaries)</a:t>
            </a:r>
            <a:endParaRPr kumimoji="0" sz="105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2" name="object 22"/>
          <p:cNvSpPr txBox="1"/>
          <p:nvPr/>
        </p:nvSpPr>
        <p:spPr>
          <a:xfrm>
            <a:off x="4590034" y="4227321"/>
            <a:ext cx="2404745" cy="5295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Plan</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organize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tasks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algn="l" defTabSz="914400" rtl="0" eaLnBrk="1" fontAlgn="auto" latinLnBrk="0" hangingPunct="1">
              <a:lnSpc>
                <a:spcPct val="100000"/>
              </a:lnSpc>
              <a:spcBef>
                <a:spcPts val="5"/>
              </a:spcBef>
              <a:spcAft>
                <a:spcPts val="0"/>
              </a:spcAft>
              <a:buClrTx/>
              <a:buSzTx/>
              <a:buFontTx/>
              <a:buNone/>
              <a:tabLst/>
              <a:defRPr/>
            </a:pPr>
            <a:r>
              <a:rPr kumimoji="0" sz="1050" b="0" i="0" u="none" strike="noStrike" kern="0" cap="none" spc="0" normalizeH="0" baseline="0" noProof="0" dirty="0">
                <a:ln>
                  <a:noFill/>
                </a:ln>
                <a:solidFill>
                  <a:srgbClr val="FFFFFF"/>
                </a:solidFill>
                <a:effectLst/>
                <a:uLnTx/>
                <a:uFillTx/>
                <a:latin typeface="Arial MT"/>
                <a:ea typeface="+mn-ea"/>
                <a:cs typeface="Arial MT"/>
              </a:rPr>
              <a:t>(e.g.,</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Build</a:t>
            </a:r>
            <a:r>
              <a:rPr kumimoji="0" sz="1050" b="0" i="0" u="none" strike="noStrike" kern="0" cap="none" spc="-4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schedules,</a:t>
            </a:r>
            <a:r>
              <a:rPr kumimoji="0" sz="1050" b="0" i="0" u="none" strike="noStrike" kern="0" cap="none" spc="-5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create</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checklists, </a:t>
            </a:r>
            <a:r>
              <a:rPr kumimoji="0" sz="1050" b="0" i="0" u="none" strike="noStrike" kern="0" cap="none" spc="0" normalizeH="0" baseline="0" noProof="0" dirty="0">
                <a:ln>
                  <a:noFill/>
                </a:ln>
                <a:solidFill>
                  <a:srgbClr val="FFFFFF"/>
                </a:solidFill>
                <a:effectLst/>
                <a:uLnTx/>
                <a:uFillTx/>
                <a:latin typeface="Arial MT"/>
                <a:ea typeface="+mn-ea"/>
                <a:cs typeface="Arial MT"/>
              </a:rPr>
              <a:t>generate</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a</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meal</a:t>
            </a:r>
            <a:r>
              <a:rPr kumimoji="0" sz="1050" b="0" i="0" u="none" strike="noStrike" kern="0" cap="none" spc="-4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plan</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or</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study</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calendar)</a:t>
            </a:r>
            <a:endParaRPr kumimoji="0" sz="105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3" name="object 23"/>
          <p:cNvSpPr txBox="1"/>
          <p:nvPr/>
        </p:nvSpPr>
        <p:spPr>
          <a:xfrm>
            <a:off x="4590034" y="4893945"/>
            <a:ext cx="250317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Create</a:t>
            </a:r>
            <a:r>
              <a:rPr kumimoji="0" sz="1200" b="1" i="0" u="none" strike="noStrike" kern="0" cap="none" spc="-6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visuals</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creative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assets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24" name="object 24"/>
          <p:cNvSpPr txBox="1"/>
          <p:nvPr/>
        </p:nvSpPr>
        <p:spPr>
          <a:xfrm>
            <a:off x="4590034" y="5076825"/>
            <a:ext cx="2261870" cy="1866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0" i="0" u="none" strike="noStrike" kern="0" cap="none" spc="0" normalizeH="0" baseline="0" noProof="0" dirty="0">
                <a:ln>
                  <a:noFill/>
                </a:ln>
                <a:solidFill>
                  <a:srgbClr val="FFFFFF"/>
                </a:solidFill>
                <a:effectLst/>
                <a:uLnTx/>
                <a:uFillTx/>
                <a:latin typeface="Arial MT"/>
                <a:ea typeface="+mn-ea"/>
                <a:cs typeface="Arial MT"/>
              </a:rPr>
              <a:t>(e.g.,</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Generate</a:t>
            </a:r>
            <a:r>
              <a:rPr kumimoji="0" sz="1050" b="0" i="0" u="none" strike="noStrike" kern="0" cap="none" spc="-4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images,</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design</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logos)</a:t>
            </a:r>
            <a:endParaRPr kumimoji="0" sz="105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5" name="object 25"/>
          <p:cNvSpPr txBox="1"/>
          <p:nvPr/>
        </p:nvSpPr>
        <p:spPr>
          <a:xfrm>
            <a:off x="4590034" y="5403850"/>
            <a:ext cx="2414905" cy="52959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Write</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or</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debug</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20" normalizeH="0" baseline="0" noProof="0" dirty="0">
                <a:ln>
                  <a:noFill/>
                </a:ln>
                <a:solidFill>
                  <a:srgbClr val="FFFFFF"/>
                </a:solidFill>
                <a:effectLst/>
                <a:uLnTx/>
                <a:uFillTx/>
                <a:latin typeface="Arial"/>
                <a:ea typeface="+mn-ea"/>
                <a:cs typeface="Arial"/>
              </a:rPr>
              <a:t>code</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algn="l" defTabSz="914400" rtl="0" eaLnBrk="1" fontAlgn="auto" latinLnBrk="0" hangingPunct="1">
              <a:lnSpc>
                <a:spcPct val="100000"/>
              </a:lnSpc>
              <a:spcBef>
                <a:spcPts val="5"/>
              </a:spcBef>
              <a:spcAft>
                <a:spcPts val="0"/>
              </a:spcAft>
              <a:buClrTx/>
              <a:buSzTx/>
              <a:buFontTx/>
              <a:buNone/>
              <a:tabLst/>
              <a:defRPr/>
            </a:pPr>
            <a:r>
              <a:rPr kumimoji="0" sz="1050" b="0" i="0" u="none" strike="noStrike" kern="0" cap="none" spc="0" normalizeH="0" baseline="0" noProof="0" dirty="0">
                <a:ln>
                  <a:noFill/>
                </a:ln>
                <a:solidFill>
                  <a:srgbClr val="FFFFFF"/>
                </a:solidFill>
                <a:effectLst/>
                <a:uLnTx/>
                <a:uFillTx/>
                <a:latin typeface="Arial MT"/>
                <a:ea typeface="+mn-ea"/>
                <a:cs typeface="Arial MT"/>
              </a:rPr>
              <a:t>(e.g.,</a:t>
            </a:r>
            <a:r>
              <a:rPr kumimoji="0" sz="1050" b="0" i="0" u="none" strike="noStrike" kern="0" cap="none" spc="-2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Generate</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code</a:t>
            </a:r>
            <a:r>
              <a:rPr kumimoji="0" sz="1050" b="0" i="0" u="none" strike="noStrike" kern="0" cap="none" spc="-10"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snippets,</a:t>
            </a:r>
            <a:r>
              <a:rPr kumimoji="0" sz="1050" b="0" i="0" u="none" strike="noStrike" kern="0" cap="none" spc="-3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fix</a:t>
            </a:r>
            <a:r>
              <a:rPr kumimoji="0" sz="1050" b="0" i="0" u="none" strike="noStrike" kern="0" cap="none" spc="-30"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errors, </a:t>
            </a:r>
            <a:r>
              <a:rPr kumimoji="0" sz="1050" b="0" i="0" u="none" strike="noStrike" kern="0" cap="none" spc="0" normalizeH="0" baseline="0" noProof="0" dirty="0">
                <a:ln>
                  <a:noFill/>
                </a:ln>
                <a:solidFill>
                  <a:srgbClr val="FFFFFF"/>
                </a:solidFill>
                <a:effectLst/>
                <a:uLnTx/>
                <a:uFillTx/>
                <a:latin typeface="Arial MT"/>
                <a:ea typeface="+mn-ea"/>
                <a:cs typeface="Arial MT"/>
              </a:rPr>
              <a:t>learn</a:t>
            </a:r>
            <a:r>
              <a:rPr kumimoji="0" sz="1050" b="0" i="0" u="none" strike="noStrike" kern="0" cap="none" spc="-25" normalizeH="0" baseline="0" noProof="0" dirty="0">
                <a:ln>
                  <a:noFill/>
                </a:ln>
                <a:solidFill>
                  <a:srgbClr val="FFFFFF"/>
                </a:solidFill>
                <a:effectLst/>
                <a:uLnTx/>
                <a:uFillTx/>
                <a:latin typeface="Arial MT"/>
                <a:ea typeface="+mn-ea"/>
                <a:cs typeface="Arial MT"/>
              </a:rPr>
              <a:t> </a:t>
            </a:r>
            <a:r>
              <a:rPr kumimoji="0" sz="1050" b="0" i="0" u="none" strike="noStrike" kern="0" cap="none" spc="0" normalizeH="0" baseline="0" noProof="0" dirty="0">
                <a:ln>
                  <a:noFill/>
                </a:ln>
                <a:solidFill>
                  <a:srgbClr val="FFFFFF"/>
                </a:solidFill>
                <a:effectLst/>
                <a:uLnTx/>
                <a:uFillTx/>
                <a:latin typeface="Arial MT"/>
                <a:ea typeface="+mn-ea"/>
                <a:cs typeface="Arial MT"/>
              </a:rPr>
              <a:t>programming</a:t>
            </a:r>
            <a:r>
              <a:rPr kumimoji="0" sz="1050" b="0" i="0" u="none" strike="noStrike" kern="0" cap="none" spc="-60" normalizeH="0" baseline="0" noProof="0" dirty="0">
                <a:ln>
                  <a:noFill/>
                </a:ln>
                <a:solidFill>
                  <a:srgbClr val="FFFFFF"/>
                </a:solidFill>
                <a:effectLst/>
                <a:uLnTx/>
                <a:uFillTx/>
                <a:latin typeface="Arial MT"/>
                <a:ea typeface="+mn-ea"/>
                <a:cs typeface="Arial MT"/>
              </a:rPr>
              <a:t> </a:t>
            </a:r>
            <a:r>
              <a:rPr kumimoji="0" sz="1050" b="0" i="0" u="none" strike="noStrike" kern="0" cap="none" spc="-10" normalizeH="0" baseline="0" noProof="0" dirty="0">
                <a:ln>
                  <a:noFill/>
                </a:ln>
                <a:solidFill>
                  <a:srgbClr val="FFFFFF"/>
                </a:solidFill>
                <a:effectLst/>
                <a:uLnTx/>
                <a:uFillTx/>
                <a:latin typeface="Arial MT"/>
                <a:ea typeface="+mn-ea"/>
                <a:cs typeface="Arial MT"/>
              </a:rPr>
              <a:t>logic)</a:t>
            </a:r>
            <a:endParaRPr kumimoji="0" sz="105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6" name="object 26"/>
          <p:cNvSpPr txBox="1"/>
          <p:nvPr/>
        </p:nvSpPr>
        <p:spPr>
          <a:xfrm>
            <a:off x="541426" y="5655665"/>
            <a:ext cx="3380104" cy="635635"/>
          </a:xfrm>
          <a:prstGeom prst="rect">
            <a:avLst/>
          </a:prstGeom>
        </p:spPr>
        <p:txBody>
          <a:bodyPr vert="horz" wrap="square" lIns="0" tIns="12700" rIns="0" bIns="0" rtlCol="0">
            <a:spAutoFit/>
          </a:bodyPr>
          <a:lstStyle/>
          <a:p>
            <a:pPr marL="12700" marR="5080" lvl="0" indent="-3175" algn="l" defTabSz="914400" rtl="0" eaLnBrk="1" fontAlgn="auto" latinLnBrk="0" hangingPunct="1">
              <a:lnSpc>
                <a:spcPct val="100000"/>
              </a:lnSpc>
              <a:spcBef>
                <a:spcPts val="100"/>
              </a:spcBef>
              <a:spcAft>
                <a:spcPts val="0"/>
              </a:spcAft>
              <a:buClrTx/>
              <a:buSzPct val="87500"/>
              <a:buFontTx/>
              <a:buAutoNum type="arabicPeriod"/>
              <a:tabLst>
                <a:tab pos="97155" algn="l"/>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	QUSAGE.</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For</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which</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of</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the</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following</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use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cases</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have</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you</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used</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GenAI </a:t>
            </a:r>
            <a:r>
              <a:rPr kumimoji="0" sz="800" b="0" i="0" u="none" strike="noStrike" kern="0" cap="none" spc="0" normalizeH="0" baseline="0" noProof="0" dirty="0">
                <a:ln>
                  <a:noFill/>
                </a:ln>
                <a:solidFill>
                  <a:srgbClr val="FFFFFF"/>
                </a:solidFill>
                <a:effectLst/>
                <a:uLnTx/>
                <a:uFillTx/>
                <a:latin typeface="Arial MT"/>
                <a:ea typeface="+mn-ea"/>
                <a:cs typeface="Arial MT"/>
              </a:rPr>
              <a:t>search</a:t>
            </a:r>
            <a:r>
              <a:rPr kumimoji="0" sz="800" b="0" i="0" u="none" strike="noStrike" kern="0" cap="none" spc="-4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engine</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(e.g.,</a:t>
            </a:r>
            <a:r>
              <a:rPr kumimoji="0" sz="800" b="0" i="0" u="none" strike="noStrike" kern="0" cap="none" spc="-3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ChatGPT,</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Google</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AI</a:t>
            </a:r>
            <a:r>
              <a:rPr kumimoji="0" sz="800" b="0" i="0" u="none" strike="noStrike" kern="0" cap="none" spc="-4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Overview,</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Gemini,</a:t>
            </a:r>
            <a:r>
              <a:rPr kumimoji="0" sz="800" b="0" i="0" u="none" strike="noStrike" kern="0" cap="none" spc="-5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Perplexity,</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25" normalizeH="0" baseline="0" noProof="0" dirty="0">
                <a:ln>
                  <a:noFill/>
                </a:ln>
                <a:solidFill>
                  <a:srgbClr val="FFFFFF"/>
                </a:solidFill>
                <a:effectLst/>
                <a:uLnTx/>
                <a:uFillTx/>
                <a:latin typeface="Arial MT"/>
                <a:ea typeface="+mn-ea"/>
                <a:cs typeface="Arial MT"/>
              </a:rPr>
              <a:t>or</a:t>
            </a:r>
            <a:r>
              <a:rPr kumimoji="0" sz="800" b="0" i="0" u="none" strike="noStrike" kern="0" cap="none" spc="0" normalizeH="0" baseline="0" noProof="0" dirty="0">
                <a:ln>
                  <a:noFill/>
                </a:ln>
                <a:solidFill>
                  <a:srgbClr val="FFFFFF"/>
                </a:solidFill>
                <a:effectLst/>
                <a:uLnTx/>
                <a:uFillTx/>
                <a:latin typeface="Arial MT"/>
                <a:ea typeface="+mn-ea"/>
                <a:cs typeface="Arial MT"/>
              </a:rPr>
              <a:t> Microsoft</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Copilot)</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in</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the</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past</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3</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months?</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a:p>
            <a:pPr marL="12700" marR="200660" lvl="0" indent="114300" algn="l" defTabSz="914400" rtl="0" eaLnBrk="1" fontAlgn="auto" latinLnBrk="0" hangingPunct="1">
              <a:lnSpc>
                <a:spcPct val="100000"/>
              </a:lnSpc>
              <a:spcBef>
                <a:spcPts val="5"/>
              </a:spcBef>
              <a:spcAft>
                <a:spcPts val="0"/>
              </a:spcAft>
              <a:buClrTx/>
              <a:buSzPct val="87500"/>
              <a:buFontTx/>
              <a:buAutoNum type="arabicPeriod"/>
              <a:tabLst>
                <a:tab pos="127000" algn="l"/>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Respondents</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who</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have used</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AI-based</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search</a:t>
            </a:r>
            <a:r>
              <a:rPr kumimoji="0" sz="800" b="0" i="0" u="none" strike="noStrike" kern="0" cap="none" spc="-3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in</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the</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past</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3</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months (n=1,924)</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7" name="object 27"/>
          <p:cNvSpPr txBox="1"/>
          <p:nvPr/>
        </p:nvSpPr>
        <p:spPr>
          <a:xfrm>
            <a:off x="541426" y="6265265"/>
            <a:ext cx="1809750" cy="14795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3.</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Total</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survey</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respondents</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(n</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3,945)</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28" name="object 28"/>
          <p:cNvGrpSpPr/>
          <p:nvPr/>
        </p:nvGrpSpPr>
        <p:grpSpPr>
          <a:xfrm>
            <a:off x="10227691" y="1478991"/>
            <a:ext cx="1725295" cy="2192655"/>
            <a:chOff x="10227691" y="1478991"/>
            <a:chExt cx="1725295" cy="2192655"/>
          </a:xfrm>
        </p:grpSpPr>
        <p:sp>
          <p:nvSpPr>
            <p:cNvPr id="29" name="object 29"/>
            <p:cNvSpPr/>
            <p:nvPr/>
          </p:nvSpPr>
          <p:spPr>
            <a:xfrm>
              <a:off x="10237216" y="1488516"/>
              <a:ext cx="165100" cy="164465"/>
            </a:xfrm>
            <a:custGeom>
              <a:avLst/>
              <a:gdLst/>
              <a:ahLst/>
              <a:cxnLst/>
              <a:rect l="l" t="t" r="r" b="b"/>
              <a:pathLst>
                <a:path w="165100" h="164464">
                  <a:moveTo>
                    <a:pt x="164592" y="0"/>
                  </a:moveTo>
                  <a:lnTo>
                    <a:pt x="0" y="0"/>
                  </a:lnTo>
                  <a:lnTo>
                    <a:pt x="0" y="164134"/>
                  </a:lnTo>
                  <a:lnTo>
                    <a:pt x="164592" y="164134"/>
                  </a:lnTo>
                  <a:lnTo>
                    <a:pt x="164592"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0" name="object 30"/>
            <p:cNvSpPr/>
            <p:nvPr/>
          </p:nvSpPr>
          <p:spPr>
            <a:xfrm>
              <a:off x="10237216" y="1488516"/>
              <a:ext cx="165100" cy="164465"/>
            </a:xfrm>
            <a:custGeom>
              <a:avLst/>
              <a:gdLst/>
              <a:ahLst/>
              <a:cxnLst/>
              <a:rect l="l" t="t" r="r" b="b"/>
              <a:pathLst>
                <a:path w="165100" h="164464">
                  <a:moveTo>
                    <a:pt x="0" y="164134"/>
                  </a:moveTo>
                  <a:lnTo>
                    <a:pt x="164592" y="164134"/>
                  </a:lnTo>
                  <a:lnTo>
                    <a:pt x="164592" y="0"/>
                  </a:lnTo>
                  <a:lnTo>
                    <a:pt x="0" y="0"/>
                  </a:lnTo>
                  <a:lnTo>
                    <a:pt x="0" y="164134"/>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1" name="object 31"/>
            <p:cNvPicPr/>
            <p:nvPr/>
          </p:nvPicPr>
          <p:blipFill>
            <a:blip r:embed="rId3" cstate="print"/>
            <a:stretch>
              <a:fillRect/>
            </a:stretch>
          </p:blipFill>
          <p:spPr>
            <a:xfrm>
              <a:off x="10384536" y="2455151"/>
              <a:ext cx="1568196" cy="1216164"/>
            </a:xfrm>
            <a:prstGeom prst="rect">
              <a:avLst/>
            </a:prstGeom>
          </p:spPr>
        </p:pic>
        <p:pic>
          <p:nvPicPr>
            <p:cNvPr id="32" name="object 32"/>
            <p:cNvPicPr/>
            <p:nvPr/>
          </p:nvPicPr>
          <p:blipFill>
            <a:blip r:embed="rId4" cstate="print"/>
            <a:stretch>
              <a:fillRect/>
            </a:stretch>
          </p:blipFill>
          <p:spPr>
            <a:xfrm>
              <a:off x="10558911" y="2531110"/>
              <a:ext cx="1318128" cy="1068070"/>
            </a:xfrm>
            <a:prstGeom prst="rect">
              <a:avLst/>
            </a:prstGeom>
          </p:spPr>
        </p:pic>
      </p:grpSp>
      <p:sp>
        <p:nvSpPr>
          <p:cNvPr id="33" name="object 33"/>
          <p:cNvSpPr txBox="1"/>
          <p:nvPr/>
        </p:nvSpPr>
        <p:spPr>
          <a:xfrm>
            <a:off x="10468482" y="1462278"/>
            <a:ext cx="113284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Details</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available</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4" name="object 34"/>
          <p:cNvSpPr txBox="1"/>
          <p:nvPr/>
        </p:nvSpPr>
        <p:spPr>
          <a:xfrm>
            <a:off x="10751057" y="2591180"/>
            <a:ext cx="1039494" cy="574675"/>
          </a:xfrm>
          <a:prstGeom prst="rect">
            <a:avLst/>
          </a:prstGeom>
        </p:spPr>
        <p:txBody>
          <a:bodyPr vert="horz" wrap="square" lIns="0" tIns="12700" rIns="0" bIns="0" rtlCol="0">
            <a:spAutoFit/>
          </a:bodyPr>
          <a:lstStyle/>
          <a:p>
            <a:pPr marL="12065" marR="508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041C2C"/>
                </a:solidFill>
                <a:effectLst/>
                <a:uLnTx/>
                <a:uFillTx/>
                <a:latin typeface="Arial"/>
                <a:ea typeface="+mn-ea"/>
                <a:cs typeface="Arial"/>
              </a:rPr>
              <a:t>Boomers</a:t>
            </a:r>
            <a:r>
              <a:rPr kumimoji="0" sz="1200" b="1" i="0" u="none" strike="noStrike" kern="0" cap="none" spc="-60" normalizeH="0" baseline="0" noProof="0" dirty="0">
                <a:ln>
                  <a:noFill/>
                </a:ln>
                <a:solidFill>
                  <a:srgbClr val="041C2C"/>
                </a:solidFill>
                <a:effectLst/>
                <a:uLnTx/>
                <a:uFillTx/>
                <a:latin typeface="Arial"/>
                <a:ea typeface="+mn-ea"/>
                <a:cs typeface="Arial"/>
              </a:rPr>
              <a:t> </a:t>
            </a:r>
            <a:r>
              <a:rPr kumimoji="0" sz="1200" b="1" i="0" u="none" strike="noStrike" kern="0" cap="none" spc="-20" normalizeH="0" baseline="0" noProof="0" dirty="0">
                <a:ln>
                  <a:noFill/>
                </a:ln>
                <a:solidFill>
                  <a:srgbClr val="041C2C"/>
                </a:solidFill>
                <a:effectLst/>
                <a:uLnTx/>
                <a:uFillTx/>
                <a:latin typeface="Arial"/>
                <a:ea typeface="+mn-ea"/>
                <a:cs typeface="Arial"/>
              </a:rPr>
              <a:t>only </a:t>
            </a:r>
            <a:r>
              <a:rPr kumimoji="0" sz="1200" b="1" i="0" u="none" strike="noStrike" kern="0" cap="none" spc="0" normalizeH="0" baseline="0" noProof="0" dirty="0">
                <a:ln>
                  <a:noFill/>
                </a:ln>
                <a:solidFill>
                  <a:srgbClr val="041C2C"/>
                </a:solidFill>
                <a:effectLst/>
                <a:uLnTx/>
                <a:uFillTx/>
                <a:latin typeface="Arial"/>
                <a:ea typeface="+mn-ea"/>
                <a:cs typeface="Arial"/>
              </a:rPr>
              <a:t>slightly</a:t>
            </a:r>
            <a:r>
              <a:rPr kumimoji="0" sz="1200" b="1" i="0" u="none" strike="noStrike" kern="0" cap="none" spc="-35" normalizeH="0" baseline="0" noProof="0" dirty="0">
                <a:ln>
                  <a:noFill/>
                </a:ln>
                <a:solidFill>
                  <a:srgbClr val="041C2C"/>
                </a:solidFill>
                <a:effectLst/>
                <a:uLnTx/>
                <a:uFillTx/>
                <a:latin typeface="Arial"/>
                <a:ea typeface="+mn-ea"/>
                <a:cs typeface="Arial"/>
              </a:rPr>
              <a:t> </a:t>
            </a:r>
            <a:r>
              <a:rPr kumimoji="0" sz="1200" b="1" i="0" u="none" strike="noStrike" kern="0" cap="none" spc="-25" normalizeH="0" baseline="0" noProof="0" dirty="0">
                <a:ln>
                  <a:noFill/>
                </a:ln>
                <a:solidFill>
                  <a:srgbClr val="041C2C"/>
                </a:solidFill>
                <a:effectLst/>
                <a:uLnTx/>
                <a:uFillTx/>
                <a:latin typeface="Arial"/>
                <a:ea typeface="+mn-ea"/>
                <a:cs typeface="Arial"/>
              </a:rPr>
              <a:t>lag </a:t>
            </a:r>
            <a:r>
              <a:rPr kumimoji="0" sz="1200" b="1" i="0" u="none" strike="noStrike" kern="0" cap="none" spc="0" normalizeH="0" baseline="0" noProof="0" dirty="0">
                <a:ln>
                  <a:noFill/>
                </a:ln>
                <a:solidFill>
                  <a:srgbClr val="041C2C"/>
                </a:solidFill>
                <a:effectLst/>
                <a:uLnTx/>
                <a:uFillTx/>
                <a:latin typeface="Arial"/>
                <a:ea typeface="+mn-ea"/>
                <a:cs typeface="Arial"/>
              </a:rPr>
              <a:t>behind</a:t>
            </a:r>
            <a:r>
              <a:rPr kumimoji="0" sz="1200" b="1" i="0" u="none" strike="noStrike" kern="0" cap="none" spc="-25" normalizeH="0" baseline="0" noProof="0" dirty="0">
                <a:ln>
                  <a:noFill/>
                </a:ln>
                <a:solidFill>
                  <a:srgbClr val="041C2C"/>
                </a:solidFill>
                <a:effectLst/>
                <a:uLnTx/>
                <a:uFillTx/>
                <a:latin typeface="Arial"/>
                <a:ea typeface="+mn-ea"/>
                <a:cs typeface="Arial"/>
              </a:rPr>
              <a:t> </a:t>
            </a:r>
            <a:r>
              <a:rPr kumimoji="0" sz="1200" b="1" i="0" u="none" strike="noStrike" kern="0" cap="none" spc="-10" normalizeH="0" baseline="0" noProof="0" dirty="0">
                <a:ln>
                  <a:noFill/>
                </a:ln>
                <a:solidFill>
                  <a:srgbClr val="041C2C"/>
                </a:solidFill>
                <a:effectLst/>
                <a:uLnTx/>
                <a:uFillTx/>
                <a:latin typeface="Arial"/>
                <a:ea typeface="+mn-ea"/>
                <a:cs typeface="Arial"/>
              </a:rPr>
              <a:t>other</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35" name="object 35"/>
          <p:cNvSpPr txBox="1"/>
          <p:nvPr/>
        </p:nvSpPr>
        <p:spPr>
          <a:xfrm>
            <a:off x="10824209" y="3140202"/>
            <a:ext cx="890269" cy="3911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10" normalizeH="0" baseline="0" noProof="0" dirty="0">
                <a:ln>
                  <a:noFill/>
                </a:ln>
                <a:solidFill>
                  <a:srgbClr val="041C2C"/>
                </a:solidFill>
                <a:effectLst/>
                <a:uLnTx/>
                <a:uFillTx/>
                <a:latin typeface="Arial"/>
                <a:ea typeface="+mn-ea"/>
                <a:cs typeface="Arial"/>
              </a:rPr>
              <a:t>generations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56515"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rgbClr val="041C2C"/>
                </a:solidFill>
                <a:effectLst/>
                <a:uLnTx/>
                <a:uFillTx/>
                <a:latin typeface="Arial MT"/>
                <a:ea typeface="+mn-ea"/>
                <a:cs typeface="Arial MT"/>
              </a:rPr>
              <a:t>(by</a:t>
            </a:r>
            <a:r>
              <a:rPr kumimoji="0" sz="1200" b="0" i="0" u="none" strike="noStrike" kern="0" cap="none" spc="-15" normalizeH="0" baseline="0" noProof="0" dirty="0">
                <a:ln>
                  <a:noFill/>
                </a:ln>
                <a:solidFill>
                  <a:srgbClr val="041C2C"/>
                </a:solidFill>
                <a:effectLst/>
                <a:uLnTx/>
                <a:uFillTx/>
                <a:latin typeface="Arial MT"/>
                <a:ea typeface="+mn-ea"/>
                <a:cs typeface="Arial MT"/>
              </a:rPr>
              <a:t> </a:t>
            </a:r>
            <a:r>
              <a:rPr kumimoji="0" sz="1200" b="0" i="0" u="none" strike="noStrike" kern="0" cap="none" spc="0" normalizeH="0" baseline="0" noProof="0" dirty="0">
                <a:ln>
                  <a:noFill/>
                </a:ln>
                <a:solidFill>
                  <a:srgbClr val="041C2C"/>
                </a:solidFill>
                <a:effectLst/>
                <a:uLnTx/>
                <a:uFillTx/>
                <a:latin typeface="Arial MT"/>
                <a:ea typeface="+mn-ea"/>
                <a:cs typeface="Arial MT"/>
              </a:rPr>
              <a:t>&lt;5</a:t>
            </a:r>
            <a:r>
              <a:rPr kumimoji="0" sz="1200" b="0" i="0" u="none" strike="noStrike" kern="0" cap="none" spc="-10" normalizeH="0" baseline="0" noProof="0" dirty="0">
                <a:ln>
                  <a:noFill/>
                </a:ln>
                <a:solidFill>
                  <a:srgbClr val="041C2C"/>
                </a:solidFill>
                <a:effectLst/>
                <a:uLnTx/>
                <a:uFillTx/>
                <a:latin typeface="Arial MT"/>
                <a:ea typeface="+mn-ea"/>
                <a:cs typeface="Arial MT"/>
              </a:rPr>
              <a:t> p.p.)</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6" name="object 36"/>
          <p:cNvSpPr txBox="1"/>
          <p:nvPr/>
        </p:nvSpPr>
        <p:spPr>
          <a:xfrm>
            <a:off x="1446402" y="1934921"/>
            <a:ext cx="1686560" cy="1593215"/>
          </a:xfrm>
          <a:prstGeom prst="rect">
            <a:avLst/>
          </a:prstGeom>
        </p:spPr>
        <p:txBody>
          <a:bodyPr vert="horz" wrap="square" lIns="0" tIns="12700" rIns="0" bIns="0" rtlCol="0">
            <a:spAutoFit/>
          </a:bodyPr>
          <a:lstStyle/>
          <a:p>
            <a:pPr marL="635" marR="0" lvl="0" indent="0" algn="ctr" defTabSz="914400" rtl="0" eaLnBrk="1" fontAlgn="auto" latinLnBrk="0" hangingPunct="1">
              <a:lnSpc>
                <a:spcPct val="100000"/>
              </a:lnSpc>
              <a:spcBef>
                <a:spcPts val="100"/>
              </a:spcBef>
              <a:spcAft>
                <a:spcPts val="0"/>
              </a:spcAft>
              <a:buClrTx/>
              <a:buSzTx/>
              <a:buFontTx/>
              <a:buNone/>
              <a:tabLst/>
              <a:defRPr/>
            </a:pPr>
            <a:r>
              <a:rPr kumimoji="0" sz="4800" b="1" i="0" u="none" strike="noStrike" kern="0" cap="none" spc="-25" normalizeH="0" baseline="0" noProof="0" dirty="0">
                <a:ln>
                  <a:noFill/>
                </a:ln>
                <a:solidFill>
                  <a:srgbClr val="00A9F4"/>
                </a:solidFill>
                <a:effectLst/>
                <a:uLnTx/>
                <a:uFillTx/>
                <a:latin typeface="Georgia"/>
                <a:ea typeface="+mn-ea"/>
                <a:cs typeface="Georgia"/>
              </a:rPr>
              <a:t>49%</a:t>
            </a:r>
            <a:endParaRPr kumimoji="0" sz="4800" b="0" i="0" u="none" strike="noStrike" kern="0" cap="none" spc="0" normalizeH="0" baseline="0" noProof="0">
              <a:ln>
                <a:noFill/>
              </a:ln>
              <a:solidFill>
                <a:sysClr val="windowText" lastClr="000000"/>
              </a:solidFill>
              <a:effectLst/>
              <a:uLnTx/>
              <a:uFillTx/>
              <a:latin typeface="Georgia"/>
              <a:ea typeface="+mn-ea"/>
              <a:cs typeface="Georgia"/>
            </a:endParaRPr>
          </a:p>
          <a:p>
            <a:pPr marL="12065" marR="5080" lvl="0" indent="0" algn="ctr" defTabSz="914400" rtl="0" eaLnBrk="1" fontAlgn="auto" latinLnBrk="0" hangingPunct="1">
              <a:lnSpc>
                <a:spcPct val="100000"/>
              </a:lnSpc>
              <a:spcBef>
                <a:spcPts val="95"/>
              </a:spcBef>
              <a:spcAft>
                <a:spcPts val="0"/>
              </a:spcAft>
              <a:buClrTx/>
              <a:buSzTx/>
              <a:buFontTx/>
              <a:buNone/>
              <a:tabLst/>
              <a:defRPr/>
            </a:pPr>
            <a:r>
              <a:rPr kumimoji="0" sz="1800" b="0" i="0" u="none" strike="noStrike" kern="0" cap="none" spc="0" normalizeH="0" baseline="0" noProof="0" dirty="0">
                <a:ln>
                  <a:noFill/>
                </a:ln>
                <a:solidFill>
                  <a:srgbClr val="FFFFFF"/>
                </a:solidFill>
                <a:effectLst/>
                <a:uLnTx/>
                <a:uFillTx/>
                <a:latin typeface="Arial MT"/>
                <a:ea typeface="+mn-ea"/>
                <a:cs typeface="Arial MT"/>
              </a:rPr>
              <a:t>of</a:t>
            </a:r>
            <a:r>
              <a:rPr kumimoji="0" sz="1800" b="0" i="0" u="none" strike="noStrike" kern="0" cap="none" spc="-15" normalizeH="0" baseline="0" noProof="0" dirty="0">
                <a:ln>
                  <a:noFill/>
                </a:ln>
                <a:solidFill>
                  <a:srgbClr val="FFFFFF"/>
                </a:solidFill>
                <a:effectLst/>
                <a:uLnTx/>
                <a:uFillTx/>
                <a:latin typeface="Arial MT"/>
                <a:ea typeface="+mn-ea"/>
                <a:cs typeface="Arial MT"/>
              </a:rPr>
              <a:t> </a:t>
            </a:r>
            <a:r>
              <a:rPr kumimoji="0" sz="1800" b="0" i="0" u="none" strike="noStrike" kern="0" cap="none" spc="0" normalizeH="0" baseline="0" noProof="0" dirty="0">
                <a:ln>
                  <a:noFill/>
                </a:ln>
                <a:solidFill>
                  <a:srgbClr val="FFFFFF"/>
                </a:solidFill>
                <a:effectLst/>
                <a:uLnTx/>
                <a:uFillTx/>
                <a:latin typeface="Arial MT"/>
                <a:ea typeface="+mn-ea"/>
                <a:cs typeface="Arial MT"/>
              </a:rPr>
              <a:t>all</a:t>
            </a:r>
            <a:r>
              <a:rPr kumimoji="0" sz="1800" b="0" i="0" u="none" strike="noStrike" kern="0" cap="none" spc="-20" normalizeH="0" baseline="0" noProof="0" dirty="0">
                <a:ln>
                  <a:noFill/>
                </a:ln>
                <a:solidFill>
                  <a:srgbClr val="FFFFFF"/>
                </a:solidFill>
                <a:effectLst/>
                <a:uLnTx/>
                <a:uFillTx/>
                <a:latin typeface="Arial MT"/>
                <a:ea typeface="+mn-ea"/>
                <a:cs typeface="Arial MT"/>
              </a:rPr>
              <a:t> </a:t>
            </a:r>
            <a:r>
              <a:rPr kumimoji="0" sz="1800" b="0" i="0" u="none" strike="noStrike" kern="0" cap="none" spc="-10" normalizeH="0" baseline="0" noProof="0" dirty="0">
                <a:ln>
                  <a:noFill/>
                </a:ln>
                <a:solidFill>
                  <a:srgbClr val="FFFFFF"/>
                </a:solidFill>
                <a:effectLst/>
                <a:uLnTx/>
                <a:uFillTx/>
                <a:latin typeface="Arial MT"/>
                <a:ea typeface="+mn-ea"/>
                <a:cs typeface="Arial MT"/>
              </a:rPr>
              <a:t>consumers </a:t>
            </a:r>
            <a:r>
              <a:rPr kumimoji="0" sz="1800" b="0" i="0" u="none" strike="noStrike" kern="0" cap="none" spc="0" normalizeH="0" baseline="0" noProof="0" dirty="0">
                <a:ln>
                  <a:noFill/>
                </a:ln>
                <a:solidFill>
                  <a:srgbClr val="FFFFFF"/>
                </a:solidFill>
                <a:effectLst/>
                <a:uLnTx/>
                <a:uFillTx/>
                <a:latin typeface="Arial MT"/>
                <a:ea typeface="+mn-ea"/>
                <a:cs typeface="Arial MT"/>
              </a:rPr>
              <a:t>use</a:t>
            </a:r>
            <a:r>
              <a:rPr kumimoji="0" sz="1800" b="0" i="0" u="none" strike="noStrike" kern="0" cap="none" spc="-95" normalizeH="0" baseline="0" noProof="0" dirty="0">
                <a:ln>
                  <a:noFill/>
                </a:ln>
                <a:solidFill>
                  <a:srgbClr val="FFFFFF"/>
                </a:solidFill>
                <a:effectLst/>
                <a:uLnTx/>
                <a:uFillTx/>
                <a:latin typeface="Arial MT"/>
                <a:ea typeface="+mn-ea"/>
                <a:cs typeface="Arial MT"/>
              </a:rPr>
              <a:t> </a:t>
            </a:r>
            <a:r>
              <a:rPr kumimoji="0" sz="1800" b="0" i="0" u="none" strike="noStrike" kern="0" cap="none" spc="-10" normalizeH="0" baseline="0" noProof="0" dirty="0">
                <a:ln>
                  <a:noFill/>
                </a:ln>
                <a:solidFill>
                  <a:srgbClr val="FFFFFF"/>
                </a:solidFill>
                <a:effectLst/>
                <a:uLnTx/>
                <a:uFillTx/>
                <a:latin typeface="Arial MT"/>
                <a:ea typeface="+mn-ea"/>
                <a:cs typeface="Arial MT"/>
              </a:rPr>
              <a:t>AI-</a:t>
            </a:r>
            <a:r>
              <a:rPr kumimoji="0" sz="1800" b="0" i="0" u="none" strike="noStrike" kern="0" cap="none" spc="-20" normalizeH="0" baseline="0" noProof="0" dirty="0">
                <a:ln>
                  <a:noFill/>
                </a:ln>
                <a:solidFill>
                  <a:srgbClr val="FFFFFF"/>
                </a:solidFill>
                <a:effectLst/>
                <a:uLnTx/>
                <a:uFillTx/>
                <a:latin typeface="Arial MT"/>
                <a:ea typeface="+mn-ea"/>
                <a:cs typeface="Arial MT"/>
              </a:rPr>
              <a:t>based </a:t>
            </a:r>
            <a:r>
              <a:rPr kumimoji="0" sz="1800" b="0" i="0" u="none" strike="noStrike" kern="0" cap="none" spc="0" normalizeH="0" baseline="0" noProof="0" dirty="0">
                <a:ln>
                  <a:noFill/>
                </a:ln>
                <a:solidFill>
                  <a:srgbClr val="FFFFFF"/>
                </a:solidFill>
                <a:effectLst/>
                <a:uLnTx/>
                <a:uFillTx/>
                <a:latin typeface="Arial MT"/>
                <a:ea typeface="+mn-ea"/>
                <a:cs typeface="Arial MT"/>
              </a:rPr>
              <a:t>search</a:t>
            </a:r>
            <a:r>
              <a:rPr kumimoji="0" sz="1800" b="0" i="0" u="none" strike="noStrike" kern="0" cap="none" spc="-25" normalizeH="0" baseline="0" noProof="0" dirty="0">
                <a:ln>
                  <a:noFill/>
                </a:ln>
                <a:solidFill>
                  <a:srgbClr val="FFFFFF"/>
                </a:solidFill>
                <a:effectLst/>
                <a:uLnTx/>
                <a:uFillTx/>
                <a:latin typeface="Arial MT"/>
                <a:ea typeface="+mn-ea"/>
                <a:cs typeface="Arial MT"/>
              </a:rPr>
              <a:t> </a:t>
            </a:r>
            <a:r>
              <a:rPr kumimoji="0" sz="1800" b="0" i="0" u="none" strike="noStrike" kern="0" cap="none" spc="-10" normalizeH="0" baseline="0" noProof="0" dirty="0">
                <a:ln>
                  <a:noFill/>
                </a:ln>
                <a:solidFill>
                  <a:srgbClr val="FFFFFF"/>
                </a:solidFill>
                <a:effectLst/>
                <a:uLnTx/>
                <a:uFillTx/>
                <a:latin typeface="Arial MT"/>
                <a:ea typeface="+mn-ea"/>
                <a:cs typeface="Arial MT"/>
              </a:rPr>
              <a:t>today</a:t>
            </a:r>
            <a:endParaRPr kumimoji="0" sz="18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7" name="object 37"/>
          <p:cNvSpPr txBox="1"/>
          <p:nvPr/>
        </p:nvSpPr>
        <p:spPr>
          <a:xfrm>
            <a:off x="2886582" y="3235578"/>
            <a:ext cx="110489"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50" normalizeH="0" baseline="0" noProof="0" dirty="0">
                <a:ln>
                  <a:noFill/>
                </a:ln>
                <a:solidFill>
                  <a:srgbClr val="FFFFFF"/>
                </a:solidFill>
                <a:effectLst/>
                <a:uLnTx/>
                <a:uFillTx/>
                <a:latin typeface="Arial MT"/>
                <a:ea typeface="+mn-ea"/>
                <a:cs typeface="Arial MT"/>
              </a:rPr>
              <a:t>2</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8" name="object 38"/>
          <p:cNvSpPr/>
          <p:nvPr/>
        </p:nvSpPr>
        <p:spPr>
          <a:xfrm>
            <a:off x="755446" y="4352416"/>
            <a:ext cx="3011170" cy="1091565"/>
          </a:xfrm>
          <a:custGeom>
            <a:avLst/>
            <a:gdLst/>
            <a:ahLst/>
            <a:cxnLst/>
            <a:rect l="l" t="t" r="r" b="b"/>
            <a:pathLst>
              <a:path w="3011170" h="1091564">
                <a:moveTo>
                  <a:pt x="0" y="446658"/>
                </a:moveTo>
                <a:lnTo>
                  <a:pt x="10129" y="396460"/>
                </a:lnTo>
                <a:lnTo>
                  <a:pt x="37752" y="355488"/>
                </a:lnTo>
                <a:lnTo>
                  <a:pt x="78722" y="327876"/>
                </a:lnTo>
                <a:lnTo>
                  <a:pt x="128892" y="317753"/>
                </a:lnTo>
                <a:lnTo>
                  <a:pt x="1756232" y="317753"/>
                </a:lnTo>
                <a:lnTo>
                  <a:pt x="1801571" y="0"/>
                </a:lnTo>
                <a:lnTo>
                  <a:pt x="2508834" y="317753"/>
                </a:lnTo>
                <a:lnTo>
                  <a:pt x="2881706" y="317753"/>
                </a:lnTo>
                <a:lnTo>
                  <a:pt x="2931904" y="327876"/>
                </a:lnTo>
                <a:lnTo>
                  <a:pt x="2972876" y="355488"/>
                </a:lnTo>
                <a:lnTo>
                  <a:pt x="3000488" y="396460"/>
                </a:lnTo>
                <a:lnTo>
                  <a:pt x="3010611" y="446658"/>
                </a:lnTo>
                <a:lnTo>
                  <a:pt x="3010611" y="639952"/>
                </a:lnTo>
                <a:lnTo>
                  <a:pt x="3010611" y="962278"/>
                </a:lnTo>
                <a:lnTo>
                  <a:pt x="3000488" y="1012424"/>
                </a:lnTo>
                <a:lnTo>
                  <a:pt x="2972876" y="1053401"/>
                </a:lnTo>
                <a:lnTo>
                  <a:pt x="2931904" y="1081043"/>
                </a:lnTo>
                <a:lnTo>
                  <a:pt x="2881706" y="1091183"/>
                </a:lnTo>
                <a:lnTo>
                  <a:pt x="2508834" y="1091183"/>
                </a:lnTo>
                <a:lnTo>
                  <a:pt x="1756232" y="1091183"/>
                </a:lnTo>
                <a:lnTo>
                  <a:pt x="128892" y="1091183"/>
                </a:lnTo>
                <a:lnTo>
                  <a:pt x="78722" y="1081043"/>
                </a:lnTo>
                <a:lnTo>
                  <a:pt x="37752" y="1053401"/>
                </a:lnTo>
                <a:lnTo>
                  <a:pt x="10129" y="1012424"/>
                </a:lnTo>
                <a:lnTo>
                  <a:pt x="0" y="962278"/>
                </a:lnTo>
                <a:lnTo>
                  <a:pt x="0" y="639952"/>
                </a:lnTo>
                <a:lnTo>
                  <a:pt x="0" y="446658"/>
                </a:lnTo>
                <a:close/>
              </a:path>
            </a:pathLst>
          </a:custGeom>
          <a:ln w="63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9" name="object 39"/>
          <p:cNvSpPr txBox="1"/>
          <p:nvPr/>
        </p:nvSpPr>
        <p:spPr>
          <a:xfrm>
            <a:off x="835863" y="4763770"/>
            <a:ext cx="2849245" cy="574040"/>
          </a:xfrm>
          <a:prstGeom prst="rect">
            <a:avLst/>
          </a:prstGeom>
        </p:spPr>
        <p:txBody>
          <a:bodyPr vert="horz" wrap="square" lIns="0" tIns="12700" rIns="0" bIns="0" rtlCol="0">
            <a:spAutoFit/>
          </a:bodyPr>
          <a:lstStyle/>
          <a:p>
            <a:pPr marL="12700" marR="5080" lvl="0" indent="127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This</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likely</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underestimates</a:t>
            </a:r>
            <a:r>
              <a:rPr kumimoji="0" sz="1200" b="1" i="0" u="none" strike="noStrike" kern="0" cap="none" spc="-5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users</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of</a:t>
            </a:r>
            <a:r>
              <a:rPr kumimoji="0" sz="1200" b="1" i="0" u="none" strike="noStrike" kern="0" cap="none" spc="-60" normalizeH="0" baseline="0" noProof="0" dirty="0">
                <a:ln>
                  <a:noFill/>
                </a:ln>
                <a:solidFill>
                  <a:srgbClr val="FFFFFF"/>
                </a:solidFill>
                <a:effectLst/>
                <a:uLnTx/>
                <a:uFillTx/>
                <a:latin typeface="Arial"/>
                <a:ea typeface="+mn-ea"/>
                <a:cs typeface="Arial"/>
              </a:rPr>
              <a:t> </a:t>
            </a:r>
            <a:r>
              <a:rPr kumimoji="0" sz="1200" b="1" i="0" u="none" strike="noStrike" kern="0" cap="none" spc="-25" normalizeH="0" baseline="0" noProof="0" dirty="0">
                <a:ln>
                  <a:noFill/>
                </a:ln>
                <a:solidFill>
                  <a:srgbClr val="FFFFFF"/>
                </a:solidFill>
                <a:effectLst/>
                <a:uLnTx/>
                <a:uFillTx/>
                <a:latin typeface="Arial"/>
                <a:ea typeface="+mn-ea"/>
                <a:cs typeface="Arial"/>
              </a:rPr>
              <a:t>AI- </a:t>
            </a:r>
            <a:r>
              <a:rPr kumimoji="0" sz="1200" b="1" i="0" u="none" strike="noStrike" kern="0" cap="none" spc="0" normalizeH="0" baseline="0" noProof="0" dirty="0">
                <a:ln>
                  <a:noFill/>
                </a:ln>
                <a:solidFill>
                  <a:srgbClr val="FFFFFF"/>
                </a:solidFill>
                <a:effectLst/>
                <a:uLnTx/>
                <a:uFillTx/>
                <a:latin typeface="Arial"/>
                <a:ea typeface="+mn-ea"/>
                <a:cs typeface="Arial"/>
              </a:rPr>
              <a:t>based</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search,</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0" i="0" u="none" strike="noStrike" kern="0" cap="none" spc="0" normalizeH="0" baseline="0" noProof="0" dirty="0">
                <a:ln>
                  <a:noFill/>
                </a:ln>
                <a:solidFill>
                  <a:srgbClr val="FFFFFF"/>
                </a:solidFill>
                <a:effectLst/>
                <a:uLnTx/>
                <a:uFillTx/>
                <a:latin typeface="Arial MT"/>
                <a:ea typeface="+mn-ea"/>
                <a:cs typeface="Arial MT"/>
              </a:rPr>
              <a:t>not</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accounting</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for</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passive </a:t>
            </a:r>
            <a:r>
              <a:rPr kumimoji="0" sz="1200" b="0" i="0" u="none" strike="noStrike" kern="0" cap="none" spc="0" normalizeH="0" baseline="0" noProof="0" dirty="0">
                <a:ln>
                  <a:noFill/>
                </a:ln>
                <a:solidFill>
                  <a:srgbClr val="FFFFFF"/>
                </a:solidFill>
                <a:effectLst/>
                <a:uLnTx/>
                <a:uFillTx/>
                <a:latin typeface="Arial MT"/>
                <a:ea typeface="+mn-ea"/>
                <a:cs typeface="Arial MT"/>
              </a:rPr>
              <a:t>users</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using</a:t>
            </a:r>
            <a:r>
              <a:rPr kumimoji="0" sz="1200" b="0" i="0" u="none" strike="noStrike" kern="0" cap="none" spc="-9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AI</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functionality</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within</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20" normalizeH="0" baseline="0" noProof="0" dirty="0">
                <a:ln>
                  <a:noFill/>
                </a:ln>
                <a:solidFill>
                  <a:srgbClr val="FFFFFF"/>
                </a:solidFill>
                <a:effectLst/>
                <a:uLnTx/>
                <a:uFillTx/>
                <a:latin typeface="Arial MT"/>
                <a:ea typeface="+mn-ea"/>
                <a:cs typeface="Arial MT"/>
              </a:rPr>
              <a:t>apps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40" name="object 40"/>
          <p:cNvGrpSpPr/>
          <p:nvPr/>
        </p:nvGrpSpPr>
        <p:grpSpPr>
          <a:xfrm>
            <a:off x="989139" y="1426083"/>
            <a:ext cx="2640330" cy="2851150"/>
            <a:chOff x="989139" y="1426083"/>
            <a:chExt cx="2640330" cy="2851150"/>
          </a:xfrm>
        </p:grpSpPr>
        <p:sp>
          <p:nvSpPr>
            <p:cNvPr id="41" name="object 41"/>
            <p:cNvSpPr/>
            <p:nvPr/>
          </p:nvSpPr>
          <p:spPr>
            <a:xfrm>
              <a:off x="1001839" y="1476883"/>
              <a:ext cx="2576830" cy="2576830"/>
            </a:xfrm>
            <a:custGeom>
              <a:avLst/>
              <a:gdLst/>
              <a:ahLst/>
              <a:cxnLst/>
              <a:rect l="l" t="t" r="r" b="b"/>
              <a:pathLst>
                <a:path w="2576829" h="2576829">
                  <a:moveTo>
                    <a:pt x="0" y="1288161"/>
                  </a:moveTo>
                  <a:lnTo>
                    <a:pt x="888" y="1239866"/>
                  </a:lnTo>
                  <a:lnTo>
                    <a:pt x="3533" y="1192021"/>
                  </a:lnTo>
                  <a:lnTo>
                    <a:pt x="7903" y="1144655"/>
                  </a:lnTo>
                  <a:lnTo>
                    <a:pt x="13967" y="1097800"/>
                  </a:lnTo>
                  <a:lnTo>
                    <a:pt x="21695" y="1051488"/>
                  </a:lnTo>
                  <a:lnTo>
                    <a:pt x="31054" y="1005749"/>
                  </a:lnTo>
                  <a:lnTo>
                    <a:pt x="42013" y="960614"/>
                  </a:lnTo>
                  <a:lnTo>
                    <a:pt x="54543" y="916114"/>
                  </a:lnTo>
                  <a:lnTo>
                    <a:pt x="68610" y="872282"/>
                  </a:lnTo>
                  <a:lnTo>
                    <a:pt x="84185" y="829147"/>
                  </a:lnTo>
                  <a:lnTo>
                    <a:pt x="101236" y="786741"/>
                  </a:lnTo>
                  <a:lnTo>
                    <a:pt x="119732" y="745095"/>
                  </a:lnTo>
                  <a:lnTo>
                    <a:pt x="139642" y="704240"/>
                  </a:lnTo>
                  <a:lnTo>
                    <a:pt x="160935" y="664207"/>
                  </a:lnTo>
                  <a:lnTo>
                    <a:pt x="183579" y="625028"/>
                  </a:lnTo>
                  <a:lnTo>
                    <a:pt x="207544" y="586733"/>
                  </a:lnTo>
                  <a:lnTo>
                    <a:pt x="232798" y="549355"/>
                  </a:lnTo>
                  <a:lnTo>
                    <a:pt x="259310" y="512922"/>
                  </a:lnTo>
                  <a:lnTo>
                    <a:pt x="287049" y="477468"/>
                  </a:lnTo>
                  <a:lnTo>
                    <a:pt x="315984" y="443023"/>
                  </a:lnTo>
                  <a:lnTo>
                    <a:pt x="346083" y="409618"/>
                  </a:lnTo>
                  <a:lnTo>
                    <a:pt x="377316" y="377285"/>
                  </a:lnTo>
                  <a:lnTo>
                    <a:pt x="409652" y="346054"/>
                  </a:lnTo>
                  <a:lnTo>
                    <a:pt x="443059" y="315956"/>
                  </a:lnTo>
                  <a:lnTo>
                    <a:pt x="477507" y="287023"/>
                  </a:lnTo>
                  <a:lnTo>
                    <a:pt x="512963" y="259286"/>
                  </a:lnTo>
                  <a:lnTo>
                    <a:pt x="549397" y="232776"/>
                  </a:lnTo>
                  <a:lnTo>
                    <a:pt x="586778" y="207525"/>
                  </a:lnTo>
                  <a:lnTo>
                    <a:pt x="625074" y="183562"/>
                  </a:lnTo>
                  <a:lnTo>
                    <a:pt x="664256" y="160920"/>
                  </a:lnTo>
                  <a:lnTo>
                    <a:pt x="704290" y="139629"/>
                  </a:lnTo>
                  <a:lnTo>
                    <a:pt x="745147" y="119721"/>
                  </a:lnTo>
                  <a:lnTo>
                    <a:pt x="786794" y="101226"/>
                  </a:lnTo>
                  <a:lnTo>
                    <a:pt x="829202" y="84177"/>
                  </a:lnTo>
                  <a:lnTo>
                    <a:pt x="872338" y="68603"/>
                  </a:lnTo>
                  <a:lnTo>
                    <a:pt x="916172" y="54537"/>
                  </a:lnTo>
                  <a:lnTo>
                    <a:pt x="960673" y="42009"/>
                  </a:lnTo>
                  <a:lnTo>
                    <a:pt x="1005809" y="31050"/>
                  </a:lnTo>
                  <a:lnTo>
                    <a:pt x="1051549" y="21692"/>
                  </a:lnTo>
                  <a:lnTo>
                    <a:pt x="1097862" y="13966"/>
                  </a:lnTo>
                  <a:lnTo>
                    <a:pt x="1144718" y="7902"/>
                  </a:lnTo>
                  <a:lnTo>
                    <a:pt x="1192084" y="3533"/>
                  </a:lnTo>
                  <a:lnTo>
                    <a:pt x="1239930" y="888"/>
                  </a:lnTo>
                  <a:lnTo>
                    <a:pt x="1288224" y="0"/>
                  </a:lnTo>
                  <a:lnTo>
                    <a:pt x="1336518" y="888"/>
                  </a:lnTo>
                  <a:lnTo>
                    <a:pt x="1384365" y="3533"/>
                  </a:lnTo>
                  <a:lnTo>
                    <a:pt x="1431731" y="7902"/>
                  </a:lnTo>
                  <a:lnTo>
                    <a:pt x="1478587" y="13966"/>
                  </a:lnTo>
                  <a:lnTo>
                    <a:pt x="1524901" y="21692"/>
                  </a:lnTo>
                  <a:lnTo>
                    <a:pt x="1570642" y="31050"/>
                  </a:lnTo>
                  <a:lnTo>
                    <a:pt x="1615779" y="42009"/>
                  </a:lnTo>
                  <a:lnTo>
                    <a:pt x="1660281" y="54537"/>
                  </a:lnTo>
                  <a:lnTo>
                    <a:pt x="1704117" y="68603"/>
                  </a:lnTo>
                  <a:lnTo>
                    <a:pt x="1747254" y="84177"/>
                  </a:lnTo>
                  <a:lnTo>
                    <a:pt x="1789664" y="101226"/>
                  </a:lnTo>
                  <a:lnTo>
                    <a:pt x="1831313" y="119721"/>
                  </a:lnTo>
                  <a:lnTo>
                    <a:pt x="1872171" y="139629"/>
                  </a:lnTo>
                  <a:lnTo>
                    <a:pt x="1912208" y="160920"/>
                  </a:lnTo>
                  <a:lnTo>
                    <a:pt x="1951391" y="183562"/>
                  </a:lnTo>
                  <a:lnTo>
                    <a:pt x="1989689" y="207525"/>
                  </a:lnTo>
                  <a:lnTo>
                    <a:pt x="2027072" y="232776"/>
                  </a:lnTo>
                  <a:lnTo>
                    <a:pt x="2063508" y="259286"/>
                  </a:lnTo>
                  <a:lnTo>
                    <a:pt x="2098967" y="287023"/>
                  </a:lnTo>
                  <a:lnTo>
                    <a:pt x="2133416" y="315956"/>
                  </a:lnTo>
                  <a:lnTo>
                    <a:pt x="2166825" y="346054"/>
                  </a:lnTo>
                  <a:lnTo>
                    <a:pt x="2199163" y="377285"/>
                  </a:lnTo>
                  <a:lnTo>
                    <a:pt x="2230399" y="409618"/>
                  </a:lnTo>
                  <a:lnTo>
                    <a:pt x="2260501" y="443023"/>
                  </a:lnTo>
                  <a:lnTo>
                    <a:pt x="2289438" y="477468"/>
                  </a:lnTo>
                  <a:lnTo>
                    <a:pt x="2317179" y="512922"/>
                  </a:lnTo>
                  <a:lnTo>
                    <a:pt x="2343693" y="549355"/>
                  </a:lnTo>
                  <a:lnTo>
                    <a:pt x="2368949" y="586733"/>
                  </a:lnTo>
                  <a:lnTo>
                    <a:pt x="2392915" y="625028"/>
                  </a:lnTo>
                  <a:lnTo>
                    <a:pt x="2415561" y="664207"/>
                  </a:lnTo>
                  <a:lnTo>
                    <a:pt x="2436856" y="704240"/>
                  </a:lnTo>
                  <a:lnTo>
                    <a:pt x="2456768" y="745095"/>
                  </a:lnTo>
                  <a:lnTo>
                    <a:pt x="2475265" y="786741"/>
                  </a:lnTo>
                  <a:lnTo>
                    <a:pt x="2492318" y="829147"/>
                  </a:lnTo>
                  <a:lnTo>
                    <a:pt x="2507894" y="872282"/>
                  </a:lnTo>
                  <a:lnTo>
                    <a:pt x="2521963" y="916114"/>
                  </a:lnTo>
                  <a:lnTo>
                    <a:pt x="2534494" y="960614"/>
                  </a:lnTo>
                  <a:lnTo>
                    <a:pt x="2545455" y="1005749"/>
                  </a:lnTo>
                  <a:lnTo>
                    <a:pt x="2554815" y="1051488"/>
                  </a:lnTo>
                  <a:lnTo>
                    <a:pt x="2562543" y="1097800"/>
                  </a:lnTo>
                  <a:lnTo>
                    <a:pt x="2568607" y="1144655"/>
                  </a:lnTo>
                  <a:lnTo>
                    <a:pt x="2572978" y="1192021"/>
                  </a:lnTo>
                  <a:lnTo>
                    <a:pt x="2575623" y="1239866"/>
                  </a:lnTo>
                  <a:lnTo>
                    <a:pt x="2576512" y="1288161"/>
                  </a:lnTo>
                  <a:lnTo>
                    <a:pt x="2575623" y="1336455"/>
                  </a:lnTo>
                  <a:lnTo>
                    <a:pt x="2572978" y="1384301"/>
                  </a:lnTo>
                  <a:lnTo>
                    <a:pt x="2568607" y="1431668"/>
                  </a:lnTo>
                  <a:lnTo>
                    <a:pt x="2562543" y="1478523"/>
                  </a:lnTo>
                  <a:lnTo>
                    <a:pt x="2554815" y="1524838"/>
                  </a:lnTo>
                  <a:lnTo>
                    <a:pt x="2545455" y="1570579"/>
                  </a:lnTo>
                  <a:lnTo>
                    <a:pt x="2534494" y="1615716"/>
                  </a:lnTo>
                  <a:lnTo>
                    <a:pt x="2521963" y="1660218"/>
                  </a:lnTo>
                  <a:lnTo>
                    <a:pt x="2507894" y="1704053"/>
                  </a:lnTo>
                  <a:lnTo>
                    <a:pt x="2492318" y="1747191"/>
                  </a:lnTo>
                  <a:lnTo>
                    <a:pt x="2475265" y="1789600"/>
                  </a:lnTo>
                  <a:lnTo>
                    <a:pt x="2456768" y="1831250"/>
                  </a:lnTo>
                  <a:lnTo>
                    <a:pt x="2436856" y="1872108"/>
                  </a:lnTo>
                  <a:lnTo>
                    <a:pt x="2415561" y="1912144"/>
                  </a:lnTo>
                  <a:lnTo>
                    <a:pt x="2392915" y="1951327"/>
                  </a:lnTo>
                  <a:lnTo>
                    <a:pt x="2368949" y="1989626"/>
                  </a:lnTo>
                  <a:lnTo>
                    <a:pt x="2343693" y="2027009"/>
                  </a:lnTo>
                  <a:lnTo>
                    <a:pt x="2317179" y="2063445"/>
                  </a:lnTo>
                  <a:lnTo>
                    <a:pt x="2289438" y="2098903"/>
                  </a:lnTo>
                  <a:lnTo>
                    <a:pt x="2260501" y="2133353"/>
                  </a:lnTo>
                  <a:lnTo>
                    <a:pt x="2230399" y="2166762"/>
                  </a:lnTo>
                  <a:lnTo>
                    <a:pt x="2199163" y="2199100"/>
                  </a:lnTo>
                  <a:lnTo>
                    <a:pt x="2166825" y="2230335"/>
                  </a:lnTo>
                  <a:lnTo>
                    <a:pt x="2133416" y="2260437"/>
                  </a:lnTo>
                  <a:lnTo>
                    <a:pt x="2098967" y="2289374"/>
                  </a:lnTo>
                  <a:lnTo>
                    <a:pt x="2063508" y="2317115"/>
                  </a:lnTo>
                  <a:lnTo>
                    <a:pt x="2027072" y="2343629"/>
                  </a:lnTo>
                  <a:lnTo>
                    <a:pt x="1989689" y="2368885"/>
                  </a:lnTo>
                  <a:lnTo>
                    <a:pt x="1951391" y="2392852"/>
                  </a:lnTo>
                  <a:lnTo>
                    <a:pt x="1912208" y="2415498"/>
                  </a:lnTo>
                  <a:lnTo>
                    <a:pt x="1872171" y="2436792"/>
                  </a:lnTo>
                  <a:lnTo>
                    <a:pt x="1831313" y="2456704"/>
                  </a:lnTo>
                  <a:lnTo>
                    <a:pt x="1789664" y="2475202"/>
                  </a:lnTo>
                  <a:lnTo>
                    <a:pt x="1747254" y="2492254"/>
                  </a:lnTo>
                  <a:lnTo>
                    <a:pt x="1704117" y="2507831"/>
                  </a:lnTo>
                  <a:lnTo>
                    <a:pt x="1660281" y="2521900"/>
                  </a:lnTo>
                  <a:lnTo>
                    <a:pt x="1615779" y="2534430"/>
                  </a:lnTo>
                  <a:lnTo>
                    <a:pt x="1570642" y="2545391"/>
                  </a:lnTo>
                  <a:lnTo>
                    <a:pt x="1524901" y="2554751"/>
                  </a:lnTo>
                  <a:lnTo>
                    <a:pt x="1478587" y="2562479"/>
                  </a:lnTo>
                  <a:lnTo>
                    <a:pt x="1431731" y="2568544"/>
                  </a:lnTo>
                  <a:lnTo>
                    <a:pt x="1384365" y="2572915"/>
                  </a:lnTo>
                  <a:lnTo>
                    <a:pt x="1336518" y="2575560"/>
                  </a:lnTo>
                  <a:lnTo>
                    <a:pt x="1288224" y="2576448"/>
                  </a:lnTo>
                  <a:lnTo>
                    <a:pt x="1239930" y="2575560"/>
                  </a:lnTo>
                  <a:lnTo>
                    <a:pt x="1192084" y="2572915"/>
                  </a:lnTo>
                  <a:lnTo>
                    <a:pt x="1144718" y="2568544"/>
                  </a:lnTo>
                  <a:lnTo>
                    <a:pt x="1097862" y="2562479"/>
                  </a:lnTo>
                  <a:lnTo>
                    <a:pt x="1051549" y="2554751"/>
                  </a:lnTo>
                  <a:lnTo>
                    <a:pt x="1005809" y="2545391"/>
                  </a:lnTo>
                  <a:lnTo>
                    <a:pt x="960673" y="2534430"/>
                  </a:lnTo>
                  <a:lnTo>
                    <a:pt x="916172" y="2521900"/>
                  </a:lnTo>
                  <a:lnTo>
                    <a:pt x="872338" y="2507831"/>
                  </a:lnTo>
                  <a:lnTo>
                    <a:pt x="829202" y="2492254"/>
                  </a:lnTo>
                  <a:lnTo>
                    <a:pt x="786794" y="2475202"/>
                  </a:lnTo>
                  <a:lnTo>
                    <a:pt x="745147" y="2456704"/>
                  </a:lnTo>
                  <a:lnTo>
                    <a:pt x="704290" y="2436792"/>
                  </a:lnTo>
                  <a:lnTo>
                    <a:pt x="664256" y="2415498"/>
                  </a:lnTo>
                  <a:lnTo>
                    <a:pt x="625074" y="2392852"/>
                  </a:lnTo>
                  <a:lnTo>
                    <a:pt x="586778" y="2368885"/>
                  </a:lnTo>
                  <a:lnTo>
                    <a:pt x="549397" y="2343629"/>
                  </a:lnTo>
                  <a:lnTo>
                    <a:pt x="512963" y="2317115"/>
                  </a:lnTo>
                  <a:lnTo>
                    <a:pt x="477507" y="2289374"/>
                  </a:lnTo>
                  <a:lnTo>
                    <a:pt x="443059" y="2260437"/>
                  </a:lnTo>
                  <a:lnTo>
                    <a:pt x="409652" y="2230335"/>
                  </a:lnTo>
                  <a:lnTo>
                    <a:pt x="377316" y="2199100"/>
                  </a:lnTo>
                  <a:lnTo>
                    <a:pt x="346083" y="2166762"/>
                  </a:lnTo>
                  <a:lnTo>
                    <a:pt x="315984" y="2133353"/>
                  </a:lnTo>
                  <a:lnTo>
                    <a:pt x="287049" y="2098903"/>
                  </a:lnTo>
                  <a:lnTo>
                    <a:pt x="259310" y="2063445"/>
                  </a:lnTo>
                  <a:lnTo>
                    <a:pt x="232798" y="2027009"/>
                  </a:lnTo>
                  <a:lnTo>
                    <a:pt x="207544" y="1989626"/>
                  </a:lnTo>
                  <a:lnTo>
                    <a:pt x="183579" y="1951327"/>
                  </a:lnTo>
                  <a:lnTo>
                    <a:pt x="160935" y="1912144"/>
                  </a:lnTo>
                  <a:lnTo>
                    <a:pt x="139642" y="1872108"/>
                  </a:lnTo>
                  <a:lnTo>
                    <a:pt x="119732" y="1831250"/>
                  </a:lnTo>
                  <a:lnTo>
                    <a:pt x="101236" y="1789600"/>
                  </a:lnTo>
                  <a:lnTo>
                    <a:pt x="84185" y="1747191"/>
                  </a:lnTo>
                  <a:lnTo>
                    <a:pt x="68610" y="1704053"/>
                  </a:lnTo>
                  <a:lnTo>
                    <a:pt x="54543" y="1660218"/>
                  </a:lnTo>
                  <a:lnTo>
                    <a:pt x="42013" y="1615716"/>
                  </a:lnTo>
                  <a:lnTo>
                    <a:pt x="31054" y="1570579"/>
                  </a:lnTo>
                  <a:lnTo>
                    <a:pt x="21695" y="1524838"/>
                  </a:lnTo>
                  <a:lnTo>
                    <a:pt x="13967" y="1478523"/>
                  </a:lnTo>
                  <a:lnTo>
                    <a:pt x="7903" y="1431668"/>
                  </a:lnTo>
                  <a:lnTo>
                    <a:pt x="3533" y="1384301"/>
                  </a:lnTo>
                  <a:lnTo>
                    <a:pt x="888" y="1336455"/>
                  </a:lnTo>
                  <a:lnTo>
                    <a:pt x="0" y="1288161"/>
                  </a:lnTo>
                  <a:close/>
                </a:path>
              </a:pathLst>
            </a:custGeom>
            <a:ln w="25400">
              <a:solidFill>
                <a:srgbClr val="0F5A85"/>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2" name="object 42"/>
            <p:cNvSpPr/>
            <p:nvPr/>
          </p:nvSpPr>
          <p:spPr>
            <a:xfrm>
              <a:off x="2290063" y="1476883"/>
              <a:ext cx="1288415" cy="2576195"/>
            </a:xfrm>
            <a:custGeom>
              <a:avLst/>
              <a:gdLst/>
              <a:ahLst/>
              <a:cxnLst/>
              <a:rect l="l" t="t" r="r" b="b"/>
              <a:pathLst>
                <a:path w="1288414" h="2576195">
                  <a:moveTo>
                    <a:pt x="0" y="0"/>
                  </a:moveTo>
                  <a:lnTo>
                    <a:pt x="48294" y="888"/>
                  </a:lnTo>
                  <a:lnTo>
                    <a:pt x="96140" y="3533"/>
                  </a:lnTo>
                  <a:lnTo>
                    <a:pt x="143507" y="7902"/>
                  </a:lnTo>
                  <a:lnTo>
                    <a:pt x="190362" y="13966"/>
                  </a:lnTo>
                  <a:lnTo>
                    <a:pt x="236677" y="21692"/>
                  </a:lnTo>
                  <a:lnTo>
                    <a:pt x="282418" y="31050"/>
                  </a:lnTo>
                  <a:lnTo>
                    <a:pt x="327555" y="42009"/>
                  </a:lnTo>
                  <a:lnTo>
                    <a:pt x="372057" y="54537"/>
                  </a:lnTo>
                  <a:lnTo>
                    <a:pt x="415892" y="68603"/>
                  </a:lnTo>
                  <a:lnTo>
                    <a:pt x="459030" y="84177"/>
                  </a:lnTo>
                  <a:lnTo>
                    <a:pt x="501439" y="101226"/>
                  </a:lnTo>
                  <a:lnTo>
                    <a:pt x="543089" y="119721"/>
                  </a:lnTo>
                  <a:lnTo>
                    <a:pt x="583947" y="139629"/>
                  </a:lnTo>
                  <a:lnTo>
                    <a:pt x="623983" y="160920"/>
                  </a:lnTo>
                  <a:lnTo>
                    <a:pt x="663166" y="183562"/>
                  </a:lnTo>
                  <a:lnTo>
                    <a:pt x="701465" y="207525"/>
                  </a:lnTo>
                  <a:lnTo>
                    <a:pt x="738848" y="232776"/>
                  </a:lnTo>
                  <a:lnTo>
                    <a:pt x="775284" y="259286"/>
                  </a:lnTo>
                  <a:lnTo>
                    <a:pt x="810742" y="287023"/>
                  </a:lnTo>
                  <a:lnTo>
                    <a:pt x="845192" y="315956"/>
                  </a:lnTo>
                  <a:lnTo>
                    <a:pt x="878601" y="346054"/>
                  </a:lnTo>
                  <a:lnTo>
                    <a:pt x="910939" y="377285"/>
                  </a:lnTo>
                  <a:lnTo>
                    <a:pt x="942174" y="409618"/>
                  </a:lnTo>
                  <a:lnTo>
                    <a:pt x="972276" y="443023"/>
                  </a:lnTo>
                  <a:lnTo>
                    <a:pt x="1001213" y="477468"/>
                  </a:lnTo>
                  <a:lnTo>
                    <a:pt x="1028954" y="512922"/>
                  </a:lnTo>
                  <a:lnTo>
                    <a:pt x="1055468" y="549355"/>
                  </a:lnTo>
                  <a:lnTo>
                    <a:pt x="1080724" y="586733"/>
                  </a:lnTo>
                  <a:lnTo>
                    <a:pt x="1104691" y="625028"/>
                  </a:lnTo>
                  <a:lnTo>
                    <a:pt x="1127337" y="664207"/>
                  </a:lnTo>
                  <a:lnTo>
                    <a:pt x="1148631" y="704240"/>
                  </a:lnTo>
                  <a:lnTo>
                    <a:pt x="1168543" y="745095"/>
                  </a:lnTo>
                  <a:lnTo>
                    <a:pt x="1187041" y="786741"/>
                  </a:lnTo>
                  <a:lnTo>
                    <a:pt x="1204093" y="829147"/>
                  </a:lnTo>
                  <a:lnTo>
                    <a:pt x="1219670" y="872282"/>
                  </a:lnTo>
                  <a:lnTo>
                    <a:pt x="1233739" y="916114"/>
                  </a:lnTo>
                  <a:lnTo>
                    <a:pt x="1246269" y="960614"/>
                  </a:lnTo>
                  <a:lnTo>
                    <a:pt x="1257230" y="1005749"/>
                  </a:lnTo>
                  <a:lnTo>
                    <a:pt x="1266590" y="1051488"/>
                  </a:lnTo>
                  <a:lnTo>
                    <a:pt x="1274318" y="1097800"/>
                  </a:lnTo>
                  <a:lnTo>
                    <a:pt x="1280383" y="1144655"/>
                  </a:lnTo>
                  <a:lnTo>
                    <a:pt x="1284754" y="1192021"/>
                  </a:lnTo>
                  <a:lnTo>
                    <a:pt x="1287399" y="1239866"/>
                  </a:lnTo>
                  <a:lnTo>
                    <a:pt x="1288288" y="1288161"/>
                  </a:lnTo>
                  <a:lnTo>
                    <a:pt x="1287394" y="1336550"/>
                  </a:lnTo>
                  <a:lnTo>
                    <a:pt x="1284734" y="1384499"/>
                  </a:lnTo>
                  <a:lnTo>
                    <a:pt x="1280340" y="1431974"/>
                  </a:lnTo>
                  <a:lnTo>
                    <a:pt x="1274241" y="1478944"/>
                  </a:lnTo>
                  <a:lnTo>
                    <a:pt x="1266469" y="1525377"/>
                  </a:lnTo>
                  <a:lnTo>
                    <a:pt x="1257055" y="1571241"/>
                  </a:lnTo>
                  <a:lnTo>
                    <a:pt x="1246030" y="1616504"/>
                  </a:lnTo>
                  <a:lnTo>
                    <a:pt x="1233426" y="1661133"/>
                  </a:lnTo>
                  <a:lnTo>
                    <a:pt x="1219272" y="1705098"/>
                  </a:lnTo>
                  <a:lnTo>
                    <a:pt x="1203601" y="1748365"/>
                  </a:lnTo>
                  <a:lnTo>
                    <a:pt x="1186443" y="1790904"/>
                  </a:lnTo>
                  <a:lnTo>
                    <a:pt x="1167830" y="1832681"/>
                  </a:lnTo>
                  <a:lnTo>
                    <a:pt x="1147792" y="1873665"/>
                  </a:lnTo>
                  <a:lnTo>
                    <a:pt x="1126360" y="1913825"/>
                  </a:lnTo>
                  <a:lnTo>
                    <a:pt x="1103566" y="1953127"/>
                  </a:lnTo>
                  <a:lnTo>
                    <a:pt x="1079440" y="1991540"/>
                  </a:lnTo>
                  <a:lnTo>
                    <a:pt x="1054014" y="2029033"/>
                  </a:lnTo>
                  <a:lnTo>
                    <a:pt x="1027319" y="2065572"/>
                  </a:lnTo>
                  <a:lnTo>
                    <a:pt x="999385" y="2101127"/>
                  </a:lnTo>
                  <a:lnTo>
                    <a:pt x="970244" y="2135665"/>
                  </a:lnTo>
                  <a:lnTo>
                    <a:pt x="939927" y="2169154"/>
                  </a:lnTo>
                  <a:lnTo>
                    <a:pt x="908465" y="2201562"/>
                  </a:lnTo>
                  <a:lnTo>
                    <a:pt x="875889" y="2232857"/>
                  </a:lnTo>
                  <a:lnTo>
                    <a:pt x="842229" y="2263007"/>
                  </a:lnTo>
                  <a:lnTo>
                    <a:pt x="807518" y="2291981"/>
                  </a:lnTo>
                  <a:lnTo>
                    <a:pt x="771786" y="2319746"/>
                  </a:lnTo>
                  <a:lnTo>
                    <a:pt x="735064" y="2346270"/>
                  </a:lnTo>
                  <a:lnTo>
                    <a:pt x="697383" y="2371521"/>
                  </a:lnTo>
                  <a:lnTo>
                    <a:pt x="658774" y="2395468"/>
                  </a:lnTo>
                  <a:lnTo>
                    <a:pt x="619269" y="2418078"/>
                  </a:lnTo>
                  <a:lnTo>
                    <a:pt x="578898" y="2439319"/>
                  </a:lnTo>
                  <a:lnTo>
                    <a:pt x="537692" y="2459159"/>
                  </a:lnTo>
                  <a:lnTo>
                    <a:pt x="495683" y="2477567"/>
                  </a:lnTo>
                  <a:lnTo>
                    <a:pt x="452901" y="2494510"/>
                  </a:lnTo>
                  <a:lnTo>
                    <a:pt x="409378" y="2509957"/>
                  </a:lnTo>
                  <a:lnTo>
                    <a:pt x="365144" y="2523875"/>
                  </a:lnTo>
                  <a:lnTo>
                    <a:pt x="320231" y="2536232"/>
                  </a:lnTo>
                  <a:lnTo>
                    <a:pt x="274670" y="2546997"/>
                  </a:lnTo>
                  <a:lnTo>
                    <a:pt x="228492" y="2556137"/>
                  </a:lnTo>
                  <a:lnTo>
                    <a:pt x="181727" y="2563621"/>
                  </a:lnTo>
                  <a:lnTo>
                    <a:pt x="134407" y="2569416"/>
                  </a:lnTo>
                  <a:lnTo>
                    <a:pt x="86563" y="2573491"/>
                  </a:lnTo>
                  <a:lnTo>
                    <a:pt x="38227" y="2575814"/>
                  </a:lnTo>
                </a:path>
              </a:pathLst>
            </a:custGeom>
            <a:ln w="101599">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3" name="object 43"/>
            <p:cNvSpPr/>
            <p:nvPr/>
          </p:nvSpPr>
          <p:spPr>
            <a:xfrm>
              <a:off x="2024739" y="3784582"/>
              <a:ext cx="530860" cy="492759"/>
            </a:xfrm>
            <a:custGeom>
              <a:avLst/>
              <a:gdLst/>
              <a:ahLst/>
              <a:cxnLst/>
              <a:rect l="l" t="t" r="r" b="b"/>
              <a:pathLst>
                <a:path w="530860" h="492760">
                  <a:moveTo>
                    <a:pt x="143373" y="0"/>
                  </a:moveTo>
                  <a:lnTo>
                    <a:pt x="136959" y="1335"/>
                  </a:lnTo>
                  <a:lnTo>
                    <a:pt x="132212" y="5885"/>
                  </a:lnTo>
                  <a:lnTo>
                    <a:pt x="131085" y="12590"/>
                  </a:lnTo>
                  <a:lnTo>
                    <a:pt x="147468" y="168419"/>
                  </a:lnTo>
                  <a:lnTo>
                    <a:pt x="146772" y="190803"/>
                  </a:lnTo>
                  <a:lnTo>
                    <a:pt x="141420" y="212711"/>
                  </a:lnTo>
                  <a:lnTo>
                    <a:pt x="131663" y="233427"/>
                  </a:lnTo>
                  <a:lnTo>
                    <a:pt x="117750" y="252239"/>
                  </a:lnTo>
                  <a:lnTo>
                    <a:pt x="3450" y="372635"/>
                  </a:lnTo>
                  <a:lnTo>
                    <a:pt x="0" y="378690"/>
                  </a:lnTo>
                  <a:lnTo>
                    <a:pt x="990" y="384780"/>
                  </a:lnTo>
                  <a:lnTo>
                    <a:pt x="5433" y="389084"/>
                  </a:lnTo>
                  <a:lnTo>
                    <a:pt x="12340" y="389780"/>
                  </a:lnTo>
                  <a:lnTo>
                    <a:pt x="176424" y="364126"/>
                  </a:lnTo>
                  <a:lnTo>
                    <a:pt x="199804" y="363454"/>
                  </a:lnTo>
                  <a:lnTo>
                    <a:pt x="222398" y="367222"/>
                  </a:lnTo>
                  <a:lnTo>
                    <a:pt x="243468" y="375253"/>
                  </a:lnTo>
                  <a:lnTo>
                    <a:pt x="262276" y="387367"/>
                  </a:lnTo>
                  <a:lnTo>
                    <a:pt x="381148" y="489602"/>
                  </a:lnTo>
                  <a:lnTo>
                    <a:pt x="387294" y="492488"/>
                  </a:lnTo>
                  <a:lnTo>
                    <a:pt x="393737" y="491158"/>
                  </a:lnTo>
                  <a:lnTo>
                    <a:pt x="398490" y="486638"/>
                  </a:lnTo>
                  <a:lnTo>
                    <a:pt x="399563" y="479950"/>
                  </a:lnTo>
                  <a:lnTo>
                    <a:pt x="383180" y="324121"/>
                  </a:lnTo>
                  <a:lnTo>
                    <a:pt x="383877" y="301736"/>
                  </a:lnTo>
                  <a:lnTo>
                    <a:pt x="389229" y="279814"/>
                  </a:lnTo>
                  <a:lnTo>
                    <a:pt x="398986" y="259060"/>
                  </a:lnTo>
                  <a:lnTo>
                    <a:pt x="412898" y="240174"/>
                  </a:lnTo>
                  <a:lnTo>
                    <a:pt x="527198" y="119778"/>
                  </a:lnTo>
                  <a:lnTo>
                    <a:pt x="530667" y="113726"/>
                  </a:lnTo>
                  <a:lnTo>
                    <a:pt x="529707" y="107650"/>
                  </a:lnTo>
                  <a:lnTo>
                    <a:pt x="525270" y="103383"/>
                  </a:lnTo>
                  <a:lnTo>
                    <a:pt x="518308" y="102760"/>
                  </a:lnTo>
                  <a:lnTo>
                    <a:pt x="354224" y="128287"/>
                  </a:lnTo>
                  <a:lnTo>
                    <a:pt x="330844" y="129014"/>
                  </a:lnTo>
                  <a:lnTo>
                    <a:pt x="308250" y="125239"/>
                  </a:lnTo>
                  <a:lnTo>
                    <a:pt x="287180" y="117179"/>
                  </a:lnTo>
                  <a:lnTo>
                    <a:pt x="268372" y="105046"/>
                  </a:lnTo>
                  <a:lnTo>
                    <a:pt x="149500" y="2938"/>
                  </a:lnTo>
                  <a:lnTo>
                    <a:pt x="1433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44" name="object 44"/>
          <p:cNvSpPr txBox="1"/>
          <p:nvPr/>
        </p:nvSpPr>
        <p:spPr>
          <a:xfrm>
            <a:off x="4564634" y="1448765"/>
            <a:ext cx="4747895" cy="269240"/>
          </a:xfrm>
          <a:prstGeom prst="rect">
            <a:avLst/>
          </a:prstGeom>
        </p:spPr>
        <p:txBody>
          <a:bodyPr vert="horz" wrap="square" lIns="0" tIns="12065" rIns="0" bIns="0" rtlCol="0">
            <a:spAutoFit/>
          </a:bodyPr>
          <a:lstStyle/>
          <a:p>
            <a:pPr marL="38100" marR="0" lvl="0" indent="0" algn="l" defTabSz="914400" rtl="0" eaLnBrk="1" fontAlgn="auto" latinLnBrk="0" hangingPunct="1">
              <a:lnSpc>
                <a:spcPct val="100000"/>
              </a:lnSpc>
              <a:spcBef>
                <a:spcPts val="95"/>
              </a:spcBef>
              <a:spcAft>
                <a:spcPts val="0"/>
              </a:spcAft>
              <a:buClrTx/>
              <a:buSzTx/>
              <a:buFontTx/>
              <a:buNone/>
              <a:tabLst/>
              <a:defRPr/>
            </a:pPr>
            <a:r>
              <a:rPr kumimoji="0" sz="1600" b="1" i="0" u="none" strike="noStrike" kern="0" cap="none" spc="-35" normalizeH="0" baseline="0" noProof="0" dirty="0">
                <a:ln>
                  <a:noFill/>
                </a:ln>
                <a:solidFill>
                  <a:srgbClr val="00A9F4"/>
                </a:solidFill>
                <a:effectLst/>
                <a:uLnTx/>
                <a:uFillTx/>
                <a:latin typeface="Arial"/>
                <a:ea typeface="+mn-ea"/>
                <a:cs typeface="Arial"/>
              </a:rPr>
              <a:t>AI-</a:t>
            </a:r>
            <a:r>
              <a:rPr kumimoji="0" sz="1600" b="1" i="0" u="none" strike="noStrike" kern="0" cap="none" spc="0" normalizeH="0" baseline="0" noProof="0" dirty="0">
                <a:ln>
                  <a:noFill/>
                </a:ln>
                <a:solidFill>
                  <a:srgbClr val="00A9F4"/>
                </a:solidFill>
                <a:effectLst/>
                <a:uLnTx/>
                <a:uFillTx/>
                <a:latin typeface="Arial"/>
                <a:ea typeface="+mn-ea"/>
                <a:cs typeface="Arial"/>
              </a:rPr>
              <a:t>based</a:t>
            </a:r>
            <a:r>
              <a:rPr kumimoji="0" sz="1600" b="1" i="0" u="none" strike="noStrike" kern="0" cap="none" spc="40"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search</a:t>
            </a:r>
            <a:r>
              <a:rPr kumimoji="0" sz="1600" b="1" i="0" u="none" strike="noStrike" kern="0" cap="none" spc="-20"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usage</a:t>
            </a:r>
            <a:r>
              <a:rPr kumimoji="0" sz="1600" b="1" i="0" u="none" strike="noStrike" kern="0" cap="none" spc="-1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by</a:t>
            </a:r>
            <a:r>
              <a:rPr kumimoji="0" sz="1600" b="1" i="0" u="none" strike="noStrike" kern="0" cap="none" spc="-2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task</a:t>
            </a:r>
            <a:r>
              <a:rPr kumimoji="0" sz="1600" b="1" i="0" u="none" strike="noStrike" kern="0" cap="none" spc="-15" normalizeH="0" baseline="0" noProof="0" dirty="0">
                <a:ln>
                  <a:noFill/>
                </a:ln>
                <a:solidFill>
                  <a:srgbClr val="00A9F4"/>
                </a:solidFill>
                <a:effectLst/>
                <a:uLnTx/>
                <a:uFillTx/>
                <a:latin typeface="Arial"/>
                <a:ea typeface="+mn-ea"/>
                <a:cs typeface="Arial"/>
              </a:rPr>
              <a:t> </a:t>
            </a:r>
            <a:r>
              <a:rPr kumimoji="0" sz="1600" b="1" i="0" u="none" strike="noStrike" kern="0" cap="none" spc="0" normalizeH="0" baseline="0" noProof="0" dirty="0">
                <a:ln>
                  <a:noFill/>
                </a:ln>
                <a:solidFill>
                  <a:srgbClr val="00A9F4"/>
                </a:solidFill>
                <a:effectLst/>
                <a:uLnTx/>
                <a:uFillTx/>
                <a:latin typeface="Arial"/>
                <a:ea typeface="+mn-ea"/>
                <a:cs typeface="Arial"/>
              </a:rPr>
              <a:t>type</a:t>
            </a:r>
            <a:r>
              <a:rPr kumimoji="0" sz="1575" b="1" i="0" u="none" strike="noStrike" kern="0" cap="none" spc="0" normalizeH="0" baseline="26455" noProof="0" dirty="0">
                <a:ln>
                  <a:noFill/>
                </a:ln>
                <a:solidFill>
                  <a:srgbClr val="00A9F4"/>
                </a:solidFill>
                <a:effectLst/>
                <a:uLnTx/>
                <a:uFillTx/>
                <a:latin typeface="Arial"/>
                <a:ea typeface="+mn-ea"/>
                <a:cs typeface="Arial"/>
              </a:rPr>
              <a:t>1</a:t>
            </a:r>
            <a:r>
              <a:rPr kumimoji="0" sz="1600" b="1" i="0" u="none" strike="noStrike" kern="0" cap="none" spc="0" normalizeH="0" baseline="0" noProof="0" dirty="0">
                <a:ln>
                  <a:noFill/>
                </a:ln>
                <a:solidFill>
                  <a:srgbClr val="00A9F4"/>
                </a:solidFill>
                <a:effectLst/>
                <a:uLnTx/>
                <a:uFillTx/>
                <a:latin typeface="Arial"/>
                <a:ea typeface="+mn-ea"/>
                <a:cs typeface="Arial"/>
              </a:rPr>
              <a:t>,</a:t>
            </a:r>
            <a:r>
              <a:rPr kumimoji="0" sz="1600" b="1" i="0" u="none" strike="noStrike" kern="0" cap="none" spc="40" normalizeH="0" baseline="0" noProof="0" dirty="0">
                <a:ln>
                  <a:noFill/>
                </a:ln>
                <a:solidFill>
                  <a:srgbClr val="00A9F4"/>
                </a:solidFill>
                <a:effectLst/>
                <a:uLnTx/>
                <a:uFillTx/>
                <a:latin typeface="Arial"/>
                <a:ea typeface="+mn-ea"/>
                <a:cs typeface="Arial"/>
              </a:rPr>
              <a:t> </a:t>
            </a:r>
            <a:r>
              <a:rPr kumimoji="0" sz="1600" b="0" i="0" u="none" strike="noStrike" kern="0" cap="none" spc="0" normalizeH="0" baseline="0" noProof="0" dirty="0">
                <a:ln>
                  <a:noFill/>
                </a:ln>
                <a:solidFill>
                  <a:srgbClr val="00A9F4"/>
                </a:solidFill>
                <a:effectLst/>
                <a:uLnTx/>
                <a:uFillTx/>
                <a:latin typeface="Arial MT"/>
                <a:ea typeface="+mn-ea"/>
                <a:cs typeface="Arial MT"/>
              </a:rPr>
              <a:t>%</a:t>
            </a:r>
            <a:r>
              <a:rPr kumimoji="0" sz="1600" b="0" i="0" u="none" strike="noStrike" kern="0" cap="none" spc="-5" normalizeH="0" baseline="0" noProof="0" dirty="0">
                <a:ln>
                  <a:noFill/>
                </a:ln>
                <a:solidFill>
                  <a:srgbClr val="00A9F4"/>
                </a:solidFill>
                <a:effectLst/>
                <a:uLnTx/>
                <a:uFillTx/>
                <a:latin typeface="Arial MT"/>
                <a:ea typeface="+mn-ea"/>
                <a:cs typeface="Arial MT"/>
              </a:rPr>
              <a:t> </a:t>
            </a:r>
            <a:r>
              <a:rPr kumimoji="0" sz="1600" b="0" i="0" u="none" strike="noStrike" kern="0" cap="none" spc="0" normalizeH="0" baseline="0" noProof="0" dirty="0">
                <a:ln>
                  <a:noFill/>
                </a:ln>
                <a:solidFill>
                  <a:srgbClr val="00A9F4"/>
                </a:solidFill>
                <a:effectLst/>
                <a:uLnTx/>
                <a:uFillTx/>
                <a:latin typeface="Arial MT"/>
                <a:ea typeface="+mn-ea"/>
                <a:cs typeface="Arial MT"/>
              </a:rPr>
              <a:t>of</a:t>
            </a:r>
            <a:r>
              <a:rPr kumimoji="0" sz="1600" b="0" i="0" u="none" strike="noStrike" kern="0" cap="none" spc="-15" normalizeH="0" baseline="0" noProof="0" dirty="0">
                <a:ln>
                  <a:noFill/>
                </a:ln>
                <a:solidFill>
                  <a:srgbClr val="00A9F4"/>
                </a:solidFill>
                <a:effectLst/>
                <a:uLnTx/>
                <a:uFillTx/>
                <a:latin typeface="Arial MT"/>
                <a:ea typeface="+mn-ea"/>
                <a:cs typeface="Arial MT"/>
              </a:rPr>
              <a:t> </a:t>
            </a:r>
            <a:r>
              <a:rPr kumimoji="0" sz="1600" b="0" i="0" u="none" strike="noStrike" kern="0" cap="none" spc="-10" normalizeH="0" baseline="0" noProof="0" dirty="0">
                <a:ln>
                  <a:noFill/>
                </a:ln>
                <a:solidFill>
                  <a:srgbClr val="00A9F4"/>
                </a:solidFill>
                <a:effectLst/>
                <a:uLnTx/>
                <a:uFillTx/>
                <a:latin typeface="Arial MT"/>
                <a:ea typeface="+mn-ea"/>
                <a:cs typeface="Arial MT"/>
              </a:rPr>
              <a:t>users</a:t>
            </a:r>
            <a:r>
              <a:rPr kumimoji="0" sz="1575" b="0" i="0" u="none" strike="noStrike" kern="0" cap="none" spc="-15" normalizeH="0" baseline="26455" noProof="0" dirty="0">
                <a:ln>
                  <a:noFill/>
                </a:ln>
                <a:solidFill>
                  <a:srgbClr val="00A9F4"/>
                </a:solidFill>
                <a:effectLst/>
                <a:uLnTx/>
                <a:uFillTx/>
                <a:latin typeface="Arial MT"/>
                <a:ea typeface="+mn-ea"/>
                <a:cs typeface="Arial MT"/>
              </a:rPr>
              <a:t>3</a:t>
            </a:r>
            <a:endParaRPr kumimoji="0" sz="1575" b="0" i="0" u="none" strike="noStrike" kern="0" cap="none" spc="0" normalizeH="0" baseline="26455" noProof="0">
              <a:ln>
                <a:noFill/>
              </a:ln>
              <a:solidFill>
                <a:sysClr val="windowText" lastClr="000000"/>
              </a:solidFill>
              <a:effectLst/>
              <a:uLnTx/>
              <a:uFillTx/>
              <a:latin typeface="Arial MT"/>
              <a:ea typeface="+mn-ea"/>
              <a:cs typeface="Arial MT"/>
            </a:endParaRPr>
          </a:p>
        </p:txBody>
      </p:sp>
      <p:grpSp>
        <p:nvGrpSpPr>
          <p:cNvPr id="45" name="object 45"/>
          <p:cNvGrpSpPr/>
          <p:nvPr/>
        </p:nvGrpSpPr>
        <p:grpSpPr>
          <a:xfrm>
            <a:off x="3632200" y="1288288"/>
            <a:ext cx="8569325" cy="5096510"/>
            <a:chOff x="3632200" y="1288288"/>
            <a:chExt cx="8569325" cy="5096510"/>
          </a:xfrm>
        </p:grpSpPr>
        <p:sp>
          <p:nvSpPr>
            <p:cNvPr id="46" name="object 46"/>
            <p:cNvSpPr/>
            <p:nvPr/>
          </p:nvSpPr>
          <p:spPr>
            <a:xfrm>
              <a:off x="3632200" y="1288288"/>
              <a:ext cx="8005445" cy="4835525"/>
            </a:xfrm>
            <a:custGeom>
              <a:avLst/>
              <a:gdLst/>
              <a:ahLst/>
              <a:cxnLst/>
              <a:rect l="l" t="t" r="r" b="b"/>
              <a:pathLst>
                <a:path w="8005445" h="4835525">
                  <a:moveTo>
                    <a:pt x="969899" y="472566"/>
                  </a:moveTo>
                  <a:lnTo>
                    <a:pt x="8005064" y="472566"/>
                  </a:lnTo>
                </a:path>
                <a:path w="8005445" h="4835525">
                  <a:moveTo>
                    <a:pt x="653669" y="0"/>
                  </a:moveTo>
                  <a:lnTo>
                    <a:pt x="653669" y="4835067"/>
                  </a:lnTo>
                </a:path>
                <a:path w="8005445" h="4835525">
                  <a:moveTo>
                    <a:pt x="0" y="1473962"/>
                  </a:moveTo>
                  <a:lnTo>
                    <a:pt x="653669" y="1473962"/>
                  </a:lnTo>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7" name="object 47"/>
            <p:cNvSpPr/>
            <p:nvPr/>
          </p:nvSpPr>
          <p:spPr>
            <a:xfrm>
              <a:off x="10237216" y="5088001"/>
              <a:ext cx="1955164" cy="1287145"/>
            </a:xfrm>
            <a:custGeom>
              <a:avLst/>
              <a:gdLst/>
              <a:ahLst/>
              <a:cxnLst/>
              <a:rect l="l" t="t" r="r" b="b"/>
              <a:pathLst>
                <a:path w="1955165" h="1287145">
                  <a:moveTo>
                    <a:pt x="1925065" y="0"/>
                  </a:moveTo>
                  <a:lnTo>
                    <a:pt x="29590" y="0"/>
                  </a:lnTo>
                  <a:lnTo>
                    <a:pt x="18055" y="2339"/>
                  </a:lnTo>
                  <a:lnTo>
                    <a:pt x="8651" y="8715"/>
                  </a:lnTo>
                  <a:lnTo>
                    <a:pt x="2319" y="18162"/>
                  </a:lnTo>
                  <a:lnTo>
                    <a:pt x="0" y="29718"/>
                  </a:lnTo>
                  <a:lnTo>
                    <a:pt x="0" y="1257185"/>
                  </a:lnTo>
                  <a:lnTo>
                    <a:pt x="2319" y="1268740"/>
                  </a:lnTo>
                  <a:lnTo>
                    <a:pt x="8651" y="1278174"/>
                  </a:lnTo>
                  <a:lnTo>
                    <a:pt x="18055" y="1284533"/>
                  </a:lnTo>
                  <a:lnTo>
                    <a:pt x="29590" y="1286865"/>
                  </a:lnTo>
                  <a:lnTo>
                    <a:pt x="1925065" y="1286865"/>
                  </a:lnTo>
                  <a:lnTo>
                    <a:pt x="1936621" y="1284533"/>
                  </a:lnTo>
                  <a:lnTo>
                    <a:pt x="1946068" y="1278174"/>
                  </a:lnTo>
                  <a:lnTo>
                    <a:pt x="1952444" y="1268740"/>
                  </a:lnTo>
                  <a:lnTo>
                    <a:pt x="1954783" y="1257185"/>
                  </a:lnTo>
                  <a:lnTo>
                    <a:pt x="1954783" y="29718"/>
                  </a:lnTo>
                  <a:lnTo>
                    <a:pt x="1952444" y="18162"/>
                  </a:lnTo>
                  <a:lnTo>
                    <a:pt x="1946068" y="8715"/>
                  </a:lnTo>
                  <a:lnTo>
                    <a:pt x="1936621" y="2339"/>
                  </a:lnTo>
                  <a:lnTo>
                    <a:pt x="1925065" y="0"/>
                  </a:lnTo>
                  <a:close/>
                </a:path>
              </a:pathLst>
            </a:custGeom>
            <a:solidFill>
              <a:srgbClr val="00A9F4">
                <a:alpha val="1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8" name="object 48"/>
            <p:cNvSpPr/>
            <p:nvPr/>
          </p:nvSpPr>
          <p:spPr>
            <a:xfrm>
              <a:off x="10237216" y="5088001"/>
              <a:ext cx="1955164" cy="1287145"/>
            </a:xfrm>
            <a:custGeom>
              <a:avLst/>
              <a:gdLst/>
              <a:ahLst/>
              <a:cxnLst/>
              <a:rect l="l" t="t" r="r" b="b"/>
              <a:pathLst>
                <a:path w="1955165" h="1287145">
                  <a:moveTo>
                    <a:pt x="1954783" y="29718"/>
                  </a:moveTo>
                  <a:lnTo>
                    <a:pt x="1952444" y="18162"/>
                  </a:lnTo>
                  <a:lnTo>
                    <a:pt x="1946068" y="8715"/>
                  </a:lnTo>
                  <a:lnTo>
                    <a:pt x="1936621" y="2339"/>
                  </a:lnTo>
                  <a:lnTo>
                    <a:pt x="1925065" y="0"/>
                  </a:lnTo>
                  <a:lnTo>
                    <a:pt x="29590" y="0"/>
                  </a:lnTo>
                  <a:lnTo>
                    <a:pt x="18055" y="2339"/>
                  </a:lnTo>
                  <a:lnTo>
                    <a:pt x="8651" y="8715"/>
                  </a:lnTo>
                  <a:lnTo>
                    <a:pt x="2319" y="18162"/>
                  </a:lnTo>
                  <a:lnTo>
                    <a:pt x="0" y="29718"/>
                  </a:lnTo>
                  <a:lnTo>
                    <a:pt x="0" y="1257185"/>
                  </a:lnTo>
                  <a:lnTo>
                    <a:pt x="2319" y="1268740"/>
                  </a:lnTo>
                  <a:lnTo>
                    <a:pt x="8651" y="1278174"/>
                  </a:lnTo>
                  <a:lnTo>
                    <a:pt x="18055" y="1284533"/>
                  </a:lnTo>
                  <a:lnTo>
                    <a:pt x="29590" y="1286865"/>
                  </a:lnTo>
                  <a:lnTo>
                    <a:pt x="1925065" y="1286865"/>
                  </a:lnTo>
                  <a:lnTo>
                    <a:pt x="1936621" y="1284533"/>
                  </a:lnTo>
                  <a:lnTo>
                    <a:pt x="1946068" y="1278174"/>
                  </a:lnTo>
                  <a:lnTo>
                    <a:pt x="1952444" y="1268740"/>
                  </a:lnTo>
                  <a:lnTo>
                    <a:pt x="1954783" y="1257185"/>
                  </a:lnTo>
                  <a:lnTo>
                    <a:pt x="1954783" y="29718"/>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49" name="object 49"/>
          <p:cNvSpPr txBox="1"/>
          <p:nvPr/>
        </p:nvSpPr>
        <p:spPr>
          <a:xfrm>
            <a:off x="10377678" y="5161279"/>
            <a:ext cx="1599565" cy="1123315"/>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00A9F4"/>
                </a:solidFill>
                <a:effectLst/>
                <a:uLnTx/>
                <a:uFillTx/>
                <a:latin typeface="Georgia"/>
                <a:ea typeface="+mn-ea"/>
                <a:cs typeface="Georgia"/>
              </a:rPr>
              <a:t>For</a:t>
            </a:r>
            <a:r>
              <a:rPr kumimoji="0" sz="1200" b="1" i="0" u="none" strike="noStrike" kern="0" cap="none" spc="-35" normalizeH="0" baseline="0" noProof="0" dirty="0">
                <a:ln>
                  <a:noFill/>
                </a:ln>
                <a:solidFill>
                  <a:srgbClr val="00A9F4"/>
                </a:solidFill>
                <a:effectLst/>
                <a:uLnTx/>
                <a:uFillTx/>
                <a:latin typeface="Georgia"/>
                <a:ea typeface="+mn-ea"/>
                <a:cs typeface="Georgia"/>
              </a:rPr>
              <a:t> </a:t>
            </a:r>
            <a:r>
              <a:rPr kumimoji="0" sz="1200" b="1" i="0" u="none" strike="noStrike" kern="0" cap="none" spc="0" normalizeH="0" baseline="0" noProof="0" dirty="0">
                <a:ln>
                  <a:noFill/>
                </a:ln>
                <a:solidFill>
                  <a:srgbClr val="00A9F4"/>
                </a:solidFill>
                <a:effectLst/>
                <a:uLnTx/>
                <a:uFillTx/>
                <a:latin typeface="Georgia"/>
                <a:ea typeface="+mn-ea"/>
                <a:cs typeface="Georgia"/>
              </a:rPr>
              <a:t>details</a:t>
            </a:r>
            <a:r>
              <a:rPr kumimoji="0" sz="1200" b="1" i="0" u="none" strike="noStrike" kern="0" cap="none" spc="-20" normalizeH="0" baseline="0" noProof="0" dirty="0">
                <a:ln>
                  <a:noFill/>
                </a:ln>
                <a:solidFill>
                  <a:srgbClr val="00A9F4"/>
                </a:solidFill>
                <a:effectLst/>
                <a:uLnTx/>
                <a:uFillTx/>
                <a:latin typeface="Georgia"/>
                <a:ea typeface="+mn-ea"/>
                <a:cs typeface="Georgia"/>
              </a:rPr>
              <a:t> </a:t>
            </a:r>
            <a:r>
              <a:rPr kumimoji="0" sz="1200" b="1" i="0" u="none" strike="noStrike" kern="0" cap="none" spc="0" normalizeH="0" baseline="0" noProof="0" dirty="0">
                <a:ln>
                  <a:noFill/>
                </a:ln>
                <a:solidFill>
                  <a:srgbClr val="00A9F4"/>
                </a:solidFill>
                <a:effectLst/>
                <a:uLnTx/>
                <a:uFillTx/>
                <a:latin typeface="Georgia"/>
                <a:ea typeface="+mn-ea"/>
                <a:cs typeface="Georgia"/>
              </a:rPr>
              <a:t>on</a:t>
            </a:r>
            <a:r>
              <a:rPr kumimoji="0" sz="1200" b="1" i="0" u="none" strike="noStrike" kern="0" cap="none" spc="-35" normalizeH="0" baseline="0" noProof="0" dirty="0">
                <a:ln>
                  <a:noFill/>
                </a:ln>
                <a:solidFill>
                  <a:srgbClr val="00A9F4"/>
                </a:solidFill>
                <a:effectLst/>
                <a:uLnTx/>
                <a:uFillTx/>
                <a:latin typeface="Georgia"/>
                <a:ea typeface="+mn-ea"/>
                <a:cs typeface="Georgia"/>
              </a:rPr>
              <a:t> </a:t>
            </a:r>
            <a:r>
              <a:rPr kumimoji="0" sz="1200" b="1" i="0" u="none" strike="noStrike" kern="0" cap="none" spc="-20" normalizeH="0" baseline="0" noProof="0" dirty="0">
                <a:ln>
                  <a:noFill/>
                </a:ln>
                <a:solidFill>
                  <a:srgbClr val="00A9F4"/>
                </a:solidFill>
                <a:effectLst/>
                <a:uLnTx/>
                <a:uFillTx/>
                <a:latin typeface="Georgia"/>
                <a:ea typeface="+mn-ea"/>
                <a:cs typeface="Georgia"/>
              </a:rPr>
              <a:t>user </a:t>
            </a:r>
            <a:r>
              <a:rPr kumimoji="0" sz="1200" b="1" i="0" u="none" strike="noStrike" kern="0" cap="none" spc="0" normalizeH="0" baseline="0" noProof="0" dirty="0">
                <a:ln>
                  <a:noFill/>
                </a:ln>
                <a:solidFill>
                  <a:srgbClr val="00A9F4"/>
                </a:solidFill>
                <a:effectLst/>
                <a:uLnTx/>
                <a:uFillTx/>
                <a:latin typeface="Georgia"/>
                <a:ea typeface="+mn-ea"/>
                <a:cs typeface="Georgia"/>
              </a:rPr>
              <a:t>research,</a:t>
            </a:r>
            <a:r>
              <a:rPr kumimoji="0" sz="1200" b="1" i="0" u="none" strike="noStrike" kern="0" cap="none" spc="-40" normalizeH="0" baseline="0" noProof="0" dirty="0">
                <a:ln>
                  <a:noFill/>
                </a:ln>
                <a:solidFill>
                  <a:srgbClr val="00A9F4"/>
                </a:solidFill>
                <a:effectLst/>
                <a:uLnTx/>
                <a:uFillTx/>
                <a:latin typeface="Georgia"/>
                <a:ea typeface="+mn-ea"/>
                <a:cs typeface="Georgia"/>
              </a:rPr>
              <a:t> </a:t>
            </a:r>
            <a:r>
              <a:rPr kumimoji="0" sz="1200" b="1" i="0" u="none" strike="noStrike" kern="0" cap="none" spc="0" normalizeH="0" baseline="0" noProof="0" dirty="0">
                <a:ln>
                  <a:noFill/>
                </a:ln>
                <a:solidFill>
                  <a:srgbClr val="FFFFFF"/>
                </a:solidFill>
                <a:effectLst/>
                <a:uLnTx/>
                <a:uFillTx/>
                <a:latin typeface="Georgia"/>
                <a:ea typeface="+mn-ea"/>
                <a:cs typeface="Georgia"/>
              </a:rPr>
              <a:t>reach</a:t>
            </a:r>
            <a:r>
              <a:rPr kumimoji="0" sz="1200" b="1" i="0" u="none" strike="noStrike" kern="0" cap="none" spc="-40" normalizeH="0" baseline="0" noProof="0" dirty="0">
                <a:ln>
                  <a:noFill/>
                </a:ln>
                <a:solidFill>
                  <a:srgbClr val="FFFFFF"/>
                </a:solidFill>
                <a:effectLst/>
                <a:uLnTx/>
                <a:uFillTx/>
                <a:latin typeface="Georgia"/>
                <a:ea typeface="+mn-ea"/>
                <a:cs typeface="Georgia"/>
              </a:rPr>
              <a:t> </a:t>
            </a:r>
            <a:r>
              <a:rPr kumimoji="0" sz="1200" b="1" i="0" u="none" strike="noStrike" kern="0" cap="none" spc="-25" normalizeH="0" baseline="0" noProof="0" dirty="0">
                <a:ln>
                  <a:noFill/>
                </a:ln>
                <a:solidFill>
                  <a:srgbClr val="FFFFFF"/>
                </a:solidFill>
                <a:effectLst/>
                <a:uLnTx/>
                <a:uFillTx/>
                <a:latin typeface="Georgia"/>
                <a:ea typeface="+mn-ea"/>
                <a:cs typeface="Georgia"/>
              </a:rPr>
              <a:t>out </a:t>
            </a:r>
            <a:r>
              <a:rPr kumimoji="0" sz="1200" b="1" i="0" u="none" strike="noStrike" kern="0" cap="none" spc="0" normalizeH="0" baseline="0" noProof="0" dirty="0">
                <a:ln>
                  <a:noFill/>
                </a:ln>
                <a:solidFill>
                  <a:srgbClr val="FFFFFF"/>
                </a:solidFill>
                <a:effectLst/>
                <a:uLnTx/>
                <a:uFillTx/>
                <a:latin typeface="Georgia"/>
                <a:ea typeface="+mn-ea"/>
                <a:cs typeface="Georgia"/>
              </a:rPr>
              <a:t>to</a:t>
            </a:r>
            <a:r>
              <a:rPr kumimoji="0" sz="1200" b="1" i="0" u="none" strike="noStrike" kern="0" cap="none" spc="-30" normalizeH="0" baseline="0" noProof="0" dirty="0">
                <a:ln>
                  <a:noFill/>
                </a:ln>
                <a:solidFill>
                  <a:srgbClr val="FFFFFF"/>
                </a:solidFill>
                <a:effectLst/>
                <a:uLnTx/>
                <a:uFillTx/>
                <a:latin typeface="Georgia"/>
                <a:ea typeface="+mn-ea"/>
                <a:cs typeface="Georgia"/>
              </a:rPr>
              <a:t> </a:t>
            </a:r>
            <a:r>
              <a:rPr kumimoji="0" sz="1200" b="1" i="0" u="none" strike="noStrike" kern="0" cap="none" spc="0" normalizeH="0" baseline="0" noProof="0" dirty="0">
                <a:ln>
                  <a:noFill/>
                </a:ln>
                <a:solidFill>
                  <a:srgbClr val="FFFFFF"/>
                </a:solidFill>
                <a:effectLst/>
                <a:uLnTx/>
                <a:uFillTx/>
                <a:latin typeface="Georgia"/>
                <a:ea typeface="+mn-ea"/>
                <a:cs typeface="Georgia"/>
              </a:rPr>
              <a:t>Desirae</a:t>
            </a:r>
            <a:r>
              <a:rPr kumimoji="0" sz="1200" b="1" i="0" u="none" strike="noStrike" kern="0" cap="none" spc="-15" normalizeH="0" baseline="0" noProof="0" dirty="0">
                <a:ln>
                  <a:noFill/>
                </a:ln>
                <a:solidFill>
                  <a:srgbClr val="FFFFFF"/>
                </a:solidFill>
                <a:effectLst/>
                <a:uLnTx/>
                <a:uFillTx/>
                <a:latin typeface="Georgia"/>
                <a:ea typeface="+mn-ea"/>
                <a:cs typeface="Georgia"/>
              </a:rPr>
              <a:t> </a:t>
            </a:r>
            <a:r>
              <a:rPr kumimoji="0" sz="1200" b="1" i="0" u="none" strike="noStrike" kern="0" cap="none" spc="-10" normalizeH="0" baseline="0" noProof="0" dirty="0">
                <a:ln>
                  <a:noFill/>
                </a:ln>
                <a:solidFill>
                  <a:srgbClr val="FFFFFF"/>
                </a:solidFill>
                <a:effectLst/>
                <a:uLnTx/>
                <a:uFillTx/>
                <a:latin typeface="Georgia"/>
                <a:ea typeface="+mn-ea"/>
                <a:cs typeface="Georgia"/>
              </a:rPr>
              <a:t>Oppong, </a:t>
            </a:r>
            <a:r>
              <a:rPr kumimoji="0" sz="1200" b="1" i="0" u="none" strike="noStrike" kern="0" cap="none" spc="0" normalizeH="0" baseline="0" noProof="0" dirty="0">
                <a:ln>
                  <a:noFill/>
                </a:ln>
                <a:solidFill>
                  <a:srgbClr val="FFFFFF"/>
                </a:solidFill>
                <a:effectLst/>
                <a:uLnTx/>
                <a:uFillTx/>
                <a:latin typeface="Georgia"/>
                <a:ea typeface="+mn-ea"/>
                <a:cs typeface="Georgia"/>
              </a:rPr>
              <a:t>Elizabeth</a:t>
            </a:r>
            <a:r>
              <a:rPr kumimoji="0" sz="1200" b="1" i="0" u="none" strike="noStrike" kern="0" cap="none" spc="-65" normalizeH="0" baseline="0" noProof="0" dirty="0">
                <a:ln>
                  <a:noFill/>
                </a:ln>
                <a:solidFill>
                  <a:srgbClr val="FFFFFF"/>
                </a:solidFill>
                <a:effectLst/>
                <a:uLnTx/>
                <a:uFillTx/>
                <a:latin typeface="Georgia"/>
                <a:ea typeface="+mn-ea"/>
                <a:cs typeface="Georgia"/>
              </a:rPr>
              <a:t> </a:t>
            </a:r>
            <a:r>
              <a:rPr kumimoji="0" sz="1200" b="1" i="0" u="none" strike="noStrike" kern="0" cap="none" spc="-10" normalizeH="0" baseline="0" noProof="0" dirty="0">
                <a:ln>
                  <a:noFill/>
                </a:ln>
                <a:solidFill>
                  <a:srgbClr val="FFFFFF"/>
                </a:solidFill>
                <a:effectLst/>
                <a:uLnTx/>
                <a:uFillTx/>
                <a:latin typeface="Georgia"/>
                <a:ea typeface="+mn-ea"/>
                <a:cs typeface="Georgia"/>
              </a:rPr>
              <a:t>Silliman, </a:t>
            </a:r>
            <a:r>
              <a:rPr kumimoji="0" sz="1200" b="1" i="0" u="none" strike="noStrike" kern="0" cap="none" spc="0" normalizeH="0" baseline="0" noProof="0" dirty="0">
                <a:ln>
                  <a:noFill/>
                </a:ln>
                <a:solidFill>
                  <a:srgbClr val="FFFFFF"/>
                </a:solidFill>
                <a:effectLst/>
                <a:uLnTx/>
                <a:uFillTx/>
                <a:latin typeface="Georgia"/>
                <a:ea typeface="+mn-ea"/>
                <a:cs typeface="Georgia"/>
              </a:rPr>
              <a:t>Nilay</a:t>
            </a:r>
            <a:r>
              <a:rPr kumimoji="0" sz="1200" b="1" i="0" u="none" strike="noStrike" kern="0" cap="none" spc="-20" normalizeH="0" baseline="0" noProof="0" dirty="0">
                <a:ln>
                  <a:noFill/>
                </a:ln>
                <a:solidFill>
                  <a:srgbClr val="FFFFFF"/>
                </a:solidFill>
                <a:effectLst/>
                <a:uLnTx/>
                <a:uFillTx/>
                <a:latin typeface="Georgia"/>
                <a:ea typeface="+mn-ea"/>
                <a:cs typeface="Georgia"/>
              </a:rPr>
              <a:t> </a:t>
            </a:r>
            <a:r>
              <a:rPr kumimoji="0" sz="1200" b="1" i="0" u="none" strike="noStrike" kern="0" cap="none" spc="0" normalizeH="0" baseline="0" noProof="0" dirty="0">
                <a:ln>
                  <a:noFill/>
                </a:ln>
                <a:solidFill>
                  <a:srgbClr val="FFFFFF"/>
                </a:solidFill>
                <a:effectLst/>
                <a:uLnTx/>
                <a:uFillTx/>
                <a:latin typeface="Georgia"/>
                <a:ea typeface="+mn-ea"/>
                <a:cs typeface="Georgia"/>
              </a:rPr>
              <a:t>Shah</a:t>
            </a:r>
            <a:r>
              <a:rPr kumimoji="0" sz="1200" b="1" i="0" u="none" strike="noStrike" kern="0" cap="none" spc="-45" normalizeH="0" baseline="0" noProof="0" dirty="0">
                <a:ln>
                  <a:noFill/>
                </a:ln>
                <a:solidFill>
                  <a:srgbClr val="FFFFFF"/>
                </a:solidFill>
                <a:effectLst/>
                <a:uLnTx/>
                <a:uFillTx/>
                <a:latin typeface="Georgia"/>
                <a:ea typeface="+mn-ea"/>
                <a:cs typeface="Georgia"/>
              </a:rPr>
              <a:t> </a:t>
            </a:r>
            <a:r>
              <a:rPr kumimoji="0" sz="1200" b="1" i="0" u="none" strike="noStrike" kern="0" cap="none" spc="0" normalizeH="0" baseline="0" noProof="0" dirty="0">
                <a:ln>
                  <a:noFill/>
                </a:ln>
                <a:solidFill>
                  <a:srgbClr val="FFFFFF"/>
                </a:solidFill>
                <a:effectLst/>
                <a:uLnTx/>
                <a:uFillTx/>
                <a:latin typeface="Georgia"/>
                <a:ea typeface="+mn-ea"/>
                <a:cs typeface="Georgia"/>
              </a:rPr>
              <a:t>and</a:t>
            </a:r>
            <a:r>
              <a:rPr kumimoji="0" sz="1200" b="1" i="0" u="none" strike="noStrike" kern="0" cap="none" spc="-30" normalizeH="0" baseline="0" noProof="0" dirty="0">
                <a:ln>
                  <a:noFill/>
                </a:ln>
                <a:solidFill>
                  <a:srgbClr val="FFFFFF"/>
                </a:solidFill>
                <a:effectLst/>
                <a:uLnTx/>
                <a:uFillTx/>
                <a:latin typeface="Georgia"/>
                <a:ea typeface="+mn-ea"/>
                <a:cs typeface="Georgia"/>
              </a:rPr>
              <a:t> </a:t>
            </a:r>
            <a:r>
              <a:rPr kumimoji="0" sz="1200" b="1" i="0" u="none" strike="noStrike" kern="0" cap="none" spc="-25" normalizeH="0" baseline="0" noProof="0" dirty="0">
                <a:ln>
                  <a:noFill/>
                </a:ln>
                <a:solidFill>
                  <a:srgbClr val="FFFFFF"/>
                </a:solidFill>
                <a:effectLst/>
                <a:uLnTx/>
                <a:uFillTx/>
                <a:latin typeface="Georgia"/>
                <a:ea typeface="+mn-ea"/>
                <a:cs typeface="Georgia"/>
              </a:rPr>
              <a:t>Amy </a:t>
            </a:r>
            <a:r>
              <a:rPr kumimoji="0" sz="1200" b="1" i="0" u="none" strike="noStrike" kern="0" cap="none" spc="-10" normalizeH="0" baseline="0" noProof="0" dirty="0">
                <a:ln>
                  <a:noFill/>
                </a:ln>
                <a:solidFill>
                  <a:srgbClr val="FFFFFF"/>
                </a:solidFill>
                <a:effectLst/>
                <a:uLnTx/>
                <a:uFillTx/>
                <a:latin typeface="Georgia"/>
                <a:ea typeface="+mn-ea"/>
                <a:cs typeface="Georgia"/>
              </a:rPr>
              <a:t>Fertig</a:t>
            </a:r>
            <a:endParaRPr kumimoji="0" sz="1200" b="0" i="0" u="none" strike="noStrike" kern="0" cap="none" spc="0" normalizeH="0" baseline="0" noProof="0">
              <a:ln>
                <a:noFill/>
              </a:ln>
              <a:solidFill>
                <a:sysClr val="windowText" lastClr="000000"/>
              </a:solidFill>
              <a:effectLst/>
              <a:uLnTx/>
              <a:uFillTx/>
              <a:latin typeface="Georgia"/>
              <a:ea typeface="+mn-ea"/>
              <a:cs typeface="Georgia"/>
            </a:endParaRPr>
          </a:p>
        </p:txBody>
      </p:sp>
      <p:sp>
        <p:nvSpPr>
          <p:cNvPr id="50" name="object 50"/>
          <p:cNvSpPr txBox="1"/>
          <p:nvPr/>
        </p:nvSpPr>
        <p:spPr>
          <a:xfrm>
            <a:off x="542036" y="6497137"/>
            <a:ext cx="2841625" cy="139700"/>
          </a:xfrm>
          <a:prstGeom prst="rect">
            <a:avLst/>
          </a:prstGeom>
        </p:spPr>
        <p:txBody>
          <a:bodyPr vert="horz" wrap="square" lIns="0" tIns="3175" rIns="0" bIns="0" rtlCol="0">
            <a:spAutoFit/>
          </a:bodyPr>
          <a:lstStyle/>
          <a:p>
            <a:pPr marL="12700" marR="0" lvl="0" indent="0" algn="l" defTabSz="914400" rtl="0" eaLnBrk="1" fontAlgn="auto" latinLnBrk="0" hangingPunct="1">
              <a:lnSpc>
                <a:spcPct val="100000"/>
              </a:lnSpc>
              <a:spcBef>
                <a:spcPts val="25"/>
              </a:spcBef>
              <a:spcAft>
                <a:spcPts val="0"/>
              </a:spcAft>
              <a:buClrTx/>
              <a:buSzTx/>
              <a:buFontTx/>
              <a:buNone/>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Source: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McKinsey</a:t>
            </a:r>
            <a:r>
              <a:rPr kumimoji="0" sz="800" b="0" i="0" u="none" strike="noStrike" kern="0" cap="none" spc="-40"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Gen-</a:t>
            </a:r>
            <a:r>
              <a:rPr kumimoji="0" sz="800" b="0" i="0" u="none" strike="noStrike" kern="0" cap="none" spc="0" normalizeH="0" baseline="0" noProof="0" dirty="0">
                <a:ln>
                  <a:noFill/>
                </a:ln>
                <a:solidFill>
                  <a:srgbClr val="FFFFFF"/>
                </a:solidFill>
                <a:effectLst/>
                <a:uLnTx/>
                <a:uFillTx/>
                <a:latin typeface="Arial MT"/>
                <a:ea typeface="+mn-ea"/>
                <a:cs typeface="Arial MT"/>
              </a:rPr>
              <a:t>AI</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Search</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survey,</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July</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2025</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(n=3,945)</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51" name="object 51"/>
          <p:cNvSpPr txBox="1">
            <a:spLocks noGrp="1"/>
          </p:cNvSpPr>
          <p:nvPr>
            <p:ph type="ftr" sz="quarter" idx="5"/>
          </p:nvPr>
        </p:nvSpPr>
        <p:spPr>
          <a:prstGeom prst="rect">
            <a:avLst/>
          </a:prstGeom>
        </p:spPr>
        <p:txBody>
          <a:bodyPr vert="horz" wrap="square" lIns="0" tIns="1905" rIns="0" bIns="0" rtlCol="0">
            <a:spAutoFit/>
          </a:bodyPr>
          <a:lstStyle/>
          <a:p>
            <a:pPr marL="1270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0" normalizeH="0" baseline="0" noProof="0" dirty="0">
                <a:ln>
                  <a:noFill/>
                </a:ln>
                <a:solidFill>
                  <a:prstClr val="white"/>
                </a:solidFill>
                <a:effectLst/>
                <a:uLnTx/>
                <a:uFillTx/>
                <a:latin typeface="Arial MT"/>
                <a:ea typeface="+mn-ea"/>
              </a:rPr>
              <a:t>QuantumBlack,</a:t>
            </a:r>
            <a:r>
              <a:rPr kumimoji="0" sz="900" b="0" i="0" u="none" strike="noStrike" kern="0" cap="none" spc="-50" normalizeH="0" baseline="0" noProof="0" dirty="0">
                <a:ln>
                  <a:noFill/>
                </a:ln>
                <a:solidFill>
                  <a:prstClr val="white"/>
                </a:solidFill>
                <a:effectLst/>
                <a:uLnTx/>
                <a:uFillTx/>
                <a:latin typeface="Arial MT"/>
                <a:ea typeface="+mn-ea"/>
              </a:rPr>
              <a:t> </a:t>
            </a:r>
            <a:r>
              <a:rPr kumimoji="0" sz="900" b="0" i="0" u="none" strike="noStrike" kern="0" cap="none" spc="0" normalizeH="0" baseline="0" noProof="0" dirty="0">
                <a:ln>
                  <a:noFill/>
                </a:ln>
                <a:solidFill>
                  <a:prstClr val="white"/>
                </a:solidFill>
                <a:effectLst/>
                <a:uLnTx/>
                <a:uFillTx/>
                <a:latin typeface="Arial MT"/>
                <a:ea typeface="+mn-ea"/>
              </a:rPr>
              <a:t>AI by</a:t>
            </a:r>
            <a:r>
              <a:rPr kumimoji="0" sz="900" b="0" i="0" u="none" strike="noStrike" kern="0" cap="none" spc="-15" normalizeH="0" baseline="0" noProof="0" dirty="0">
                <a:ln>
                  <a:noFill/>
                </a:ln>
                <a:solidFill>
                  <a:prstClr val="white"/>
                </a:solidFill>
                <a:effectLst/>
                <a:uLnTx/>
                <a:uFillTx/>
                <a:latin typeface="Arial MT"/>
                <a:ea typeface="+mn-ea"/>
              </a:rPr>
              <a:t> </a:t>
            </a:r>
            <a:r>
              <a:rPr kumimoji="0" sz="900" b="0" i="0" u="none" strike="noStrike" kern="0" cap="none" spc="-10" normalizeH="0" baseline="0" noProof="0" dirty="0">
                <a:ln>
                  <a:noFill/>
                </a:ln>
                <a:solidFill>
                  <a:prstClr val="white"/>
                </a:solidFill>
                <a:effectLst/>
                <a:uLnTx/>
                <a:uFillTx/>
                <a:latin typeface="Arial MT"/>
                <a:ea typeface="+mn-ea"/>
              </a:rPr>
              <a:t>McKinsey</a:t>
            </a:r>
          </a:p>
        </p:txBody>
      </p:sp>
      <p:sp>
        <p:nvSpPr>
          <p:cNvPr id="52" name="object 52"/>
          <p:cNvSpPr txBox="1">
            <a:spLocks noGrp="1"/>
          </p:cNvSpPr>
          <p:nvPr>
            <p:ph type="sldNum" sz="quarter" idx="7"/>
          </p:nvPr>
        </p:nvSpPr>
        <p:spPr>
          <a:prstGeom prst="rect">
            <a:avLst/>
          </a:prstGeom>
        </p:spPr>
        <p:txBody>
          <a:bodyPr vert="horz" wrap="square" lIns="0" tIns="1905" rIns="0" bIns="0" rtlCol="0">
            <a:spAutoFit/>
          </a:bodyPr>
          <a:lstStyle/>
          <a:p>
            <a:pPr marL="101600" marR="0" lvl="0" indent="0" algn="l" defTabSz="914400" rtl="0" eaLnBrk="1" fontAlgn="auto" latinLnBrk="0" hangingPunct="1">
              <a:lnSpc>
                <a:spcPct val="100000"/>
              </a:lnSpc>
              <a:spcBef>
                <a:spcPts val="15"/>
              </a:spcBef>
              <a:spcAft>
                <a:spcPts val="0"/>
              </a:spcAft>
              <a:buClrTx/>
              <a:buSzTx/>
              <a:buFontTx/>
              <a:buNone/>
              <a:tabLst/>
              <a:defRPr/>
            </a:pPr>
            <a:fld id="{81D60167-4931-47E6-BA6A-407CBD079E47}" type="slidenum">
              <a:rPr kumimoji="0" sz="900" b="0" i="0" u="none" strike="noStrike" kern="0" cap="none" spc="-50" normalizeH="0" baseline="0" noProof="0" dirty="0">
                <a:ln>
                  <a:noFill/>
                </a:ln>
                <a:solidFill>
                  <a:prstClr val="white"/>
                </a:solidFill>
                <a:effectLst/>
                <a:uLnTx/>
                <a:uFillTx/>
                <a:latin typeface="Arial MT"/>
                <a:ea typeface="+mn-ea"/>
              </a:rPr>
              <a:pPr marL="101600" marR="0" lvl="0" indent="0" algn="l" defTabSz="914400" rtl="0" eaLnBrk="1" fontAlgn="auto" latinLnBrk="0" hangingPunct="1">
                <a:lnSpc>
                  <a:spcPct val="100000"/>
                </a:lnSpc>
                <a:spcBef>
                  <a:spcPts val="15"/>
                </a:spcBef>
                <a:spcAft>
                  <a:spcPts val="0"/>
                </a:spcAft>
                <a:buClrTx/>
                <a:buSzTx/>
                <a:buFontTx/>
                <a:buNone/>
                <a:tabLst/>
                <a:defRPr/>
              </a:pPr>
              <a:t>6</a:t>
            </a:fld>
            <a:endParaRPr kumimoji="0" sz="900" b="0" i="0" u="none" strike="noStrike" kern="0" cap="none" spc="-50" normalizeH="0" baseline="0" noProof="0" dirty="0">
              <a:ln>
                <a:noFill/>
              </a:ln>
              <a:solidFill>
                <a:prstClr val="white"/>
              </a:solidFill>
              <a:effectLst/>
              <a:uLnTx/>
              <a:uFillTx/>
              <a:latin typeface="Arial MT"/>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929884"/>
            <a:ext cx="12192000" cy="1928114"/>
          </a:xfrm>
          <a:prstGeom prst="rect">
            <a:avLst/>
          </a:prstGeom>
        </p:spPr>
      </p:pic>
      <p:sp>
        <p:nvSpPr>
          <p:cNvPr id="3" name="object 3"/>
          <p:cNvSpPr txBox="1">
            <a:spLocks noGrp="1"/>
          </p:cNvSpPr>
          <p:nvPr>
            <p:ph type="title"/>
          </p:nvPr>
        </p:nvSpPr>
        <p:spPr>
          <a:xfrm>
            <a:off x="542036" y="119583"/>
            <a:ext cx="7637780" cy="787400"/>
          </a:xfrm>
          <a:prstGeom prst="rect">
            <a:avLst/>
          </a:prstGeom>
        </p:spPr>
        <p:txBody>
          <a:bodyPr vert="horz" wrap="square" lIns="0" tIns="12065" rIns="0" bIns="0" rtlCol="0">
            <a:spAutoFit/>
          </a:bodyPr>
          <a:lstStyle/>
          <a:p>
            <a:pPr marL="12700" marR="5080">
              <a:lnSpc>
                <a:spcPct val="100000"/>
              </a:lnSpc>
              <a:spcBef>
                <a:spcPts val="95"/>
              </a:spcBef>
            </a:pPr>
            <a:r>
              <a:rPr sz="2500" spc="-20" dirty="0"/>
              <a:t>AI-</a:t>
            </a:r>
            <a:r>
              <a:rPr sz="2500" dirty="0"/>
              <a:t>powered</a:t>
            </a:r>
            <a:r>
              <a:rPr sz="2500" spc="-25" dirty="0"/>
              <a:t> </a:t>
            </a:r>
            <a:r>
              <a:rPr sz="2500" dirty="0"/>
              <a:t>search</a:t>
            </a:r>
            <a:r>
              <a:rPr sz="2500" spc="-45" dirty="0"/>
              <a:t> </a:t>
            </a:r>
            <a:r>
              <a:rPr sz="2500" dirty="0"/>
              <a:t>engines</a:t>
            </a:r>
            <a:r>
              <a:rPr sz="2500" spc="-40" dirty="0"/>
              <a:t> </a:t>
            </a:r>
            <a:r>
              <a:rPr sz="2500" dirty="0"/>
              <a:t>generate</a:t>
            </a:r>
            <a:r>
              <a:rPr sz="2500" spc="-50" dirty="0"/>
              <a:t> </a:t>
            </a:r>
            <a:r>
              <a:rPr sz="2500" dirty="0"/>
              <a:t>results</a:t>
            </a:r>
            <a:r>
              <a:rPr sz="2500" spc="-40" dirty="0"/>
              <a:t> </a:t>
            </a:r>
            <a:r>
              <a:rPr sz="2500" spc="-25" dirty="0"/>
              <a:t>by </a:t>
            </a:r>
            <a:r>
              <a:rPr sz="2500" dirty="0"/>
              <a:t>analyzing</a:t>
            </a:r>
            <a:r>
              <a:rPr sz="2500" spc="-105" dirty="0"/>
              <a:t> </a:t>
            </a:r>
            <a:r>
              <a:rPr sz="2500" dirty="0"/>
              <a:t>information</a:t>
            </a:r>
            <a:r>
              <a:rPr sz="2500" spc="-85" dirty="0"/>
              <a:t> </a:t>
            </a:r>
            <a:r>
              <a:rPr sz="2500" dirty="0"/>
              <a:t>from</a:t>
            </a:r>
            <a:r>
              <a:rPr sz="2500" spc="-90" dirty="0"/>
              <a:t> </a:t>
            </a:r>
            <a:r>
              <a:rPr sz="2500" dirty="0"/>
              <a:t>multiple</a:t>
            </a:r>
            <a:r>
              <a:rPr sz="2500" spc="-100" dirty="0"/>
              <a:t> </a:t>
            </a:r>
            <a:r>
              <a:rPr sz="2500" spc="-10" dirty="0"/>
              <a:t>sources</a:t>
            </a:r>
            <a:endParaRPr sz="2500"/>
          </a:p>
        </p:txBody>
      </p:sp>
      <p:sp>
        <p:nvSpPr>
          <p:cNvPr id="4" name="object 4"/>
          <p:cNvSpPr txBox="1"/>
          <p:nvPr/>
        </p:nvSpPr>
        <p:spPr>
          <a:xfrm>
            <a:off x="542036" y="902335"/>
            <a:ext cx="2563495" cy="51308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600" b="0" i="0" u="none" strike="noStrike" kern="0" cap="none" spc="0" normalizeH="0" baseline="0" noProof="0" dirty="0">
                <a:ln>
                  <a:noFill/>
                </a:ln>
                <a:solidFill>
                  <a:srgbClr val="FFFFFF"/>
                </a:solidFill>
                <a:effectLst/>
                <a:uLnTx/>
                <a:uFillTx/>
                <a:latin typeface="Arial MT"/>
                <a:ea typeface="+mn-ea"/>
                <a:cs typeface="Arial MT"/>
              </a:rPr>
              <a:t>Schematic</a:t>
            </a:r>
            <a:r>
              <a:rPr kumimoji="0" sz="1600" b="0" i="0" u="none" strike="noStrike" kern="0" cap="none" spc="-6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overview</a:t>
            </a:r>
            <a:r>
              <a:rPr kumimoji="0" sz="1600" b="0" i="0" u="none" strike="noStrike" kern="0" cap="none" spc="-55"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flow</a:t>
            </a:r>
            <a:r>
              <a:rPr kumimoji="0" sz="1600" b="0" i="0" u="none" strike="noStrike" kern="0" cap="none" spc="-40" normalizeH="0" baseline="0" noProof="0" dirty="0">
                <a:ln>
                  <a:noFill/>
                </a:ln>
                <a:solidFill>
                  <a:srgbClr val="FFFFFF"/>
                </a:solidFill>
                <a:effectLst/>
                <a:uLnTx/>
                <a:uFillTx/>
                <a:latin typeface="Arial MT"/>
                <a:ea typeface="+mn-ea"/>
                <a:cs typeface="Arial MT"/>
              </a:rPr>
              <a:t> </a:t>
            </a:r>
            <a:r>
              <a:rPr kumimoji="0" sz="1600" b="0" i="0" u="none" strike="noStrike" kern="0" cap="none" spc="-50" normalizeH="0" baseline="0" noProof="0" dirty="0">
                <a:ln>
                  <a:noFill/>
                </a:ln>
                <a:solidFill>
                  <a:srgbClr val="FFFFFF"/>
                </a:solidFill>
                <a:effectLst/>
                <a:uLnTx/>
                <a:uFillTx/>
                <a:latin typeface="Arial MT"/>
                <a:ea typeface="+mn-ea"/>
                <a:cs typeface="Arial MT"/>
              </a:rPr>
              <a:t>–</a:t>
            </a:r>
            <a:endParaRPr kumimoji="0" sz="1600" b="0" i="0" u="none" strike="noStrike" kern="0" cap="none" spc="0" normalizeH="0" baseline="0" noProof="0">
              <a:ln>
                <a:noFill/>
              </a:ln>
              <a:solidFill>
                <a:sysClr val="windowText" lastClr="000000"/>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600" b="0" i="1" u="none" strike="noStrike" kern="0" cap="none" spc="0" normalizeH="0" baseline="0" noProof="0" dirty="0">
                <a:ln>
                  <a:noFill/>
                </a:ln>
                <a:solidFill>
                  <a:srgbClr val="FFFFFF"/>
                </a:solidFill>
                <a:effectLst/>
                <a:uLnTx/>
                <a:uFillTx/>
                <a:latin typeface="Arial"/>
                <a:ea typeface="+mn-ea"/>
                <a:cs typeface="Arial"/>
              </a:rPr>
              <a:t>technical</a:t>
            </a:r>
            <a:r>
              <a:rPr kumimoji="0" sz="1600" b="0" i="1" u="none" strike="noStrike" kern="0" cap="none" spc="-50" normalizeH="0" baseline="0" noProof="0" dirty="0">
                <a:ln>
                  <a:noFill/>
                </a:ln>
                <a:solidFill>
                  <a:srgbClr val="FFFFFF"/>
                </a:solidFill>
                <a:effectLst/>
                <a:uLnTx/>
                <a:uFillTx/>
                <a:latin typeface="Arial"/>
                <a:ea typeface="+mn-ea"/>
                <a:cs typeface="Arial"/>
              </a:rPr>
              <a:t> </a:t>
            </a:r>
            <a:r>
              <a:rPr kumimoji="0" sz="1600" b="0" i="1" u="none" strike="noStrike" kern="0" cap="none" spc="0" normalizeH="0" baseline="0" noProof="0" dirty="0">
                <a:ln>
                  <a:noFill/>
                </a:ln>
                <a:solidFill>
                  <a:srgbClr val="FFFFFF"/>
                </a:solidFill>
                <a:effectLst/>
                <a:uLnTx/>
                <a:uFillTx/>
                <a:latin typeface="Arial"/>
                <a:ea typeface="+mn-ea"/>
                <a:cs typeface="Arial"/>
              </a:rPr>
              <a:t>details</a:t>
            </a:r>
            <a:r>
              <a:rPr kumimoji="0" sz="1600" b="0" i="1" u="none" strike="noStrike" kern="0" cap="none" spc="-40" normalizeH="0" baseline="0" noProof="0" dirty="0">
                <a:ln>
                  <a:noFill/>
                </a:ln>
                <a:solidFill>
                  <a:srgbClr val="FFFFFF"/>
                </a:solidFill>
                <a:effectLst/>
                <a:uLnTx/>
                <a:uFillTx/>
                <a:latin typeface="Arial"/>
                <a:ea typeface="+mn-ea"/>
                <a:cs typeface="Arial"/>
              </a:rPr>
              <a:t> </a:t>
            </a:r>
            <a:r>
              <a:rPr kumimoji="0" sz="1600" b="0" i="1" u="none" strike="noStrike" kern="0" cap="none" spc="0" normalizeH="0" baseline="0" noProof="0" dirty="0">
                <a:ln>
                  <a:noFill/>
                </a:ln>
                <a:solidFill>
                  <a:srgbClr val="FFFFFF"/>
                </a:solidFill>
                <a:effectLst/>
                <a:uLnTx/>
                <a:uFillTx/>
                <a:latin typeface="Arial"/>
                <a:ea typeface="+mn-ea"/>
                <a:cs typeface="Arial"/>
              </a:rPr>
              <a:t>in</a:t>
            </a:r>
            <a:r>
              <a:rPr kumimoji="0" sz="1600" b="0" i="1" u="none" strike="noStrike" kern="0" cap="none" spc="-35" normalizeH="0" baseline="0" noProof="0" dirty="0">
                <a:ln>
                  <a:noFill/>
                </a:ln>
                <a:solidFill>
                  <a:srgbClr val="FFFFFF"/>
                </a:solidFill>
                <a:effectLst/>
                <a:uLnTx/>
                <a:uFillTx/>
                <a:latin typeface="Arial"/>
                <a:ea typeface="+mn-ea"/>
                <a:cs typeface="Arial"/>
              </a:rPr>
              <a:t> </a:t>
            </a:r>
            <a:r>
              <a:rPr kumimoji="0" sz="1600" b="0" i="1" u="none" strike="noStrike" kern="0" cap="none" spc="-10" normalizeH="0" baseline="0" noProof="0" dirty="0">
                <a:ln>
                  <a:noFill/>
                </a:ln>
                <a:solidFill>
                  <a:srgbClr val="FFFFFF"/>
                </a:solidFill>
                <a:effectLst/>
                <a:uLnTx/>
                <a:uFillTx/>
                <a:latin typeface="Arial"/>
                <a:ea typeface="+mn-ea"/>
                <a:cs typeface="Arial"/>
              </a:rPr>
              <a:t>appendix</a:t>
            </a:r>
            <a:endParaRPr kumimoji="0" sz="16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5" name="object 5"/>
          <p:cNvSpPr txBox="1"/>
          <p:nvPr/>
        </p:nvSpPr>
        <p:spPr>
          <a:xfrm>
            <a:off x="5006466" y="2244978"/>
            <a:ext cx="192468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0A9F4"/>
                </a:solidFill>
                <a:effectLst/>
                <a:uLnTx/>
                <a:uFillTx/>
                <a:latin typeface="Arial"/>
                <a:ea typeface="+mn-ea"/>
                <a:cs typeface="Arial"/>
              </a:rPr>
              <a:t>Source</a:t>
            </a:r>
            <a:r>
              <a:rPr kumimoji="0" sz="1800" b="1" i="0" u="none" strike="noStrike" kern="0" cap="none" spc="-45" normalizeH="0" baseline="0" noProof="0" dirty="0">
                <a:ln>
                  <a:noFill/>
                </a:ln>
                <a:solidFill>
                  <a:srgbClr val="00A9F4"/>
                </a:solidFill>
                <a:effectLst/>
                <a:uLnTx/>
                <a:uFillTx/>
                <a:latin typeface="Arial"/>
                <a:ea typeface="+mn-ea"/>
                <a:cs typeface="Arial"/>
              </a:rPr>
              <a:t> </a:t>
            </a:r>
            <a:r>
              <a:rPr kumimoji="0" sz="1800" b="1" i="0" u="none" strike="noStrike" kern="0" cap="none" spc="-10" normalizeH="0" baseline="0" noProof="0" dirty="0">
                <a:ln>
                  <a:noFill/>
                </a:ln>
                <a:solidFill>
                  <a:srgbClr val="00A9F4"/>
                </a:solidFill>
                <a:effectLst/>
                <a:uLnTx/>
                <a:uFillTx/>
                <a:latin typeface="Arial"/>
                <a:ea typeface="+mn-ea"/>
                <a:cs typeface="Arial"/>
              </a:rPr>
              <a:t>discovery</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6" name="object 6"/>
          <p:cNvSpPr txBox="1"/>
          <p:nvPr/>
        </p:nvSpPr>
        <p:spPr>
          <a:xfrm>
            <a:off x="4014342" y="2781426"/>
            <a:ext cx="3776979" cy="73533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AI-powered</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engine</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performs</a:t>
            </a:r>
            <a:r>
              <a:rPr kumimoji="0" sz="1100" b="0" i="0" u="none" strike="noStrike" kern="0" cap="none" spc="-7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multiple</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searches</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25" normalizeH="0" baseline="0" noProof="0" dirty="0">
                <a:ln>
                  <a:noFill/>
                </a:ln>
                <a:solidFill>
                  <a:srgbClr val="FFFFFF"/>
                </a:solidFill>
                <a:effectLst/>
                <a:uLnTx/>
                <a:uFillTx/>
                <a:latin typeface="Arial MT"/>
                <a:ea typeface="+mn-ea"/>
                <a:cs typeface="Arial MT"/>
              </a:rPr>
              <a:t>and</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0" cap="none" spc="0" normalizeH="0" baseline="0" noProof="0" dirty="0">
                <a:ln>
                  <a:noFill/>
                </a:ln>
                <a:solidFill>
                  <a:srgbClr val="FFFFFF"/>
                </a:solidFill>
                <a:effectLst/>
                <a:uLnTx/>
                <a:uFillTx/>
                <a:latin typeface="Arial"/>
                <a:ea typeface="+mn-ea"/>
                <a:cs typeface="Arial"/>
              </a:rPr>
              <a:t>retrieves</a:t>
            </a:r>
            <a:r>
              <a:rPr kumimoji="0" sz="1100" b="1" i="0" u="none" strike="noStrike" kern="0" cap="none" spc="-5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the</a:t>
            </a:r>
            <a:r>
              <a:rPr kumimoji="0" sz="1100" b="1" i="0" u="none" strike="noStrike" kern="0" cap="none" spc="-2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list</a:t>
            </a:r>
            <a:r>
              <a:rPr kumimoji="0" sz="1100" b="1" i="0" u="none" strike="noStrike" kern="0" cap="none" spc="-5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of</a:t>
            </a:r>
            <a:r>
              <a:rPr kumimoji="0" sz="1100" b="1" i="0" u="none" strike="noStrike" kern="0" cap="none" spc="-3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sources</a:t>
            </a:r>
            <a:r>
              <a:rPr kumimoji="0" sz="1100" b="1" i="0" u="none" strike="noStrike" kern="0" cap="none" spc="-1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relevant</a:t>
            </a:r>
            <a:r>
              <a:rPr kumimoji="0" sz="1100" b="1" i="0" u="none" strike="noStrike" kern="0" cap="none" spc="-3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to</a:t>
            </a:r>
            <a:r>
              <a:rPr kumimoji="0" sz="1100" b="1" i="0" u="none" strike="noStrike" kern="0" cap="none" spc="-3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the</a:t>
            </a:r>
            <a:r>
              <a:rPr kumimoji="0" sz="1100" b="1" i="0" u="none" strike="noStrike" kern="0" cap="none" spc="-2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search</a:t>
            </a:r>
            <a:r>
              <a:rPr kumimoji="0" sz="1100" b="1" i="0" u="none" strike="noStrike" kern="0" cap="none" spc="-35" normalizeH="0" baseline="0" noProof="0" dirty="0">
                <a:ln>
                  <a:noFill/>
                </a:ln>
                <a:solidFill>
                  <a:srgbClr val="FFFFFF"/>
                </a:solidFill>
                <a:effectLst/>
                <a:uLnTx/>
                <a:uFillTx/>
                <a:latin typeface="Arial"/>
                <a:ea typeface="+mn-ea"/>
                <a:cs typeface="Arial"/>
              </a:rPr>
              <a:t> </a:t>
            </a:r>
            <a:r>
              <a:rPr kumimoji="0" sz="1100" b="1" i="0" u="none" strike="noStrike" kern="0" cap="none" spc="-10" normalizeH="0" baseline="0" noProof="0" dirty="0">
                <a:ln>
                  <a:noFill/>
                </a:ln>
                <a:solidFill>
                  <a:srgbClr val="FFFFFF"/>
                </a:solidFill>
                <a:effectLst/>
                <a:uLnTx/>
                <a:uFillTx/>
                <a:latin typeface="Arial"/>
                <a:ea typeface="+mn-ea"/>
                <a:cs typeface="Arial"/>
              </a:rPr>
              <a:t>query:</a:t>
            </a:r>
            <a:endParaRPr kumimoji="0" sz="1100" b="0" i="0" u="none" strike="noStrike" kern="0" cap="none" spc="0" normalizeH="0" baseline="0" noProof="0">
              <a:ln>
                <a:noFill/>
              </a:ln>
              <a:solidFill>
                <a:sysClr val="windowText" lastClr="000000"/>
              </a:solidFill>
              <a:effectLst/>
              <a:uLnTx/>
              <a:uFillTx/>
              <a:latin typeface="Arial"/>
              <a:ea typeface="+mn-ea"/>
              <a:cs typeface="Arial"/>
            </a:endParaRPr>
          </a:p>
          <a:p>
            <a:pPr marL="241300" marR="69850" lvl="0" indent="-228600" algn="l" defTabSz="914400" rtl="0" eaLnBrk="1" fontAlgn="auto" latinLnBrk="0" hangingPunct="1">
              <a:lnSpc>
                <a:spcPct val="100000"/>
              </a:lnSpc>
              <a:spcBef>
                <a:spcPts val="300"/>
              </a:spcBef>
              <a:spcAft>
                <a:spcPts val="0"/>
              </a:spcAft>
              <a:buClrTx/>
              <a:buSzTx/>
              <a:buFont typeface="Wingdings"/>
              <a:buChar char=""/>
              <a:tabLst>
                <a:tab pos="241300" algn="l"/>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Candidate</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content</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retrieval</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to</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gather</a:t>
            </a:r>
            <a:r>
              <a:rPr kumimoji="0" sz="1100" b="0" i="0" u="none" strike="noStrike" kern="0" cap="none" spc="-6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potentially</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relevant </a:t>
            </a:r>
            <a:r>
              <a:rPr kumimoji="0" sz="1100" b="0" i="0" u="none" strike="noStrike" kern="0" cap="none" spc="0" normalizeH="0" baseline="0" noProof="0" dirty="0">
                <a:ln>
                  <a:noFill/>
                </a:ln>
                <a:solidFill>
                  <a:srgbClr val="FFFFFF"/>
                </a:solidFill>
                <a:effectLst/>
                <a:uLnTx/>
                <a:uFillTx/>
                <a:latin typeface="Arial MT"/>
                <a:ea typeface="+mn-ea"/>
                <a:cs typeface="Arial MT"/>
              </a:rPr>
              <a:t>information</a:t>
            </a:r>
            <a:r>
              <a:rPr kumimoji="0" sz="1100" b="0" i="0" u="none" strike="noStrike" kern="0" cap="none" spc="-65" normalizeH="0" baseline="0" noProof="0" dirty="0">
                <a:ln>
                  <a:noFill/>
                </a:ln>
                <a:solidFill>
                  <a:srgbClr val="FFFFFF"/>
                </a:solidFill>
                <a:effectLst/>
                <a:uLnTx/>
                <a:uFillTx/>
                <a:latin typeface="Arial MT"/>
                <a:ea typeface="+mn-ea"/>
                <a:cs typeface="Arial MT"/>
              </a:rPr>
              <a:t> </a:t>
            </a:r>
            <a:r>
              <a:rPr kumimoji="0" sz="1100" b="0" i="0" u="none" strike="noStrike" kern="0" cap="none" spc="-20" normalizeH="0" baseline="0" noProof="0" dirty="0">
                <a:ln>
                  <a:noFill/>
                </a:ln>
                <a:solidFill>
                  <a:srgbClr val="FFFFFF"/>
                </a:solidFill>
                <a:effectLst/>
                <a:uLnTx/>
                <a:uFillTx/>
                <a:latin typeface="Arial MT"/>
                <a:ea typeface="+mn-ea"/>
                <a:cs typeface="Arial MT"/>
              </a:rPr>
              <a:t>from:</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7" name="object 7"/>
          <p:cNvSpPr txBox="1"/>
          <p:nvPr/>
        </p:nvSpPr>
        <p:spPr>
          <a:xfrm>
            <a:off x="4242942" y="3528440"/>
            <a:ext cx="3631565" cy="1108710"/>
          </a:xfrm>
          <a:prstGeom prst="rect">
            <a:avLst/>
          </a:prstGeom>
        </p:spPr>
        <p:txBody>
          <a:bodyPr vert="horz" wrap="square" lIns="0" tIns="13335" rIns="0" bIns="0" rtlCol="0">
            <a:spAutoFit/>
          </a:bodyPr>
          <a:lstStyle/>
          <a:p>
            <a:pPr marL="295910" marR="0" lvl="0" indent="-283210" algn="l" defTabSz="914400" rtl="0" eaLnBrk="1" fontAlgn="auto" latinLnBrk="0" hangingPunct="1">
              <a:lnSpc>
                <a:spcPct val="100000"/>
              </a:lnSpc>
              <a:spcBef>
                <a:spcPts val="105"/>
              </a:spcBef>
              <a:spcAft>
                <a:spcPts val="0"/>
              </a:spcAft>
              <a:buClrTx/>
              <a:buSzTx/>
              <a:buFontTx/>
              <a:buChar char="—"/>
              <a:tabLst>
                <a:tab pos="295910" algn="l"/>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Web</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e.g.,</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through</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“traditional”</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10" normalizeH="0" baseline="0" noProof="0" dirty="0">
                <a:ln>
                  <a:noFill/>
                </a:ln>
                <a:solidFill>
                  <a:srgbClr val="FFFFFF"/>
                </a:solidFill>
                <a:effectLst/>
                <a:uLnTx/>
                <a:uFillTx/>
                <a:latin typeface="Arial MT"/>
                <a:ea typeface="+mn-ea"/>
                <a:cs typeface="Arial MT"/>
              </a:rPr>
              <a:t> engines</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a:p>
            <a:pPr marL="29591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like</a:t>
            </a:r>
            <a:r>
              <a:rPr kumimoji="0" sz="1100" b="0" i="0" u="none" strike="noStrike" kern="0" cap="none" spc="-1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Google</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or</a:t>
            </a:r>
            <a:r>
              <a:rPr kumimoji="0" sz="1100" b="0" i="0" u="none" strike="noStrike" kern="0" cap="none" spc="-1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Bing,</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or</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open-</a:t>
            </a:r>
            <a:r>
              <a:rPr kumimoji="0" sz="1100" b="0" i="0" u="none" strike="noStrike" kern="0" cap="none" spc="0" normalizeH="0" baseline="0" noProof="0" dirty="0">
                <a:ln>
                  <a:noFill/>
                </a:ln>
                <a:solidFill>
                  <a:srgbClr val="FFFFFF"/>
                </a:solidFill>
                <a:effectLst/>
                <a:uLnTx/>
                <a:uFillTx/>
                <a:latin typeface="Arial MT"/>
                <a:ea typeface="+mn-ea"/>
                <a:cs typeface="Arial MT"/>
              </a:rPr>
              <a:t>source</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indices</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a:p>
            <a:pPr marL="295910" marR="483234" lvl="0" indent="-283845" algn="l" defTabSz="914400" rtl="0" eaLnBrk="1" fontAlgn="auto" latinLnBrk="0" hangingPunct="1">
              <a:lnSpc>
                <a:spcPct val="100000"/>
              </a:lnSpc>
              <a:spcBef>
                <a:spcPts val="300"/>
              </a:spcBef>
              <a:spcAft>
                <a:spcPts val="0"/>
              </a:spcAft>
              <a:buClrTx/>
              <a:buSzTx/>
              <a:buFontTx/>
              <a:buChar char="—"/>
              <a:tabLst>
                <a:tab pos="295910" algn="l"/>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Internal</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knowledge</a:t>
            </a:r>
            <a:r>
              <a:rPr kumimoji="0" sz="1100" b="0" i="0" u="none" strike="noStrike" kern="0" cap="none" spc="-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bases,</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e.g.,</a:t>
            </a:r>
            <a:r>
              <a:rPr kumimoji="0" sz="1100" b="0" i="0" u="none" strike="noStrike" kern="0" cap="none" spc="-5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pre-</a:t>
            </a:r>
            <a:r>
              <a:rPr kumimoji="0" sz="1100" b="0" i="0" u="none" strike="noStrike" kern="0" cap="none" spc="0" normalizeH="0" baseline="0" noProof="0" dirty="0">
                <a:ln>
                  <a:noFill/>
                </a:ln>
                <a:solidFill>
                  <a:srgbClr val="FFFFFF"/>
                </a:solidFill>
                <a:effectLst/>
                <a:uLnTx/>
                <a:uFillTx/>
                <a:latin typeface="Arial MT"/>
                <a:ea typeface="+mn-ea"/>
                <a:cs typeface="Arial MT"/>
              </a:rPr>
              <a:t>curated</a:t>
            </a:r>
            <a:r>
              <a:rPr kumimoji="0" sz="1100" b="0" i="0" u="none" strike="noStrike" kern="0" cap="none" spc="-55" normalizeH="0" baseline="0" noProof="0" dirty="0">
                <a:ln>
                  <a:noFill/>
                </a:ln>
                <a:solidFill>
                  <a:srgbClr val="FFFFFF"/>
                </a:solidFill>
                <a:effectLst/>
                <a:uLnTx/>
                <a:uFillTx/>
                <a:latin typeface="Arial MT"/>
                <a:ea typeface="+mn-ea"/>
                <a:cs typeface="Arial MT"/>
              </a:rPr>
              <a:t> </a:t>
            </a:r>
            <a:r>
              <a:rPr kumimoji="0" sz="1100" b="0" i="0" u="none" strike="noStrike" kern="0" cap="none" spc="-25" normalizeH="0" baseline="0" noProof="0" dirty="0">
                <a:ln>
                  <a:noFill/>
                </a:ln>
                <a:solidFill>
                  <a:srgbClr val="FFFFFF"/>
                </a:solidFill>
                <a:effectLst/>
                <a:uLnTx/>
                <a:uFillTx/>
                <a:latin typeface="Arial MT"/>
                <a:ea typeface="+mn-ea"/>
                <a:cs typeface="Arial MT"/>
              </a:rPr>
              <a:t>or </a:t>
            </a:r>
            <a:r>
              <a:rPr kumimoji="0" sz="1100" b="0" i="0" u="none" strike="noStrike" kern="0" cap="none" spc="0" normalizeH="0" baseline="0" noProof="0" dirty="0">
                <a:ln>
                  <a:noFill/>
                </a:ln>
                <a:solidFill>
                  <a:srgbClr val="FFFFFF"/>
                </a:solidFill>
                <a:effectLst/>
                <a:uLnTx/>
                <a:uFillTx/>
                <a:latin typeface="Arial MT"/>
                <a:ea typeface="+mn-ea"/>
                <a:cs typeface="Arial MT"/>
              </a:rPr>
              <a:t>proprietary</a:t>
            </a:r>
            <a:r>
              <a:rPr kumimoji="0" sz="1100" b="0" i="0" u="none" strike="noStrike" kern="0" cap="none" spc="-7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datasets</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a:p>
            <a:pPr marL="295910" marR="0" lvl="0" indent="-283210" algn="l" defTabSz="914400" rtl="0" eaLnBrk="1" fontAlgn="auto" latinLnBrk="0" hangingPunct="1">
              <a:lnSpc>
                <a:spcPct val="100000"/>
              </a:lnSpc>
              <a:spcBef>
                <a:spcPts val="300"/>
              </a:spcBef>
              <a:spcAft>
                <a:spcPts val="0"/>
              </a:spcAft>
              <a:buClrTx/>
              <a:buSzTx/>
              <a:buFontTx/>
              <a:buChar char="—"/>
              <a:tabLst>
                <a:tab pos="295910" algn="l"/>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Vector</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Embeddings</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databases,</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storing</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semantic</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a:p>
            <a:pPr marL="29591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0" cap="none" spc="-10" normalizeH="0" baseline="0" noProof="0" dirty="0">
                <a:ln>
                  <a:noFill/>
                </a:ln>
                <a:solidFill>
                  <a:srgbClr val="FFFFFF"/>
                </a:solidFill>
                <a:effectLst/>
                <a:uLnTx/>
                <a:uFillTx/>
                <a:latin typeface="Arial MT"/>
                <a:ea typeface="+mn-ea"/>
                <a:cs typeface="Arial MT"/>
              </a:rPr>
              <a:t>representations</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of</a:t>
            </a:r>
            <a:r>
              <a:rPr kumimoji="0" sz="1100" b="0" i="0" u="none" strike="noStrike" kern="0" cap="none" spc="-1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documents</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for</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similarity</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search</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8" name="object 8"/>
          <p:cNvSpPr txBox="1"/>
          <p:nvPr/>
        </p:nvSpPr>
        <p:spPr>
          <a:xfrm>
            <a:off x="4014342" y="4648961"/>
            <a:ext cx="3889375" cy="193675"/>
          </a:xfrm>
          <a:prstGeom prst="rect">
            <a:avLst/>
          </a:prstGeom>
        </p:spPr>
        <p:txBody>
          <a:bodyPr vert="horz" wrap="square" lIns="0" tIns="12700" rIns="0" bIns="0" rtlCol="0">
            <a:spAutoFit/>
          </a:bodyPr>
          <a:lstStyle/>
          <a:p>
            <a:pPr marL="240665" marR="0" lvl="0" indent="-227965" algn="l" defTabSz="914400" rtl="0" eaLnBrk="1" fontAlgn="auto" latinLnBrk="0" hangingPunct="1">
              <a:lnSpc>
                <a:spcPct val="100000"/>
              </a:lnSpc>
              <a:spcBef>
                <a:spcPts val="100"/>
              </a:spcBef>
              <a:spcAft>
                <a:spcPts val="0"/>
              </a:spcAft>
              <a:buClrTx/>
              <a:buSzTx/>
              <a:buFont typeface="Wingdings"/>
              <a:buChar char=""/>
              <a:tabLst>
                <a:tab pos="240665" algn="l"/>
              </a:tabLst>
              <a:defRPr/>
            </a:pPr>
            <a:r>
              <a:rPr kumimoji="0" sz="1100" b="0" i="0" u="none" strike="noStrike" kern="0" cap="none" spc="-10" normalizeH="0" baseline="0" noProof="0" dirty="0">
                <a:ln>
                  <a:noFill/>
                </a:ln>
                <a:solidFill>
                  <a:srgbClr val="FFFFFF"/>
                </a:solidFill>
                <a:effectLst/>
                <a:uLnTx/>
                <a:uFillTx/>
                <a:latin typeface="Arial MT"/>
                <a:ea typeface="+mn-ea"/>
                <a:cs typeface="Arial MT"/>
              </a:rPr>
              <a:t>Pre-</a:t>
            </a:r>
            <a:r>
              <a:rPr kumimoji="0" sz="1100" b="0" i="0" u="none" strike="noStrike" kern="0" cap="none" spc="0" normalizeH="0" baseline="0" noProof="0" dirty="0">
                <a:ln>
                  <a:noFill/>
                </a:ln>
                <a:solidFill>
                  <a:srgbClr val="FFFFFF"/>
                </a:solidFill>
                <a:effectLst/>
                <a:uLnTx/>
                <a:uFillTx/>
                <a:latin typeface="Arial MT"/>
                <a:ea typeface="+mn-ea"/>
                <a:cs typeface="Arial MT"/>
              </a:rPr>
              <a:t>liminary</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filtering</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based</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on</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trust,</a:t>
            </a:r>
            <a:r>
              <a:rPr kumimoji="0" sz="1100" b="0" i="0" u="none" strike="noStrike" kern="0" cap="none" spc="-5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recency</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and</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relevance</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9" name="object 9"/>
          <p:cNvGrpSpPr/>
          <p:nvPr/>
        </p:nvGrpSpPr>
        <p:grpSpPr>
          <a:xfrm>
            <a:off x="1624393" y="2081339"/>
            <a:ext cx="949960" cy="958850"/>
            <a:chOff x="1624393" y="2081339"/>
            <a:chExt cx="949960" cy="958850"/>
          </a:xfrm>
        </p:grpSpPr>
        <p:sp>
          <p:nvSpPr>
            <p:cNvPr id="10" name="object 10"/>
            <p:cNvSpPr/>
            <p:nvPr/>
          </p:nvSpPr>
          <p:spPr>
            <a:xfrm>
              <a:off x="1638680" y="2095626"/>
              <a:ext cx="921385" cy="930275"/>
            </a:xfrm>
            <a:custGeom>
              <a:avLst/>
              <a:gdLst/>
              <a:ahLst/>
              <a:cxnLst/>
              <a:rect l="l" t="t" r="r" b="b"/>
              <a:pathLst>
                <a:path w="921385" h="930275">
                  <a:moveTo>
                    <a:pt x="460501" y="0"/>
                  </a:moveTo>
                  <a:lnTo>
                    <a:pt x="413409" y="2400"/>
                  </a:lnTo>
                  <a:lnTo>
                    <a:pt x="367679" y="9445"/>
                  </a:lnTo>
                  <a:lnTo>
                    <a:pt x="323543" y="20903"/>
                  </a:lnTo>
                  <a:lnTo>
                    <a:pt x="281231" y="36538"/>
                  </a:lnTo>
                  <a:lnTo>
                    <a:pt x="240976" y="56118"/>
                  </a:lnTo>
                  <a:lnTo>
                    <a:pt x="203007" y="79409"/>
                  </a:lnTo>
                  <a:lnTo>
                    <a:pt x="167558" y="106178"/>
                  </a:lnTo>
                  <a:lnTo>
                    <a:pt x="134858" y="136191"/>
                  </a:lnTo>
                  <a:lnTo>
                    <a:pt x="105139" y="169215"/>
                  </a:lnTo>
                  <a:lnTo>
                    <a:pt x="78632" y="205016"/>
                  </a:lnTo>
                  <a:lnTo>
                    <a:pt x="55569" y="243362"/>
                  </a:lnTo>
                  <a:lnTo>
                    <a:pt x="36181" y="284017"/>
                  </a:lnTo>
                  <a:lnTo>
                    <a:pt x="20698" y="326750"/>
                  </a:lnTo>
                  <a:lnTo>
                    <a:pt x="9353" y="371325"/>
                  </a:lnTo>
                  <a:lnTo>
                    <a:pt x="2376" y="417511"/>
                  </a:lnTo>
                  <a:lnTo>
                    <a:pt x="0" y="465074"/>
                  </a:lnTo>
                  <a:lnTo>
                    <a:pt x="2376" y="512615"/>
                  </a:lnTo>
                  <a:lnTo>
                    <a:pt x="9353" y="558785"/>
                  </a:lnTo>
                  <a:lnTo>
                    <a:pt x="20698" y="603350"/>
                  </a:lnTo>
                  <a:lnTo>
                    <a:pt x="36181" y="646076"/>
                  </a:lnTo>
                  <a:lnTo>
                    <a:pt x="55569" y="686729"/>
                  </a:lnTo>
                  <a:lnTo>
                    <a:pt x="78632" y="725075"/>
                  </a:lnTo>
                  <a:lnTo>
                    <a:pt x="105139" y="760879"/>
                  </a:lnTo>
                  <a:lnTo>
                    <a:pt x="134858" y="793908"/>
                  </a:lnTo>
                  <a:lnTo>
                    <a:pt x="167558" y="823928"/>
                  </a:lnTo>
                  <a:lnTo>
                    <a:pt x="203007" y="850705"/>
                  </a:lnTo>
                  <a:lnTo>
                    <a:pt x="240976" y="874004"/>
                  </a:lnTo>
                  <a:lnTo>
                    <a:pt x="281231" y="893591"/>
                  </a:lnTo>
                  <a:lnTo>
                    <a:pt x="323543" y="909234"/>
                  </a:lnTo>
                  <a:lnTo>
                    <a:pt x="367679" y="920696"/>
                  </a:lnTo>
                  <a:lnTo>
                    <a:pt x="413409" y="927746"/>
                  </a:lnTo>
                  <a:lnTo>
                    <a:pt x="460501" y="930148"/>
                  </a:lnTo>
                  <a:lnTo>
                    <a:pt x="507573" y="927746"/>
                  </a:lnTo>
                  <a:lnTo>
                    <a:pt x="553287" y="920696"/>
                  </a:lnTo>
                  <a:lnTo>
                    <a:pt x="597413" y="909234"/>
                  </a:lnTo>
                  <a:lnTo>
                    <a:pt x="639718" y="893591"/>
                  </a:lnTo>
                  <a:lnTo>
                    <a:pt x="679971" y="874004"/>
                  </a:lnTo>
                  <a:lnTo>
                    <a:pt x="717940" y="850705"/>
                  </a:lnTo>
                  <a:lnTo>
                    <a:pt x="753393" y="823928"/>
                  </a:lnTo>
                  <a:lnTo>
                    <a:pt x="786098" y="793908"/>
                  </a:lnTo>
                  <a:lnTo>
                    <a:pt x="815823" y="760879"/>
                  </a:lnTo>
                  <a:lnTo>
                    <a:pt x="842337" y="725075"/>
                  </a:lnTo>
                  <a:lnTo>
                    <a:pt x="865408" y="686729"/>
                  </a:lnTo>
                  <a:lnTo>
                    <a:pt x="884805" y="646076"/>
                  </a:lnTo>
                  <a:lnTo>
                    <a:pt x="900294" y="603350"/>
                  </a:lnTo>
                  <a:lnTo>
                    <a:pt x="911645" y="558785"/>
                  </a:lnTo>
                  <a:lnTo>
                    <a:pt x="918625" y="512615"/>
                  </a:lnTo>
                  <a:lnTo>
                    <a:pt x="921004" y="465074"/>
                  </a:lnTo>
                  <a:lnTo>
                    <a:pt x="918625" y="417511"/>
                  </a:lnTo>
                  <a:lnTo>
                    <a:pt x="911645" y="371325"/>
                  </a:lnTo>
                  <a:lnTo>
                    <a:pt x="900294" y="326750"/>
                  </a:lnTo>
                  <a:lnTo>
                    <a:pt x="884805" y="284017"/>
                  </a:lnTo>
                  <a:lnTo>
                    <a:pt x="865408" y="243362"/>
                  </a:lnTo>
                  <a:lnTo>
                    <a:pt x="842337" y="205016"/>
                  </a:lnTo>
                  <a:lnTo>
                    <a:pt x="815823" y="169215"/>
                  </a:lnTo>
                  <a:lnTo>
                    <a:pt x="786098" y="136191"/>
                  </a:lnTo>
                  <a:lnTo>
                    <a:pt x="753393" y="106178"/>
                  </a:lnTo>
                  <a:lnTo>
                    <a:pt x="717940" y="79409"/>
                  </a:lnTo>
                  <a:lnTo>
                    <a:pt x="679971" y="56118"/>
                  </a:lnTo>
                  <a:lnTo>
                    <a:pt x="639718" y="36538"/>
                  </a:lnTo>
                  <a:lnTo>
                    <a:pt x="597413" y="20903"/>
                  </a:lnTo>
                  <a:lnTo>
                    <a:pt x="553287" y="9445"/>
                  </a:lnTo>
                  <a:lnTo>
                    <a:pt x="507573" y="2400"/>
                  </a:lnTo>
                  <a:lnTo>
                    <a:pt x="460501"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 name="object 11"/>
            <p:cNvSpPr/>
            <p:nvPr/>
          </p:nvSpPr>
          <p:spPr>
            <a:xfrm>
              <a:off x="1638680" y="2095626"/>
              <a:ext cx="921385" cy="930275"/>
            </a:xfrm>
            <a:custGeom>
              <a:avLst/>
              <a:gdLst/>
              <a:ahLst/>
              <a:cxnLst/>
              <a:rect l="l" t="t" r="r" b="b"/>
              <a:pathLst>
                <a:path w="921385" h="930275">
                  <a:moveTo>
                    <a:pt x="0" y="465074"/>
                  </a:moveTo>
                  <a:lnTo>
                    <a:pt x="2376" y="417511"/>
                  </a:lnTo>
                  <a:lnTo>
                    <a:pt x="9353" y="371325"/>
                  </a:lnTo>
                  <a:lnTo>
                    <a:pt x="20698" y="326750"/>
                  </a:lnTo>
                  <a:lnTo>
                    <a:pt x="36181" y="284017"/>
                  </a:lnTo>
                  <a:lnTo>
                    <a:pt x="55569" y="243362"/>
                  </a:lnTo>
                  <a:lnTo>
                    <a:pt x="78632" y="205016"/>
                  </a:lnTo>
                  <a:lnTo>
                    <a:pt x="105139" y="169215"/>
                  </a:lnTo>
                  <a:lnTo>
                    <a:pt x="134858" y="136191"/>
                  </a:lnTo>
                  <a:lnTo>
                    <a:pt x="167558" y="106178"/>
                  </a:lnTo>
                  <a:lnTo>
                    <a:pt x="203007" y="79409"/>
                  </a:lnTo>
                  <a:lnTo>
                    <a:pt x="240976" y="56118"/>
                  </a:lnTo>
                  <a:lnTo>
                    <a:pt x="281231" y="36538"/>
                  </a:lnTo>
                  <a:lnTo>
                    <a:pt x="323543" y="20903"/>
                  </a:lnTo>
                  <a:lnTo>
                    <a:pt x="367679" y="9445"/>
                  </a:lnTo>
                  <a:lnTo>
                    <a:pt x="413409" y="2400"/>
                  </a:lnTo>
                  <a:lnTo>
                    <a:pt x="460501" y="0"/>
                  </a:lnTo>
                  <a:lnTo>
                    <a:pt x="507573" y="2400"/>
                  </a:lnTo>
                  <a:lnTo>
                    <a:pt x="553287" y="9445"/>
                  </a:lnTo>
                  <a:lnTo>
                    <a:pt x="597413" y="20903"/>
                  </a:lnTo>
                  <a:lnTo>
                    <a:pt x="639718" y="36538"/>
                  </a:lnTo>
                  <a:lnTo>
                    <a:pt x="679971" y="56118"/>
                  </a:lnTo>
                  <a:lnTo>
                    <a:pt x="717940" y="79409"/>
                  </a:lnTo>
                  <a:lnTo>
                    <a:pt x="753393" y="106178"/>
                  </a:lnTo>
                  <a:lnTo>
                    <a:pt x="786098" y="136191"/>
                  </a:lnTo>
                  <a:lnTo>
                    <a:pt x="815823" y="169215"/>
                  </a:lnTo>
                  <a:lnTo>
                    <a:pt x="842337" y="205016"/>
                  </a:lnTo>
                  <a:lnTo>
                    <a:pt x="865408" y="243362"/>
                  </a:lnTo>
                  <a:lnTo>
                    <a:pt x="884805" y="284017"/>
                  </a:lnTo>
                  <a:lnTo>
                    <a:pt x="900294" y="326750"/>
                  </a:lnTo>
                  <a:lnTo>
                    <a:pt x="911645" y="371325"/>
                  </a:lnTo>
                  <a:lnTo>
                    <a:pt x="918625" y="417511"/>
                  </a:lnTo>
                  <a:lnTo>
                    <a:pt x="921004" y="465074"/>
                  </a:lnTo>
                  <a:lnTo>
                    <a:pt x="918625" y="512615"/>
                  </a:lnTo>
                  <a:lnTo>
                    <a:pt x="911645" y="558785"/>
                  </a:lnTo>
                  <a:lnTo>
                    <a:pt x="900294" y="603350"/>
                  </a:lnTo>
                  <a:lnTo>
                    <a:pt x="884805" y="646076"/>
                  </a:lnTo>
                  <a:lnTo>
                    <a:pt x="865408" y="686729"/>
                  </a:lnTo>
                  <a:lnTo>
                    <a:pt x="842337" y="725075"/>
                  </a:lnTo>
                  <a:lnTo>
                    <a:pt x="815823" y="760879"/>
                  </a:lnTo>
                  <a:lnTo>
                    <a:pt x="786098" y="793908"/>
                  </a:lnTo>
                  <a:lnTo>
                    <a:pt x="753393" y="823928"/>
                  </a:lnTo>
                  <a:lnTo>
                    <a:pt x="717940" y="850705"/>
                  </a:lnTo>
                  <a:lnTo>
                    <a:pt x="679971" y="874004"/>
                  </a:lnTo>
                  <a:lnTo>
                    <a:pt x="639718" y="893591"/>
                  </a:lnTo>
                  <a:lnTo>
                    <a:pt x="597413" y="909234"/>
                  </a:lnTo>
                  <a:lnTo>
                    <a:pt x="553287" y="920696"/>
                  </a:lnTo>
                  <a:lnTo>
                    <a:pt x="507573" y="927746"/>
                  </a:lnTo>
                  <a:lnTo>
                    <a:pt x="460501" y="930148"/>
                  </a:lnTo>
                  <a:lnTo>
                    <a:pt x="413409" y="927746"/>
                  </a:lnTo>
                  <a:lnTo>
                    <a:pt x="367679" y="920696"/>
                  </a:lnTo>
                  <a:lnTo>
                    <a:pt x="323543" y="909234"/>
                  </a:lnTo>
                  <a:lnTo>
                    <a:pt x="281231" y="893591"/>
                  </a:lnTo>
                  <a:lnTo>
                    <a:pt x="240976" y="874004"/>
                  </a:lnTo>
                  <a:lnTo>
                    <a:pt x="203007" y="850705"/>
                  </a:lnTo>
                  <a:lnTo>
                    <a:pt x="167558" y="823928"/>
                  </a:lnTo>
                  <a:lnTo>
                    <a:pt x="134858" y="793908"/>
                  </a:lnTo>
                  <a:lnTo>
                    <a:pt x="105139" y="760879"/>
                  </a:lnTo>
                  <a:lnTo>
                    <a:pt x="78632" y="725075"/>
                  </a:lnTo>
                  <a:lnTo>
                    <a:pt x="55569" y="686729"/>
                  </a:lnTo>
                  <a:lnTo>
                    <a:pt x="36181" y="646076"/>
                  </a:lnTo>
                  <a:lnTo>
                    <a:pt x="20698" y="603350"/>
                  </a:lnTo>
                  <a:lnTo>
                    <a:pt x="9353" y="558785"/>
                  </a:lnTo>
                  <a:lnTo>
                    <a:pt x="2376" y="512615"/>
                  </a:lnTo>
                  <a:lnTo>
                    <a:pt x="0" y="465074"/>
                  </a:lnTo>
                  <a:close/>
                </a:path>
              </a:pathLst>
            </a:custGeom>
            <a:ln w="28574">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 name="object 12"/>
            <p:cNvSpPr/>
            <p:nvPr/>
          </p:nvSpPr>
          <p:spPr>
            <a:xfrm>
              <a:off x="1927134" y="2658731"/>
              <a:ext cx="254635" cy="71755"/>
            </a:xfrm>
            <a:custGeom>
              <a:avLst/>
              <a:gdLst/>
              <a:ahLst/>
              <a:cxnLst/>
              <a:rect l="l" t="t" r="r" b="b"/>
              <a:pathLst>
                <a:path w="254635" h="71755">
                  <a:moveTo>
                    <a:pt x="0" y="0"/>
                  </a:moveTo>
                  <a:lnTo>
                    <a:pt x="220352" y="0"/>
                  </a:lnTo>
                  <a:lnTo>
                    <a:pt x="252039" y="23134"/>
                  </a:lnTo>
                  <a:lnTo>
                    <a:pt x="254110" y="37506"/>
                  </a:lnTo>
                  <a:lnTo>
                    <a:pt x="251090" y="50265"/>
                  </a:lnTo>
                  <a:lnTo>
                    <a:pt x="243877" y="60947"/>
                  </a:lnTo>
                  <a:lnTo>
                    <a:pt x="233341" y="68432"/>
                  </a:lnTo>
                  <a:lnTo>
                    <a:pt x="220352" y="71602"/>
                  </a:lnTo>
                  <a:lnTo>
                    <a:pt x="158745" y="71602"/>
                  </a:lnTo>
                </a:path>
              </a:pathLst>
            </a:custGeom>
            <a:ln w="2019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3" name="object 13"/>
            <p:cNvSpPr/>
            <p:nvPr/>
          </p:nvSpPr>
          <p:spPr>
            <a:xfrm>
              <a:off x="1839283" y="2614726"/>
              <a:ext cx="522605" cy="212090"/>
            </a:xfrm>
            <a:custGeom>
              <a:avLst/>
              <a:gdLst/>
              <a:ahLst/>
              <a:cxnLst/>
              <a:rect l="l" t="t" r="r" b="b"/>
              <a:pathLst>
                <a:path w="522605" h="212089">
                  <a:moveTo>
                    <a:pt x="336897" y="97706"/>
                  </a:moveTo>
                  <a:lnTo>
                    <a:pt x="385845" y="97706"/>
                  </a:lnTo>
                  <a:lnTo>
                    <a:pt x="424666" y="53381"/>
                  </a:lnTo>
                  <a:lnTo>
                    <a:pt x="463488" y="9056"/>
                  </a:lnTo>
                  <a:lnTo>
                    <a:pt x="473430" y="2650"/>
                  </a:lnTo>
                  <a:lnTo>
                    <a:pt x="484797" y="0"/>
                  </a:lnTo>
                  <a:lnTo>
                    <a:pt x="496480" y="1025"/>
                  </a:lnTo>
                  <a:lnTo>
                    <a:pt x="507373" y="5647"/>
                  </a:lnTo>
                  <a:lnTo>
                    <a:pt x="517249" y="15769"/>
                  </a:lnTo>
                  <a:lnTo>
                    <a:pt x="522458" y="28449"/>
                  </a:lnTo>
                  <a:lnTo>
                    <a:pt x="522445" y="42087"/>
                  </a:lnTo>
                  <a:lnTo>
                    <a:pt x="516656" y="55086"/>
                  </a:lnTo>
                  <a:lnTo>
                    <a:pt x="469395" y="124131"/>
                  </a:lnTo>
                  <a:lnTo>
                    <a:pt x="434794" y="175274"/>
                  </a:lnTo>
                  <a:lnTo>
                    <a:pt x="428082" y="183239"/>
                  </a:lnTo>
                  <a:lnTo>
                    <a:pt x="419708" y="189126"/>
                  </a:lnTo>
                  <a:lnTo>
                    <a:pt x="410227" y="192775"/>
                  </a:lnTo>
                  <a:lnTo>
                    <a:pt x="400192" y="194027"/>
                  </a:lnTo>
                  <a:lnTo>
                    <a:pt x="167181" y="194027"/>
                  </a:lnTo>
                  <a:lnTo>
                    <a:pt x="161273" y="194027"/>
                  </a:lnTo>
                  <a:lnTo>
                    <a:pt x="154521" y="192322"/>
                  </a:lnTo>
                  <a:lnTo>
                    <a:pt x="149458" y="189765"/>
                  </a:lnTo>
                  <a:lnTo>
                    <a:pt x="122452" y="176979"/>
                  </a:lnTo>
                  <a:lnTo>
                    <a:pt x="87006" y="159930"/>
                  </a:lnTo>
                </a:path>
                <a:path w="522605" h="212089">
                  <a:moveTo>
                    <a:pt x="0" y="532"/>
                  </a:moveTo>
                  <a:lnTo>
                    <a:pt x="87850" y="532"/>
                  </a:lnTo>
                  <a:lnTo>
                    <a:pt x="87850" y="211927"/>
                  </a:lnTo>
                  <a:lnTo>
                    <a:pt x="0" y="211927"/>
                  </a:lnTo>
                  <a:lnTo>
                    <a:pt x="0" y="532"/>
                  </a:lnTo>
                  <a:close/>
                </a:path>
              </a:pathLst>
            </a:custGeom>
            <a:ln w="201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4" name="object 14"/>
            <p:cNvPicPr/>
            <p:nvPr/>
          </p:nvPicPr>
          <p:blipFill>
            <a:blip r:embed="rId3" cstate="print"/>
            <a:stretch>
              <a:fillRect/>
            </a:stretch>
          </p:blipFill>
          <p:spPr>
            <a:xfrm>
              <a:off x="2000220" y="2288122"/>
              <a:ext cx="201361" cy="340683"/>
            </a:xfrm>
            <a:prstGeom prst="rect">
              <a:avLst/>
            </a:prstGeom>
          </p:spPr>
        </p:pic>
      </p:grpSp>
      <p:grpSp>
        <p:nvGrpSpPr>
          <p:cNvPr id="15" name="object 15"/>
          <p:cNvGrpSpPr/>
          <p:nvPr/>
        </p:nvGrpSpPr>
        <p:grpSpPr>
          <a:xfrm>
            <a:off x="5493194" y="1256982"/>
            <a:ext cx="949960" cy="958850"/>
            <a:chOff x="5493194" y="1256982"/>
            <a:chExt cx="949960" cy="958850"/>
          </a:xfrm>
        </p:grpSpPr>
        <p:sp>
          <p:nvSpPr>
            <p:cNvPr id="16" name="object 16"/>
            <p:cNvSpPr/>
            <p:nvPr/>
          </p:nvSpPr>
          <p:spPr>
            <a:xfrm>
              <a:off x="5507482" y="1271269"/>
              <a:ext cx="921385" cy="930275"/>
            </a:xfrm>
            <a:custGeom>
              <a:avLst/>
              <a:gdLst/>
              <a:ahLst/>
              <a:cxnLst/>
              <a:rect l="l" t="t" r="r" b="b"/>
              <a:pathLst>
                <a:path w="921385" h="930275">
                  <a:moveTo>
                    <a:pt x="460501" y="0"/>
                  </a:moveTo>
                  <a:lnTo>
                    <a:pt x="413430" y="2400"/>
                  </a:lnTo>
                  <a:lnTo>
                    <a:pt x="367716" y="9445"/>
                  </a:lnTo>
                  <a:lnTo>
                    <a:pt x="323590" y="20903"/>
                  </a:lnTo>
                  <a:lnTo>
                    <a:pt x="281285" y="36538"/>
                  </a:lnTo>
                  <a:lnTo>
                    <a:pt x="241032" y="56118"/>
                  </a:lnTo>
                  <a:lnTo>
                    <a:pt x="203063" y="79409"/>
                  </a:lnTo>
                  <a:lnTo>
                    <a:pt x="167610" y="106178"/>
                  </a:lnTo>
                  <a:lnTo>
                    <a:pt x="134905" y="136191"/>
                  </a:lnTo>
                  <a:lnTo>
                    <a:pt x="105180" y="169215"/>
                  </a:lnTo>
                  <a:lnTo>
                    <a:pt x="78666" y="205016"/>
                  </a:lnTo>
                  <a:lnTo>
                    <a:pt x="55595" y="243362"/>
                  </a:lnTo>
                  <a:lnTo>
                    <a:pt x="36198" y="284017"/>
                  </a:lnTo>
                  <a:lnTo>
                    <a:pt x="20709" y="326750"/>
                  </a:lnTo>
                  <a:lnTo>
                    <a:pt x="9358" y="371325"/>
                  </a:lnTo>
                  <a:lnTo>
                    <a:pt x="2378" y="417511"/>
                  </a:lnTo>
                  <a:lnTo>
                    <a:pt x="0" y="465074"/>
                  </a:lnTo>
                  <a:lnTo>
                    <a:pt x="2378" y="512636"/>
                  </a:lnTo>
                  <a:lnTo>
                    <a:pt x="9358" y="558822"/>
                  </a:lnTo>
                  <a:lnTo>
                    <a:pt x="20709" y="603397"/>
                  </a:lnTo>
                  <a:lnTo>
                    <a:pt x="36198" y="646130"/>
                  </a:lnTo>
                  <a:lnTo>
                    <a:pt x="55595" y="686785"/>
                  </a:lnTo>
                  <a:lnTo>
                    <a:pt x="78666" y="725131"/>
                  </a:lnTo>
                  <a:lnTo>
                    <a:pt x="105180" y="760932"/>
                  </a:lnTo>
                  <a:lnTo>
                    <a:pt x="134905" y="793956"/>
                  </a:lnTo>
                  <a:lnTo>
                    <a:pt x="167610" y="823969"/>
                  </a:lnTo>
                  <a:lnTo>
                    <a:pt x="203063" y="850738"/>
                  </a:lnTo>
                  <a:lnTo>
                    <a:pt x="241032" y="874029"/>
                  </a:lnTo>
                  <a:lnTo>
                    <a:pt x="281285" y="893609"/>
                  </a:lnTo>
                  <a:lnTo>
                    <a:pt x="323590" y="909244"/>
                  </a:lnTo>
                  <a:lnTo>
                    <a:pt x="367716" y="920702"/>
                  </a:lnTo>
                  <a:lnTo>
                    <a:pt x="413430" y="927747"/>
                  </a:lnTo>
                  <a:lnTo>
                    <a:pt x="460501" y="930147"/>
                  </a:lnTo>
                  <a:lnTo>
                    <a:pt x="507594" y="927747"/>
                  </a:lnTo>
                  <a:lnTo>
                    <a:pt x="553324" y="920702"/>
                  </a:lnTo>
                  <a:lnTo>
                    <a:pt x="597460" y="909244"/>
                  </a:lnTo>
                  <a:lnTo>
                    <a:pt x="639772" y="893609"/>
                  </a:lnTo>
                  <a:lnTo>
                    <a:pt x="680027" y="874029"/>
                  </a:lnTo>
                  <a:lnTo>
                    <a:pt x="717996" y="850738"/>
                  </a:lnTo>
                  <a:lnTo>
                    <a:pt x="753445" y="823969"/>
                  </a:lnTo>
                  <a:lnTo>
                    <a:pt x="786145" y="793956"/>
                  </a:lnTo>
                  <a:lnTo>
                    <a:pt x="815864" y="760932"/>
                  </a:lnTo>
                  <a:lnTo>
                    <a:pt x="842371" y="725131"/>
                  </a:lnTo>
                  <a:lnTo>
                    <a:pt x="865434" y="686785"/>
                  </a:lnTo>
                  <a:lnTo>
                    <a:pt x="884822" y="646130"/>
                  </a:lnTo>
                  <a:lnTo>
                    <a:pt x="900305" y="603397"/>
                  </a:lnTo>
                  <a:lnTo>
                    <a:pt x="911650" y="558822"/>
                  </a:lnTo>
                  <a:lnTo>
                    <a:pt x="918627" y="512636"/>
                  </a:lnTo>
                  <a:lnTo>
                    <a:pt x="921003" y="465074"/>
                  </a:lnTo>
                  <a:lnTo>
                    <a:pt x="918627" y="417511"/>
                  </a:lnTo>
                  <a:lnTo>
                    <a:pt x="911650" y="371325"/>
                  </a:lnTo>
                  <a:lnTo>
                    <a:pt x="900305" y="326750"/>
                  </a:lnTo>
                  <a:lnTo>
                    <a:pt x="884822" y="284017"/>
                  </a:lnTo>
                  <a:lnTo>
                    <a:pt x="865434" y="243362"/>
                  </a:lnTo>
                  <a:lnTo>
                    <a:pt x="842371" y="205016"/>
                  </a:lnTo>
                  <a:lnTo>
                    <a:pt x="815864" y="169215"/>
                  </a:lnTo>
                  <a:lnTo>
                    <a:pt x="786145" y="136191"/>
                  </a:lnTo>
                  <a:lnTo>
                    <a:pt x="753445" y="106178"/>
                  </a:lnTo>
                  <a:lnTo>
                    <a:pt x="717996" y="79409"/>
                  </a:lnTo>
                  <a:lnTo>
                    <a:pt x="680027" y="56118"/>
                  </a:lnTo>
                  <a:lnTo>
                    <a:pt x="639772" y="36538"/>
                  </a:lnTo>
                  <a:lnTo>
                    <a:pt x="597460" y="20903"/>
                  </a:lnTo>
                  <a:lnTo>
                    <a:pt x="553324" y="9445"/>
                  </a:lnTo>
                  <a:lnTo>
                    <a:pt x="507594" y="2400"/>
                  </a:lnTo>
                  <a:lnTo>
                    <a:pt x="460501"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object 17"/>
            <p:cNvSpPr/>
            <p:nvPr/>
          </p:nvSpPr>
          <p:spPr>
            <a:xfrm>
              <a:off x="5507482" y="1271269"/>
              <a:ext cx="921385" cy="930275"/>
            </a:xfrm>
            <a:custGeom>
              <a:avLst/>
              <a:gdLst/>
              <a:ahLst/>
              <a:cxnLst/>
              <a:rect l="l" t="t" r="r" b="b"/>
              <a:pathLst>
                <a:path w="921385" h="930275">
                  <a:moveTo>
                    <a:pt x="0" y="465074"/>
                  </a:moveTo>
                  <a:lnTo>
                    <a:pt x="2378" y="417511"/>
                  </a:lnTo>
                  <a:lnTo>
                    <a:pt x="9358" y="371325"/>
                  </a:lnTo>
                  <a:lnTo>
                    <a:pt x="20709" y="326750"/>
                  </a:lnTo>
                  <a:lnTo>
                    <a:pt x="36198" y="284017"/>
                  </a:lnTo>
                  <a:lnTo>
                    <a:pt x="55595" y="243362"/>
                  </a:lnTo>
                  <a:lnTo>
                    <a:pt x="78666" y="205016"/>
                  </a:lnTo>
                  <a:lnTo>
                    <a:pt x="105180" y="169215"/>
                  </a:lnTo>
                  <a:lnTo>
                    <a:pt x="134905" y="136191"/>
                  </a:lnTo>
                  <a:lnTo>
                    <a:pt x="167610" y="106178"/>
                  </a:lnTo>
                  <a:lnTo>
                    <a:pt x="203063" y="79409"/>
                  </a:lnTo>
                  <a:lnTo>
                    <a:pt x="241032" y="56118"/>
                  </a:lnTo>
                  <a:lnTo>
                    <a:pt x="281285" y="36538"/>
                  </a:lnTo>
                  <a:lnTo>
                    <a:pt x="323590" y="20903"/>
                  </a:lnTo>
                  <a:lnTo>
                    <a:pt x="367716" y="9445"/>
                  </a:lnTo>
                  <a:lnTo>
                    <a:pt x="413430" y="2400"/>
                  </a:lnTo>
                  <a:lnTo>
                    <a:pt x="460501" y="0"/>
                  </a:lnTo>
                  <a:lnTo>
                    <a:pt x="507594" y="2400"/>
                  </a:lnTo>
                  <a:lnTo>
                    <a:pt x="553324" y="9445"/>
                  </a:lnTo>
                  <a:lnTo>
                    <a:pt x="597460" y="20903"/>
                  </a:lnTo>
                  <a:lnTo>
                    <a:pt x="639772" y="36538"/>
                  </a:lnTo>
                  <a:lnTo>
                    <a:pt x="680027" y="56118"/>
                  </a:lnTo>
                  <a:lnTo>
                    <a:pt x="717996" y="79409"/>
                  </a:lnTo>
                  <a:lnTo>
                    <a:pt x="753445" y="106178"/>
                  </a:lnTo>
                  <a:lnTo>
                    <a:pt x="786145" y="136191"/>
                  </a:lnTo>
                  <a:lnTo>
                    <a:pt x="815864" y="169215"/>
                  </a:lnTo>
                  <a:lnTo>
                    <a:pt x="842371" y="205016"/>
                  </a:lnTo>
                  <a:lnTo>
                    <a:pt x="865434" y="243362"/>
                  </a:lnTo>
                  <a:lnTo>
                    <a:pt x="884822" y="284017"/>
                  </a:lnTo>
                  <a:lnTo>
                    <a:pt x="900305" y="326750"/>
                  </a:lnTo>
                  <a:lnTo>
                    <a:pt x="911650" y="371325"/>
                  </a:lnTo>
                  <a:lnTo>
                    <a:pt x="918627" y="417511"/>
                  </a:lnTo>
                  <a:lnTo>
                    <a:pt x="921003" y="465074"/>
                  </a:lnTo>
                  <a:lnTo>
                    <a:pt x="918627" y="512636"/>
                  </a:lnTo>
                  <a:lnTo>
                    <a:pt x="911650" y="558822"/>
                  </a:lnTo>
                  <a:lnTo>
                    <a:pt x="900305" y="603397"/>
                  </a:lnTo>
                  <a:lnTo>
                    <a:pt x="884822" y="646130"/>
                  </a:lnTo>
                  <a:lnTo>
                    <a:pt x="865434" y="686785"/>
                  </a:lnTo>
                  <a:lnTo>
                    <a:pt x="842371" y="725131"/>
                  </a:lnTo>
                  <a:lnTo>
                    <a:pt x="815864" y="760932"/>
                  </a:lnTo>
                  <a:lnTo>
                    <a:pt x="786145" y="793956"/>
                  </a:lnTo>
                  <a:lnTo>
                    <a:pt x="753445" y="823969"/>
                  </a:lnTo>
                  <a:lnTo>
                    <a:pt x="717996" y="850738"/>
                  </a:lnTo>
                  <a:lnTo>
                    <a:pt x="680027" y="874029"/>
                  </a:lnTo>
                  <a:lnTo>
                    <a:pt x="639772" y="893609"/>
                  </a:lnTo>
                  <a:lnTo>
                    <a:pt x="597460" y="909244"/>
                  </a:lnTo>
                  <a:lnTo>
                    <a:pt x="553324" y="920702"/>
                  </a:lnTo>
                  <a:lnTo>
                    <a:pt x="507594" y="927747"/>
                  </a:lnTo>
                  <a:lnTo>
                    <a:pt x="460501" y="930147"/>
                  </a:lnTo>
                  <a:lnTo>
                    <a:pt x="413430" y="927747"/>
                  </a:lnTo>
                  <a:lnTo>
                    <a:pt x="367716" y="920702"/>
                  </a:lnTo>
                  <a:lnTo>
                    <a:pt x="323590" y="909244"/>
                  </a:lnTo>
                  <a:lnTo>
                    <a:pt x="281285" y="893609"/>
                  </a:lnTo>
                  <a:lnTo>
                    <a:pt x="241032" y="874029"/>
                  </a:lnTo>
                  <a:lnTo>
                    <a:pt x="203063" y="850738"/>
                  </a:lnTo>
                  <a:lnTo>
                    <a:pt x="167610" y="823969"/>
                  </a:lnTo>
                  <a:lnTo>
                    <a:pt x="134905" y="793956"/>
                  </a:lnTo>
                  <a:lnTo>
                    <a:pt x="105180" y="760932"/>
                  </a:lnTo>
                  <a:lnTo>
                    <a:pt x="78666" y="725131"/>
                  </a:lnTo>
                  <a:lnTo>
                    <a:pt x="55595" y="686785"/>
                  </a:lnTo>
                  <a:lnTo>
                    <a:pt x="36198" y="646130"/>
                  </a:lnTo>
                  <a:lnTo>
                    <a:pt x="20709" y="603397"/>
                  </a:lnTo>
                  <a:lnTo>
                    <a:pt x="9358" y="558822"/>
                  </a:lnTo>
                  <a:lnTo>
                    <a:pt x="2378" y="512636"/>
                  </a:lnTo>
                  <a:lnTo>
                    <a:pt x="0" y="465074"/>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8" name="object 18"/>
            <p:cNvSpPr/>
            <p:nvPr/>
          </p:nvSpPr>
          <p:spPr>
            <a:xfrm>
              <a:off x="5710624" y="1486593"/>
              <a:ext cx="523240" cy="167640"/>
            </a:xfrm>
            <a:custGeom>
              <a:avLst/>
              <a:gdLst/>
              <a:ahLst/>
              <a:cxnLst/>
              <a:rect l="l" t="t" r="r" b="b"/>
              <a:pathLst>
                <a:path w="523239" h="167639">
                  <a:moveTo>
                    <a:pt x="0" y="167071"/>
                  </a:moveTo>
                  <a:lnTo>
                    <a:pt x="523242" y="167071"/>
                  </a:lnTo>
                  <a:lnTo>
                    <a:pt x="523242" y="0"/>
                  </a:lnTo>
                  <a:lnTo>
                    <a:pt x="0" y="0"/>
                  </a:lnTo>
                  <a:lnTo>
                    <a:pt x="0" y="167071"/>
                  </a:lnTo>
                  <a:close/>
                </a:path>
              </a:pathLst>
            </a:custGeom>
            <a:ln w="20186">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9" name="object 19"/>
            <p:cNvSpPr/>
            <p:nvPr/>
          </p:nvSpPr>
          <p:spPr>
            <a:xfrm>
              <a:off x="5736786" y="1513017"/>
              <a:ext cx="52705" cy="114300"/>
            </a:xfrm>
            <a:custGeom>
              <a:avLst/>
              <a:gdLst/>
              <a:ahLst/>
              <a:cxnLst/>
              <a:rect l="l" t="t" r="r" b="b"/>
              <a:pathLst>
                <a:path w="52704" h="114300">
                  <a:moveTo>
                    <a:pt x="52320" y="0"/>
                  </a:moveTo>
                  <a:lnTo>
                    <a:pt x="0" y="0"/>
                  </a:lnTo>
                  <a:lnTo>
                    <a:pt x="26162" y="0"/>
                  </a:lnTo>
                  <a:lnTo>
                    <a:pt x="26162" y="114222"/>
                  </a:lnTo>
                  <a:lnTo>
                    <a:pt x="0" y="114222"/>
                  </a:lnTo>
                  <a:lnTo>
                    <a:pt x="52320" y="114222"/>
                  </a:lnTo>
                </a:path>
              </a:pathLst>
            </a:custGeom>
            <a:ln w="20038">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20" name="object 20"/>
            <p:cNvPicPr/>
            <p:nvPr/>
          </p:nvPicPr>
          <p:blipFill>
            <a:blip r:embed="rId4" cstate="print"/>
            <a:stretch>
              <a:fillRect/>
            </a:stretch>
          </p:blipFill>
          <p:spPr>
            <a:xfrm>
              <a:off x="6058449" y="1486593"/>
              <a:ext cx="163523" cy="166219"/>
            </a:xfrm>
            <a:prstGeom prst="rect">
              <a:avLst/>
            </a:prstGeom>
          </p:spPr>
        </p:pic>
        <p:sp>
          <p:nvSpPr>
            <p:cNvPr id="21" name="object 21"/>
            <p:cNvSpPr/>
            <p:nvPr/>
          </p:nvSpPr>
          <p:spPr>
            <a:xfrm>
              <a:off x="5710624" y="1750838"/>
              <a:ext cx="523240" cy="71120"/>
            </a:xfrm>
            <a:custGeom>
              <a:avLst/>
              <a:gdLst/>
              <a:ahLst/>
              <a:cxnLst/>
              <a:rect l="l" t="t" r="r" b="b"/>
              <a:pathLst>
                <a:path w="523239" h="71119">
                  <a:moveTo>
                    <a:pt x="0" y="0"/>
                  </a:moveTo>
                  <a:lnTo>
                    <a:pt x="70043" y="0"/>
                  </a:lnTo>
                  <a:lnTo>
                    <a:pt x="70043" y="70749"/>
                  </a:lnTo>
                  <a:lnTo>
                    <a:pt x="0" y="70749"/>
                  </a:lnTo>
                  <a:lnTo>
                    <a:pt x="0" y="0"/>
                  </a:lnTo>
                  <a:close/>
                </a:path>
                <a:path w="523239" h="71119">
                  <a:moveTo>
                    <a:pt x="227016" y="0"/>
                  </a:moveTo>
                  <a:lnTo>
                    <a:pt x="523239" y="0"/>
                  </a:lnTo>
                </a:path>
              </a:pathLst>
            </a:custGeom>
            <a:ln w="201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2" name="object 22"/>
            <p:cNvSpPr/>
            <p:nvPr/>
          </p:nvSpPr>
          <p:spPr>
            <a:xfrm>
              <a:off x="5832992" y="1750839"/>
              <a:ext cx="69215" cy="0"/>
            </a:xfrm>
            <a:custGeom>
              <a:avLst/>
              <a:gdLst/>
              <a:ahLst/>
              <a:cxnLst/>
              <a:rect l="l" t="t" r="r" b="b"/>
              <a:pathLst>
                <a:path w="69214">
                  <a:moveTo>
                    <a:pt x="0" y="0"/>
                  </a:moveTo>
                  <a:lnTo>
                    <a:pt x="69203" y="0"/>
                  </a:lnTo>
                </a:path>
              </a:pathLst>
            </a:custGeom>
            <a:ln w="202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3" name="object 23"/>
            <p:cNvSpPr/>
            <p:nvPr/>
          </p:nvSpPr>
          <p:spPr>
            <a:xfrm>
              <a:off x="5710624" y="1821588"/>
              <a:ext cx="523240" cy="168275"/>
            </a:xfrm>
            <a:custGeom>
              <a:avLst/>
              <a:gdLst/>
              <a:ahLst/>
              <a:cxnLst/>
              <a:rect l="l" t="t" r="r" b="b"/>
              <a:pathLst>
                <a:path w="523239" h="168275">
                  <a:moveTo>
                    <a:pt x="122367" y="0"/>
                  </a:moveTo>
                  <a:lnTo>
                    <a:pt x="523239" y="0"/>
                  </a:lnTo>
                </a:path>
                <a:path w="523239" h="168275">
                  <a:moveTo>
                    <a:pt x="0" y="97174"/>
                  </a:moveTo>
                  <a:lnTo>
                    <a:pt x="70043" y="97174"/>
                  </a:lnTo>
                  <a:lnTo>
                    <a:pt x="70043" y="167922"/>
                  </a:lnTo>
                  <a:lnTo>
                    <a:pt x="0" y="167922"/>
                  </a:lnTo>
                  <a:lnTo>
                    <a:pt x="0" y="97174"/>
                  </a:lnTo>
                  <a:close/>
                </a:path>
                <a:path w="523239" h="168275">
                  <a:moveTo>
                    <a:pt x="227016" y="97174"/>
                  </a:moveTo>
                  <a:lnTo>
                    <a:pt x="523239" y="97174"/>
                  </a:lnTo>
                </a:path>
              </a:pathLst>
            </a:custGeom>
            <a:ln w="201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4" name="object 24"/>
            <p:cNvSpPr/>
            <p:nvPr/>
          </p:nvSpPr>
          <p:spPr>
            <a:xfrm>
              <a:off x="5832992" y="1918762"/>
              <a:ext cx="69215" cy="0"/>
            </a:xfrm>
            <a:custGeom>
              <a:avLst/>
              <a:gdLst/>
              <a:ahLst/>
              <a:cxnLst/>
              <a:rect l="l" t="t" r="r" b="b"/>
              <a:pathLst>
                <a:path w="69214">
                  <a:moveTo>
                    <a:pt x="0" y="0"/>
                  </a:moveTo>
                  <a:lnTo>
                    <a:pt x="69203" y="0"/>
                  </a:lnTo>
                </a:path>
              </a:pathLst>
            </a:custGeom>
            <a:ln w="202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5" name="object 25"/>
            <p:cNvSpPr/>
            <p:nvPr/>
          </p:nvSpPr>
          <p:spPr>
            <a:xfrm>
              <a:off x="5832992" y="1989511"/>
              <a:ext cx="401320" cy="0"/>
            </a:xfrm>
            <a:custGeom>
              <a:avLst/>
              <a:gdLst/>
              <a:ahLst/>
              <a:cxnLst/>
              <a:rect l="l" t="t" r="r" b="b"/>
              <a:pathLst>
                <a:path w="401320">
                  <a:moveTo>
                    <a:pt x="0" y="0"/>
                  </a:moveTo>
                  <a:lnTo>
                    <a:pt x="400871" y="0"/>
                  </a:lnTo>
                </a:path>
              </a:pathLst>
            </a:custGeom>
            <a:ln w="202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26" name="object 26"/>
          <p:cNvGrpSpPr/>
          <p:nvPr/>
        </p:nvGrpSpPr>
        <p:grpSpPr>
          <a:xfrm>
            <a:off x="9490011" y="418020"/>
            <a:ext cx="949960" cy="958850"/>
            <a:chOff x="9490011" y="418020"/>
            <a:chExt cx="949960" cy="958850"/>
          </a:xfrm>
        </p:grpSpPr>
        <p:sp>
          <p:nvSpPr>
            <p:cNvPr id="27" name="object 27"/>
            <p:cNvSpPr/>
            <p:nvPr/>
          </p:nvSpPr>
          <p:spPr>
            <a:xfrm>
              <a:off x="9504298" y="432308"/>
              <a:ext cx="921385" cy="930275"/>
            </a:xfrm>
            <a:custGeom>
              <a:avLst/>
              <a:gdLst/>
              <a:ahLst/>
              <a:cxnLst/>
              <a:rect l="l" t="t" r="r" b="b"/>
              <a:pathLst>
                <a:path w="921384" h="930275">
                  <a:moveTo>
                    <a:pt x="460501" y="0"/>
                  </a:moveTo>
                  <a:lnTo>
                    <a:pt x="413430" y="2400"/>
                  </a:lnTo>
                  <a:lnTo>
                    <a:pt x="367716" y="9445"/>
                  </a:lnTo>
                  <a:lnTo>
                    <a:pt x="323590" y="20903"/>
                  </a:lnTo>
                  <a:lnTo>
                    <a:pt x="281285" y="36538"/>
                  </a:lnTo>
                  <a:lnTo>
                    <a:pt x="241032" y="56118"/>
                  </a:lnTo>
                  <a:lnTo>
                    <a:pt x="203063" y="79409"/>
                  </a:lnTo>
                  <a:lnTo>
                    <a:pt x="167610" y="106178"/>
                  </a:lnTo>
                  <a:lnTo>
                    <a:pt x="134905" y="136191"/>
                  </a:lnTo>
                  <a:lnTo>
                    <a:pt x="105180" y="169215"/>
                  </a:lnTo>
                  <a:lnTo>
                    <a:pt x="78666" y="205016"/>
                  </a:lnTo>
                  <a:lnTo>
                    <a:pt x="55595" y="243362"/>
                  </a:lnTo>
                  <a:lnTo>
                    <a:pt x="36198" y="284017"/>
                  </a:lnTo>
                  <a:lnTo>
                    <a:pt x="20709" y="326750"/>
                  </a:lnTo>
                  <a:lnTo>
                    <a:pt x="9358" y="371325"/>
                  </a:lnTo>
                  <a:lnTo>
                    <a:pt x="2378" y="417511"/>
                  </a:lnTo>
                  <a:lnTo>
                    <a:pt x="0" y="465074"/>
                  </a:lnTo>
                  <a:lnTo>
                    <a:pt x="2378" y="512615"/>
                  </a:lnTo>
                  <a:lnTo>
                    <a:pt x="9358" y="558785"/>
                  </a:lnTo>
                  <a:lnTo>
                    <a:pt x="20709" y="603350"/>
                  </a:lnTo>
                  <a:lnTo>
                    <a:pt x="36198" y="646076"/>
                  </a:lnTo>
                  <a:lnTo>
                    <a:pt x="55595" y="686729"/>
                  </a:lnTo>
                  <a:lnTo>
                    <a:pt x="78666" y="725075"/>
                  </a:lnTo>
                  <a:lnTo>
                    <a:pt x="105180" y="760879"/>
                  </a:lnTo>
                  <a:lnTo>
                    <a:pt x="134905" y="793908"/>
                  </a:lnTo>
                  <a:lnTo>
                    <a:pt x="167610" y="823928"/>
                  </a:lnTo>
                  <a:lnTo>
                    <a:pt x="203063" y="850705"/>
                  </a:lnTo>
                  <a:lnTo>
                    <a:pt x="241032" y="874004"/>
                  </a:lnTo>
                  <a:lnTo>
                    <a:pt x="281285" y="893591"/>
                  </a:lnTo>
                  <a:lnTo>
                    <a:pt x="323590" y="909234"/>
                  </a:lnTo>
                  <a:lnTo>
                    <a:pt x="367716" y="920696"/>
                  </a:lnTo>
                  <a:lnTo>
                    <a:pt x="413430" y="927746"/>
                  </a:lnTo>
                  <a:lnTo>
                    <a:pt x="460501" y="930147"/>
                  </a:lnTo>
                  <a:lnTo>
                    <a:pt x="507594" y="927746"/>
                  </a:lnTo>
                  <a:lnTo>
                    <a:pt x="553324" y="920696"/>
                  </a:lnTo>
                  <a:lnTo>
                    <a:pt x="597460" y="909234"/>
                  </a:lnTo>
                  <a:lnTo>
                    <a:pt x="639772" y="893591"/>
                  </a:lnTo>
                  <a:lnTo>
                    <a:pt x="680027" y="874004"/>
                  </a:lnTo>
                  <a:lnTo>
                    <a:pt x="717996" y="850705"/>
                  </a:lnTo>
                  <a:lnTo>
                    <a:pt x="753445" y="823928"/>
                  </a:lnTo>
                  <a:lnTo>
                    <a:pt x="786145" y="793908"/>
                  </a:lnTo>
                  <a:lnTo>
                    <a:pt x="815864" y="760879"/>
                  </a:lnTo>
                  <a:lnTo>
                    <a:pt x="842371" y="725075"/>
                  </a:lnTo>
                  <a:lnTo>
                    <a:pt x="865434" y="686729"/>
                  </a:lnTo>
                  <a:lnTo>
                    <a:pt x="884822" y="646076"/>
                  </a:lnTo>
                  <a:lnTo>
                    <a:pt x="900305" y="603350"/>
                  </a:lnTo>
                  <a:lnTo>
                    <a:pt x="911650" y="558785"/>
                  </a:lnTo>
                  <a:lnTo>
                    <a:pt x="918627" y="512615"/>
                  </a:lnTo>
                  <a:lnTo>
                    <a:pt x="921003" y="465074"/>
                  </a:lnTo>
                  <a:lnTo>
                    <a:pt x="918627" y="417511"/>
                  </a:lnTo>
                  <a:lnTo>
                    <a:pt x="911650" y="371325"/>
                  </a:lnTo>
                  <a:lnTo>
                    <a:pt x="900305" y="326750"/>
                  </a:lnTo>
                  <a:lnTo>
                    <a:pt x="884822" y="284017"/>
                  </a:lnTo>
                  <a:lnTo>
                    <a:pt x="865434" y="243362"/>
                  </a:lnTo>
                  <a:lnTo>
                    <a:pt x="842371" y="205016"/>
                  </a:lnTo>
                  <a:lnTo>
                    <a:pt x="815864" y="169215"/>
                  </a:lnTo>
                  <a:lnTo>
                    <a:pt x="786145" y="136191"/>
                  </a:lnTo>
                  <a:lnTo>
                    <a:pt x="753445" y="106178"/>
                  </a:lnTo>
                  <a:lnTo>
                    <a:pt x="717996" y="79409"/>
                  </a:lnTo>
                  <a:lnTo>
                    <a:pt x="680027" y="56118"/>
                  </a:lnTo>
                  <a:lnTo>
                    <a:pt x="639772" y="36538"/>
                  </a:lnTo>
                  <a:lnTo>
                    <a:pt x="597460" y="20903"/>
                  </a:lnTo>
                  <a:lnTo>
                    <a:pt x="553324" y="9445"/>
                  </a:lnTo>
                  <a:lnTo>
                    <a:pt x="507594" y="2400"/>
                  </a:lnTo>
                  <a:lnTo>
                    <a:pt x="460501"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8" name="object 28"/>
            <p:cNvSpPr/>
            <p:nvPr/>
          </p:nvSpPr>
          <p:spPr>
            <a:xfrm>
              <a:off x="9504298" y="432308"/>
              <a:ext cx="921385" cy="930275"/>
            </a:xfrm>
            <a:custGeom>
              <a:avLst/>
              <a:gdLst/>
              <a:ahLst/>
              <a:cxnLst/>
              <a:rect l="l" t="t" r="r" b="b"/>
              <a:pathLst>
                <a:path w="921384" h="930275">
                  <a:moveTo>
                    <a:pt x="0" y="465074"/>
                  </a:moveTo>
                  <a:lnTo>
                    <a:pt x="2378" y="417511"/>
                  </a:lnTo>
                  <a:lnTo>
                    <a:pt x="9358" y="371325"/>
                  </a:lnTo>
                  <a:lnTo>
                    <a:pt x="20709" y="326750"/>
                  </a:lnTo>
                  <a:lnTo>
                    <a:pt x="36198" y="284017"/>
                  </a:lnTo>
                  <a:lnTo>
                    <a:pt x="55595" y="243362"/>
                  </a:lnTo>
                  <a:lnTo>
                    <a:pt x="78666" y="205016"/>
                  </a:lnTo>
                  <a:lnTo>
                    <a:pt x="105180" y="169215"/>
                  </a:lnTo>
                  <a:lnTo>
                    <a:pt x="134905" y="136191"/>
                  </a:lnTo>
                  <a:lnTo>
                    <a:pt x="167610" y="106178"/>
                  </a:lnTo>
                  <a:lnTo>
                    <a:pt x="203063" y="79409"/>
                  </a:lnTo>
                  <a:lnTo>
                    <a:pt x="241032" y="56118"/>
                  </a:lnTo>
                  <a:lnTo>
                    <a:pt x="281285" y="36538"/>
                  </a:lnTo>
                  <a:lnTo>
                    <a:pt x="323590" y="20903"/>
                  </a:lnTo>
                  <a:lnTo>
                    <a:pt x="367716" y="9445"/>
                  </a:lnTo>
                  <a:lnTo>
                    <a:pt x="413430" y="2400"/>
                  </a:lnTo>
                  <a:lnTo>
                    <a:pt x="460501" y="0"/>
                  </a:lnTo>
                  <a:lnTo>
                    <a:pt x="507594" y="2400"/>
                  </a:lnTo>
                  <a:lnTo>
                    <a:pt x="553324" y="9445"/>
                  </a:lnTo>
                  <a:lnTo>
                    <a:pt x="597460" y="20903"/>
                  </a:lnTo>
                  <a:lnTo>
                    <a:pt x="639772" y="36538"/>
                  </a:lnTo>
                  <a:lnTo>
                    <a:pt x="680027" y="56118"/>
                  </a:lnTo>
                  <a:lnTo>
                    <a:pt x="717996" y="79409"/>
                  </a:lnTo>
                  <a:lnTo>
                    <a:pt x="753445" y="106178"/>
                  </a:lnTo>
                  <a:lnTo>
                    <a:pt x="786145" y="136191"/>
                  </a:lnTo>
                  <a:lnTo>
                    <a:pt x="815864" y="169215"/>
                  </a:lnTo>
                  <a:lnTo>
                    <a:pt x="842371" y="205016"/>
                  </a:lnTo>
                  <a:lnTo>
                    <a:pt x="865434" y="243362"/>
                  </a:lnTo>
                  <a:lnTo>
                    <a:pt x="884822" y="284017"/>
                  </a:lnTo>
                  <a:lnTo>
                    <a:pt x="900305" y="326750"/>
                  </a:lnTo>
                  <a:lnTo>
                    <a:pt x="911650" y="371325"/>
                  </a:lnTo>
                  <a:lnTo>
                    <a:pt x="918627" y="417511"/>
                  </a:lnTo>
                  <a:lnTo>
                    <a:pt x="921003" y="465074"/>
                  </a:lnTo>
                  <a:lnTo>
                    <a:pt x="918627" y="512615"/>
                  </a:lnTo>
                  <a:lnTo>
                    <a:pt x="911650" y="558785"/>
                  </a:lnTo>
                  <a:lnTo>
                    <a:pt x="900305" y="603350"/>
                  </a:lnTo>
                  <a:lnTo>
                    <a:pt x="884822" y="646076"/>
                  </a:lnTo>
                  <a:lnTo>
                    <a:pt x="865434" y="686729"/>
                  </a:lnTo>
                  <a:lnTo>
                    <a:pt x="842371" y="725075"/>
                  </a:lnTo>
                  <a:lnTo>
                    <a:pt x="815864" y="760879"/>
                  </a:lnTo>
                  <a:lnTo>
                    <a:pt x="786145" y="793908"/>
                  </a:lnTo>
                  <a:lnTo>
                    <a:pt x="753445" y="823928"/>
                  </a:lnTo>
                  <a:lnTo>
                    <a:pt x="717996" y="850705"/>
                  </a:lnTo>
                  <a:lnTo>
                    <a:pt x="680027" y="874004"/>
                  </a:lnTo>
                  <a:lnTo>
                    <a:pt x="639772" y="893591"/>
                  </a:lnTo>
                  <a:lnTo>
                    <a:pt x="597460" y="909234"/>
                  </a:lnTo>
                  <a:lnTo>
                    <a:pt x="553324" y="920696"/>
                  </a:lnTo>
                  <a:lnTo>
                    <a:pt x="507594" y="927746"/>
                  </a:lnTo>
                  <a:lnTo>
                    <a:pt x="460501" y="930147"/>
                  </a:lnTo>
                  <a:lnTo>
                    <a:pt x="413430" y="927746"/>
                  </a:lnTo>
                  <a:lnTo>
                    <a:pt x="367716" y="920696"/>
                  </a:lnTo>
                  <a:lnTo>
                    <a:pt x="323590" y="909234"/>
                  </a:lnTo>
                  <a:lnTo>
                    <a:pt x="281285" y="893591"/>
                  </a:lnTo>
                  <a:lnTo>
                    <a:pt x="241032" y="874004"/>
                  </a:lnTo>
                  <a:lnTo>
                    <a:pt x="203063" y="850705"/>
                  </a:lnTo>
                  <a:lnTo>
                    <a:pt x="167610" y="823928"/>
                  </a:lnTo>
                  <a:lnTo>
                    <a:pt x="134905" y="793908"/>
                  </a:lnTo>
                  <a:lnTo>
                    <a:pt x="105180" y="760879"/>
                  </a:lnTo>
                  <a:lnTo>
                    <a:pt x="78666" y="725075"/>
                  </a:lnTo>
                  <a:lnTo>
                    <a:pt x="55595" y="686729"/>
                  </a:lnTo>
                  <a:lnTo>
                    <a:pt x="36198" y="646076"/>
                  </a:lnTo>
                  <a:lnTo>
                    <a:pt x="20709" y="603350"/>
                  </a:lnTo>
                  <a:lnTo>
                    <a:pt x="9358" y="558785"/>
                  </a:lnTo>
                  <a:lnTo>
                    <a:pt x="2378" y="512615"/>
                  </a:lnTo>
                  <a:lnTo>
                    <a:pt x="0" y="465074"/>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9" name="object 29"/>
            <p:cNvSpPr/>
            <p:nvPr/>
          </p:nvSpPr>
          <p:spPr>
            <a:xfrm>
              <a:off x="9704901" y="904205"/>
              <a:ext cx="53340" cy="0"/>
            </a:xfrm>
            <a:custGeom>
              <a:avLst/>
              <a:gdLst/>
              <a:ahLst/>
              <a:cxnLst/>
              <a:rect l="l" t="t" r="r" b="b"/>
              <a:pathLst>
                <a:path w="53340">
                  <a:moveTo>
                    <a:pt x="0" y="0"/>
                  </a:moveTo>
                  <a:lnTo>
                    <a:pt x="53168" y="0"/>
                  </a:lnTo>
                </a:path>
              </a:pathLst>
            </a:custGeom>
            <a:ln w="202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0" name="object 30"/>
            <p:cNvSpPr/>
            <p:nvPr/>
          </p:nvSpPr>
          <p:spPr>
            <a:xfrm>
              <a:off x="9782540" y="641664"/>
              <a:ext cx="368300" cy="113664"/>
            </a:xfrm>
            <a:custGeom>
              <a:avLst/>
              <a:gdLst/>
              <a:ahLst/>
              <a:cxnLst/>
              <a:rect l="l" t="t" r="r" b="b"/>
              <a:pathLst>
                <a:path w="368300" h="113665">
                  <a:moveTo>
                    <a:pt x="0" y="75864"/>
                  </a:moveTo>
                  <a:lnTo>
                    <a:pt x="36289" y="113369"/>
                  </a:lnTo>
                </a:path>
                <a:path w="368300" h="113665">
                  <a:moveTo>
                    <a:pt x="183978" y="0"/>
                  </a:moveTo>
                  <a:lnTo>
                    <a:pt x="183978" y="51996"/>
                  </a:lnTo>
                </a:path>
                <a:path w="368300" h="113665">
                  <a:moveTo>
                    <a:pt x="367957" y="75864"/>
                  </a:moveTo>
                  <a:lnTo>
                    <a:pt x="331668" y="113369"/>
                  </a:lnTo>
                </a:path>
              </a:pathLst>
            </a:custGeom>
            <a:ln w="201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1" name="object 31"/>
            <p:cNvSpPr/>
            <p:nvPr/>
          </p:nvSpPr>
          <p:spPr>
            <a:xfrm>
              <a:off x="10174972" y="904205"/>
              <a:ext cx="53340" cy="0"/>
            </a:xfrm>
            <a:custGeom>
              <a:avLst/>
              <a:gdLst/>
              <a:ahLst/>
              <a:cxnLst/>
              <a:rect l="l" t="t" r="r" b="b"/>
              <a:pathLst>
                <a:path w="53340">
                  <a:moveTo>
                    <a:pt x="53168" y="0"/>
                  </a:moveTo>
                  <a:lnTo>
                    <a:pt x="0" y="0"/>
                  </a:lnTo>
                </a:path>
              </a:pathLst>
            </a:custGeom>
            <a:ln w="202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2" name="object 32"/>
            <p:cNvSpPr/>
            <p:nvPr/>
          </p:nvSpPr>
          <p:spPr>
            <a:xfrm>
              <a:off x="9818829" y="755034"/>
              <a:ext cx="295910" cy="401955"/>
            </a:xfrm>
            <a:custGeom>
              <a:avLst/>
              <a:gdLst/>
              <a:ahLst/>
              <a:cxnLst/>
              <a:rect l="l" t="t" r="r" b="b"/>
              <a:pathLst>
                <a:path w="295909" h="401955">
                  <a:moveTo>
                    <a:pt x="147689" y="0"/>
                  </a:moveTo>
                  <a:lnTo>
                    <a:pt x="100894" y="7576"/>
                  </a:lnTo>
                  <a:lnTo>
                    <a:pt x="60338" y="28695"/>
                  </a:lnTo>
                  <a:lnTo>
                    <a:pt x="28410" y="60943"/>
                  </a:lnTo>
                  <a:lnTo>
                    <a:pt x="7500" y="101906"/>
                  </a:lnTo>
                  <a:lnTo>
                    <a:pt x="0" y="149170"/>
                  </a:lnTo>
                  <a:lnTo>
                    <a:pt x="6342" y="192656"/>
                  </a:lnTo>
                  <a:lnTo>
                    <a:pt x="24157" y="231108"/>
                  </a:lnTo>
                  <a:lnTo>
                    <a:pt x="51625" y="262687"/>
                  </a:lnTo>
                  <a:lnTo>
                    <a:pt x="86925" y="285555"/>
                  </a:lnTo>
                  <a:lnTo>
                    <a:pt x="86926" y="360566"/>
                  </a:lnTo>
                  <a:lnTo>
                    <a:pt x="147689" y="360566"/>
                  </a:lnTo>
                  <a:lnTo>
                    <a:pt x="208453" y="360566"/>
                  </a:lnTo>
                  <a:lnTo>
                    <a:pt x="208453" y="285555"/>
                  </a:lnTo>
                  <a:lnTo>
                    <a:pt x="243753" y="262207"/>
                  </a:lnTo>
                  <a:lnTo>
                    <a:pt x="271221" y="230469"/>
                  </a:lnTo>
                  <a:lnTo>
                    <a:pt x="289036" y="192177"/>
                  </a:lnTo>
                  <a:lnTo>
                    <a:pt x="295378" y="149170"/>
                  </a:lnTo>
                  <a:lnTo>
                    <a:pt x="287877" y="101906"/>
                  </a:lnTo>
                  <a:lnTo>
                    <a:pt x="266968" y="60943"/>
                  </a:lnTo>
                  <a:lnTo>
                    <a:pt x="235040" y="28695"/>
                  </a:lnTo>
                  <a:lnTo>
                    <a:pt x="194484" y="7576"/>
                  </a:lnTo>
                  <a:lnTo>
                    <a:pt x="147689" y="0"/>
                  </a:lnTo>
                  <a:close/>
                </a:path>
                <a:path w="295909" h="401955">
                  <a:moveTo>
                    <a:pt x="82706" y="401481"/>
                  </a:moveTo>
                  <a:lnTo>
                    <a:pt x="212673" y="401481"/>
                  </a:lnTo>
                </a:path>
              </a:pathLst>
            </a:custGeom>
            <a:ln w="20104">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33" name="object 33"/>
          <p:cNvSpPr/>
          <p:nvPr/>
        </p:nvSpPr>
        <p:spPr>
          <a:xfrm>
            <a:off x="554736" y="1807591"/>
            <a:ext cx="11082655" cy="1696720"/>
          </a:xfrm>
          <a:custGeom>
            <a:avLst/>
            <a:gdLst/>
            <a:ahLst/>
            <a:cxnLst/>
            <a:rect l="l" t="t" r="r" b="b"/>
            <a:pathLst>
              <a:path w="11082655" h="1696720">
                <a:moveTo>
                  <a:pt x="0" y="1696212"/>
                </a:moveTo>
                <a:lnTo>
                  <a:pt x="3289935" y="1696212"/>
                </a:lnTo>
              </a:path>
              <a:path w="11082655" h="1696720">
                <a:moveTo>
                  <a:pt x="3289935" y="847598"/>
                </a:moveTo>
                <a:lnTo>
                  <a:pt x="7536688" y="847598"/>
                </a:lnTo>
              </a:path>
              <a:path w="11082655" h="1696720">
                <a:moveTo>
                  <a:pt x="7536688" y="0"/>
                </a:moveTo>
                <a:lnTo>
                  <a:pt x="11082528" y="0"/>
                </a:lnTo>
              </a:path>
              <a:path w="11082655" h="1696720">
                <a:moveTo>
                  <a:pt x="3289935" y="847598"/>
                </a:moveTo>
                <a:lnTo>
                  <a:pt x="3289935" y="1696212"/>
                </a:lnTo>
              </a:path>
              <a:path w="11082655" h="1696720">
                <a:moveTo>
                  <a:pt x="7536688" y="0"/>
                </a:moveTo>
                <a:lnTo>
                  <a:pt x="7536688" y="847598"/>
                </a:lnTo>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4" name="object 34"/>
          <p:cNvSpPr txBox="1"/>
          <p:nvPr/>
        </p:nvSpPr>
        <p:spPr>
          <a:xfrm>
            <a:off x="8914510" y="1396110"/>
            <a:ext cx="2101850" cy="299720"/>
          </a:xfrm>
          <a:prstGeom prst="rect">
            <a:avLst/>
          </a:prstGeom>
        </p:spPr>
        <p:txBody>
          <a:bodyPr vert="horz" wrap="square" lIns="0" tIns="12700" rIns="0" bIns="0" rtlCol="0">
            <a:spAutoFit/>
          </a:bodyPr>
          <a:lstStyle/>
          <a:p>
            <a:pPr marL="381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0A9F4"/>
                </a:solidFill>
                <a:effectLst/>
                <a:uLnTx/>
                <a:uFillTx/>
                <a:latin typeface="Arial"/>
                <a:ea typeface="+mn-ea"/>
                <a:cs typeface="Arial"/>
              </a:rPr>
              <a:t>Answer</a:t>
            </a:r>
            <a:r>
              <a:rPr kumimoji="0" sz="1800" b="1" i="0" u="none" strike="noStrike" kern="0" cap="none" spc="-25" normalizeH="0" baseline="0" noProof="0" dirty="0">
                <a:ln>
                  <a:noFill/>
                </a:ln>
                <a:solidFill>
                  <a:srgbClr val="00A9F4"/>
                </a:solidFill>
                <a:effectLst/>
                <a:uLnTx/>
                <a:uFillTx/>
                <a:latin typeface="Arial"/>
                <a:ea typeface="+mn-ea"/>
                <a:cs typeface="Arial"/>
              </a:rPr>
              <a:t> </a:t>
            </a:r>
            <a:r>
              <a:rPr kumimoji="0" sz="1800" b="1" i="0" u="none" strike="noStrike" kern="0" cap="none" spc="-10" normalizeH="0" baseline="0" noProof="0" dirty="0">
                <a:ln>
                  <a:noFill/>
                </a:ln>
                <a:solidFill>
                  <a:srgbClr val="00A9F4"/>
                </a:solidFill>
                <a:effectLst/>
                <a:uLnTx/>
                <a:uFillTx/>
                <a:latin typeface="Arial"/>
                <a:ea typeface="+mn-ea"/>
                <a:cs typeface="Arial"/>
              </a:rPr>
              <a:t>synthesis</a:t>
            </a:r>
            <a:r>
              <a:rPr kumimoji="0" sz="1800" b="1" i="0" u="none" strike="noStrike" kern="0" cap="none" spc="-15" normalizeH="0" baseline="25462" noProof="0" dirty="0">
                <a:ln>
                  <a:noFill/>
                </a:ln>
                <a:solidFill>
                  <a:srgbClr val="00A9F4"/>
                </a:solidFill>
                <a:effectLst/>
                <a:uLnTx/>
                <a:uFillTx/>
                <a:latin typeface="Arial"/>
                <a:ea typeface="+mn-ea"/>
                <a:cs typeface="Arial"/>
              </a:rPr>
              <a:t>2</a:t>
            </a:r>
            <a:endParaRPr kumimoji="0" sz="1800" b="0" i="0" u="none" strike="noStrike" kern="0" cap="none" spc="0" normalizeH="0" baseline="25462" noProof="0">
              <a:ln>
                <a:noFill/>
              </a:ln>
              <a:solidFill>
                <a:sysClr val="windowText" lastClr="000000"/>
              </a:solidFill>
              <a:effectLst/>
              <a:uLnTx/>
              <a:uFillTx/>
              <a:latin typeface="Arial"/>
              <a:ea typeface="+mn-ea"/>
              <a:cs typeface="Arial"/>
            </a:endParaRPr>
          </a:p>
        </p:txBody>
      </p:sp>
      <p:sp>
        <p:nvSpPr>
          <p:cNvPr id="35" name="object 35"/>
          <p:cNvSpPr txBox="1"/>
          <p:nvPr/>
        </p:nvSpPr>
        <p:spPr>
          <a:xfrm>
            <a:off x="720953" y="3092577"/>
            <a:ext cx="275526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0A9F4"/>
                </a:solidFill>
                <a:effectLst/>
                <a:uLnTx/>
                <a:uFillTx/>
                <a:latin typeface="Arial"/>
                <a:ea typeface="+mn-ea"/>
                <a:cs typeface="Arial"/>
              </a:rPr>
              <a:t>User</a:t>
            </a:r>
            <a:r>
              <a:rPr kumimoji="0" sz="1800" b="1" i="0" u="none" strike="noStrike" kern="0" cap="none" spc="-25"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query</a:t>
            </a:r>
            <a:r>
              <a:rPr kumimoji="0" sz="1800" b="1" i="0" u="none" strike="noStrike" kern="0" cap="none" spc="-30" normalizeH="0" baseline="0" noProof="0" dirty="0">
                <a:ln>
                  <a:noFill/>
                </a:ln>
                <a:solidFill>
                  <a:srgbClr val="00A9F4"/>
                </a:solidFill>
                <a:effectLst/>
                <a:uLnTx/>
                <a:uFillTx/>
                <a:latin typeface="Arial"/>
                <a:ea typeface="+mn-ea"/>
                <a:cs typeface="Arial"/>
              </a:rPr>
              <a:t> </a:t>
            </a:r>
            <a:r>
              <a:rPr kumimoji="0" sz="1800" b="1" i="0" u="none" strike="noStrike" kern="0" cap="none" spc="-10" normalizeH="0" baseline="0" noProof="0" dirty="0">
                <a:ln>
                  <a:noFill/>
                </a:ln>
                <a:solidFill>
                  <a:srgbClr val="00A9F4"/>
                </a:solidFill>
                <a:effectLst/>
                <a:uLnTx/>
                <a:uFillTx/>
                <a:latin typeface="Arial"/>
                <a:ea typeface="+mn-ea"/>
                <a:cs typeface="Arial"/>
              </a:rPr>
              <a:t>interpretation</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36" name="object 36"/>
          <p:cNvSpPr txBox="1"/>
          <p:nvPr/>
        </p:nvSpPr>
        <p:spPr>
          <a:xfrm>
            <a:off x="516636" y="3633977"/>
            <a:ext cx="3162935" cy="1200150"/>
          </a:xfrm>
          <a:prstGeom prst="rect">
            <a:avLst/>
          </a:prstGeom>
        </p:spPr>
        <p:txBody>
          <a:bodyPr vert="horz" wrap="square" lIns="0" tIns="12700" rIns="0" bIns="0" rtlCol="0">
            <a:spAutoFit/>
          </a:bodyPr>
          <a:lstStyle/>
          <a:p>
            <a:pPr marL="38100" marR="30480" lvl="0" indent="0" algn="l" defTabSz="914400" rtl="0" eaLnBrk="1" fontAlgn="auto" latinLnBrk="0" hangingPunct="1">
              <a:lnSpc>
                <a:spcPct val="100000"/>
              </a:lnSpc>
              <a:spcBef>
                <a:spcPts val="100"/>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AI</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engine</a:t>
            </a:r>
            <a:r>
              <a:rPr kumimoji="0" sz="1100" b="0" i="0" u="none" strike="noStrike" kern="0" cap="none" spc="-10" normalizeH="0" baseline="0" noProof="0" dirty="0">
                <a:ln>
                  <a:noFill/>
                </a:ln>
                <a:solidFill>
                  <a:srgbClr val="FFFFFF"/>
                </a:solidFill>
                <a:effectLst/>
                <a:uLnTx/>
                <a:uFillTx/>
                <a:latin typeface="Arial MT"/>
                <a:ea typeface="+mn-ea"/>
                <a:cs typeface="Arial MT"/>
              </a:rPr>
              <a:t> </a:t>
            </a:r>
            <a:r>
              <a:rPr kumimoji="0" sz="1100" b="1" i="0" u="none" strike="noStrike" kern="0" cap="none" spc="0" normalizeH="0" baseline="0" noProof="0" dirty="0">
                <a:ln>
                  <a:noFill/>
                </a:ln>
                <a:solidFill>
                  <a:srgbClr val="FFFFFF"/>
                </a:solidFill>
                <a:effectLst/>
                <a:uLnTx/>
                <a:uFillTx/>
                <a:latin typeface="Arial"/>
                <a:ea typeface="+mn-ea"/>
                <a:cs typeface="Arial"/>
              </a:rPr>
              <a:t>interprets</a:t>
            </a:r>
            <a:r>
              <a:rPr kumimoji="0" sz="1050" b="1" i="0" u="none" strike="noStrike" kern="0" cap="none" spc="0" normalizeH="0" baseline="27777" noProof="0" dirty="0">
                <a:ln>
                  <a:noFill/>
                </a:ln>
                <a:solidFill>
                  <a:srgbClr val="FFFFFF"/>
                </a:solidFill>
                <a:effectLst/>
                <a:uLnTx/>
                <a:uFillTx/>
                <a:latin typeface="Arial"/>
                <a:ea typeface="+mn-ea"/>
                <a:cs typeface="Arial"/>
              </a:rPr>
              <a:t>1</a:t>
            </a:r>
            <a:r>
              <a:rPr kumimoji="0" sz="1050" b="1" i="0" u="none" strike="noStrike" kern="0" cap="none" spc="104" normalizeH="0" baseline="27777"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each</a:t>
            </a:r>
            <a:r>
              <a:rPr kumimoji="0" sz="1100" b="1" i="0" u="none" strike="noStrike" kern="0" cap="none" spc="-1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search</a:t>
            </a:r>
            <a:r>
              <a:rPr kumimoji="0" sz="1100" b="1" i="0" u="none" strike="noStrike" kern="0" cap="none" spc="-20" normalizeH="0" baseline="0" noProof="0" dirty="0">
                <a:ln>
                  <a:noFill/>
                </a:ln>
                <a:solidFill>
                  <a:srgbClr val="FFFFFF"/>
                </a:solidFill>
                <a:effectLst/>
                <a:uLnTx/>
                <a:uFillTx/>
                <a:latin typeface="Arial"/>
                <a:ea typeface="+mn-ea"/>
                <a:cs typeface="Arial"/>
              </a:rPr>
              <a:t> query </a:t>
            </a:r>
            <a:r>
              <a:rPr kumimoji="0" sz="1100" b="1" i="0" u="none" strike="noStrike" kern="0" cap="none" spc="0" normalizeH="0" baseline="0" noProof="0" dirty="0">
                <a:ln>
                  <a:noFill/>
                </a:ln>
                <a:solidFill>
                  <a:srgbClr val="FFFFFF"/>
                </a:solidFill>
                <a:effectLst/>
                <a:uLnTx/>
                <a:uFillTx/>
                <a:latin typeface="Arial"/>
                <a:ea typeface="+mn-ea"/>
                <a:cs typeface="Arial"/>
              </a:rPr>
              <a:t>and</a:t>
            </a:r>
            <a:r>
              <a:rPr kumimoji="0" sz="1100" b="1" i="0" u="none" strike="noStrike" kern="0" cap="none" spc="-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formulates</a:t>
            </a:r>
            <a:r>
              <a:rPr kumimoji="0" sz="1100" b="1" i="0" u="none" strike="noStrike" kern="0" cap="none" spc="-5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a</a:t>
            </a:r>
            <a:r>
              <a:rPr kumimoji="0" sz="1100" b="1" i="0" u="none" strike="noStrike" kern="0" cap="none" spc="-1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mix</a:t>
            </a:r>
            <a:r>
              <a:rPr kumimoji="0" sz="1100" b="1" i="0" u="none" strike="noStrike" kern="0" cap="none" spc="-2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of</a:t>
            </a:r>
            <a:r>
              <a:rPr kumimoji="0" sz="1100" b="1" i="0" u="none" strike="noStrike" kern="0" cap="none" spc="-2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source</a:t>
            </a:r>
            <a:r>
              <a:rPr kumimoji="0" sz="1100" b="1" i="0" u="none" strike="noStrike" kern="0" cap="none" spc="-1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search</a:t>
            </a:r>
            <a:r>
              <a:rPr kumimoji="0" sz="1100" b="1" i="0" u="none" strike="noStrike" kern="0" cap="none" spc="-15" normalizeH="0" baseline="0" noProof="0" dirty="0">
                <a:ln>
                  <a:noFill/>
                </a:ln>
                <a:solidFill>
                  <a:srgbClr val="FFFFFF"/>
                </a:solidFill>
                <a:effectLst/>
                <a:uLnTx/>
                <a:uFillTx/>
                <a:latin typeface="Arial"/>
                <a:ea typeface="+mn-ea"/>
                <a:cs typeface="Arial"/>
              </a:rPr>
              <a:t> </a:t>
            </a:r>
            <a:r>
              <a:rPr kumimoji="0" sz="1100" b="1" i="0" u="none" strike="noStrike" kern="0" cap="none" spc="-10" normalizeH="0" baseline="0" noProof="0" dirty="0">
                <a:ln>
                  <a:noFill/>
                </a:ln>
                <a:solidFill>
                  <a:srgbClr val="FFFFFF"/>
                </a:solidFill>
                <a:effectLst/>
                <a:uLnTx/>
                <a:uFillTx/>
                <a:latin typeface="Arial"/>
                <a:ea typeface="+mn-ea"/>
                <a:cs typeface="Arial"/>
              </a:rPr>
              <a:t>queries </a:t>
            </a:r>
            <a:r>
              <a:rPr kumimoji="0" sz="1100" b="0" i="0" u="none" strike="noStrike" kern="0" cap="none" spc="0" normalizeH="0" baseline="0" noProof="0" dirty="0">
                <a:ln>
                  <a:noFill/>
                </a:ln>
                <a:solidFill>
                  <a:srgbClr val="FFFFFF"/>
                </a:solidFill>
                <a:effectLst/>
                <a:uLnTx/>
                <a:uFillTx/>
                <a:latin typeface="Arial MT"/>
                <a:ea typeface="+mn-ea"/>
                <a:cs typeface="Arial MT"/>
              </a:rPr>
              <a:t>to</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identify</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sources,</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based</a:t>
            </a:r>
            <a:r>
              <a:rPr kumimoji="0" sz="1100" b="0" i="0" u="none" strike="noStrike" kern="0" cap="none" spc="-1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on</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intent</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detection, </a:t>
            </a:r>
            <a:r>
              <a:rPr kumimoji="0" sz="1100" b="0" i="0" u="none" strike="noStrike" kern="0" cap="none" spc="0" normalizeH="0" baseline="0" noProof="0" dirty="0">
                <a:ln>
                  <a:noFill/>
                </a:ln>
                <a:solidFill>
                  <a:srgbClr val="FFFFFF"/>
                </a:solidFill>
                <a:effectLst/>
                <a:uLnTx/>
                <a:uFillTx/>
                <a:latin typeface="Arial MT"/>
                <a:ea typeface="+mn-ea"/>
                <a:cs typeface="Arial MT"/>
              </a:rPr>
              <a:t>query</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expansion</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(adding</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related</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terms</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to</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better </a:t>
            </a:r>
            <a:r>
              <a:rPr kumimoji="0" sz="1100" b="0" i="0" u="none" strike="noStrike" kern="0" cap="none" spc="0" normalizeH="0" baseline="0" noProof="0" dirty="0">
                <a:ln>
                  <a:noFill/>
                </a:ln>
                <a:solidFill>
                  <a:srgbClr val="FFFFFF"/>
                </a:solidFill>
                <a:effectLst/>
                <a:uLnTx/>
                <a:uFillTx/>
                <a:latin typeface="Arial MT"/>
                <a:ea typeface="+mn-ea"/>
                <a:cs typeface="Arial MT"/>
              </a:rPr>
              <a:t>capture</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query</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meaning),</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entity</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linking</a:t>
            </a:r>
            <a:r>
              <a:rPr kumimoji="0" sz="1100" b="0" i="0" u="none" strike="noStrike" kern="0" cap="none" spc="-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(to</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20" normalizeH="0" baseline="0" noProof="0" dirty="0">
                <a:ln>
                  <a:noFill/>
                </a:ln>
                <a:solidFill>
                  <a:srgbClr val="FFFFFF"/>
                </a:solidFill>
                <a:effectLst/>
                <a:uLnTx/>
                <a:uFillTx/>
                <a:latin typeface="Arial MT"/>
                <a:ea typeface="+mn-ea"/>
                <a:cs typeface="Arial MT"/>
              </a:rPr>
              <a:t>known </a:t>
            </a:r>
            <a:r>
              <a:rPr kumimoji="0" sz="1100" b="0" i="0" u="none" strike="noStrike" kern="0" cap="none" spc="0" normalizeH="0" baseline="0" noProof="0" dirty="0">
                <a:ln>
                  <a:noFill/>
                </a:ln>
                <a:solidFill>
                  <a:srgbClr val="FFFFFF"/>
                </a:solidFill>
                <a:effectLst/>
                <a:uLnTx/>
                <a:uFillTx/>
                <a:latin typeface="Arial MT"/>
                <a:ea typeface="+mn-ea"/>
                <a:cs typeface="Arial MT"/>
              </a:rPr>
              <a:t>concepts)</a:t>
            </a:r>
            <a:r>
              <a:rPr kumimoji="0" sz="1100" b="0" i="0" u="none" strike="noStrike" kern="0" cap="none" spc="-5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and</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context</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injection</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(using</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20" normalizeH="0" baseline="0" noProof="0" dirty="0">
                <a:ln>
                  <a:noFill/>
                </a:ln>
                <a:solidFill>
                  <a:srgbClr val="FFFFFF"/>
                </a:solidFill>
                <a:effectLst/>
                <a:uLnTx/>
                <a:uFillTx/>
                <a:latin typeface="Arial MT"/>
                <a:ea typeface="+mn-ea"/>
                <a:cs typeface="Arial MT"/>
              </a:rPr>
              <a:t>past </a:t>
            </a:r>
            <a:r>
              <a:rPr kumimoji="0" sz="1100" b="0" i="0" u="none" strike="noStrike" kern="0" cap="none" spc="0" normalizeH="0" baseline="0" noProof="0" dirty="0">
                <a:ln>
                  <a:noFill/>
                </a:ln>
                <a:solidFill>
                  <a:srgbClr val="FFFFFF"/>
                </a:solidFill>
                <a:effectLst/>
                <a:uLnTx/>
                <a:uFillTx/>
                <a:latin typeface="Arial MT"/>
                <a:ea typeface="+mn-ea"/>
                <a:cs typeface="Arial MT"/>
              </a:rPr>
              <a:t>conversation</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or</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session</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history)</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7" name="object 37"/>
          <p:cNvSpPr txBox="1"/>
          <p:nvPr/>
        </p:nvSpPr>
        <p:spPr>
          <a:xfrm>
            <a:off x="8280907" y="1935607"/>
            <a:ext cx="3297554" cy="69659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1" i="0" u="none" strike="noStrike" kern="0" cap="none" spc="-10" normalizeH="0" baseline="0" noProof="0" dirty="0">
                <a:ln>
                  <a:noFill/>
                </a:ln>
                <a:solidFill>
                  <a:srgbClr val="FFFFFF"/>
                </a:solidFill>
                <a:effectLst/>
                <a:uLnTx/>
                <a:uFillTx/>
                <a:latin typeface="Arial"/>
                <a:ea typeface="+mn-ea"/>
                <a:cs typeface="Arial"/>
              </a:rPr>
              <a:t>Re-</a:t>
            </a:r>
            <a:r>
              <a:rPr kumimoji="0" sz="1100" b="1" i="0" u="none" strike="noStrike" kern="0" cap="none" spc="0" normalizeH="0" baseline="0" noProof="0" dirty="0">
                <a:ln>
                  <a:noFill/>
                </a:ln>
                <a:solidFill>
                  <a:srgbClr val="FFFFFF"/>
                </a:solidFill>
                <a:effectLst/>
                <a:uLnTx/>
                <a:uFillTx/>
                <a:latin typeface="Arial"/>
                <a:ea typeface="+mn-ea"/>
                <a:cs typeface="Arial"/>
              </a:rPr>
              <a:t>ranking</a:t>
            </a:r>
            <a:r>
              <a:rPr kumimoji="0" sz="1100" b="1" i="0" u="none" strike="noStrike" kern="0" cap="none" spc="-4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and</a:t>
            </a:r>
            <a:r>
              <a:rPr kumimoji="0" sz="1100" b="1" i="0" u="none" strike="noStrike" kern="0" cap="none" spc="-1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selection:</a:t>
            </a:r>
            <a:r>
              <a:rPr kumimoji="0" sz="1100" b="1" i="0" u="none" strike="noStrike" kern="0" cap="none" spc="-55" normalizeH="0" baseline="0" noProof="0" dirty="0">
                <a:ln>
                  <a:noFill/>
                </a:ln>
                <a:solidFill>
                  <a:srgbClr val="FFFFFF"/>
                </a:solidFill>
                <a:effectLst/>
                <a:uLnTx/>
                <a:uFillTx/>
                <a:latin typeface="Arial"/>
                <a:ea typeface="+mn-ea"/>
                <a:cs typeface="Arial"/>
              </a:rPr>
              <a:t> </a:t>
            </a:r>
            <a:r>
              <a:rPr kumimoji="0" sz="1100" b="0" i="0" u="none" strike="noStrike" kern="0" cap="none" spc="0" normalizeH="0" baseline="0" noProof="0" dirty="0">
                <a:ln>
                  <a:noFill/>
                </a:ln>
                <a:solidFill>
                  <a:srgbClr val="FFFFFF"/>
                </a:solidFill>
                <a:effectLst/>
                <a:uLnTx/>
                <a:uFillTx/>
                <a:latin typeface="Arial MT"/>
                <a:ea typeface="+mn-ea"/>
                <a:cs typeface="Arial MT"/>
              </a:rPr>
              <a:t>AI</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engine</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refines </a:t>
            </a:r>
            <a:r>
              <a:rPr kumimoji="0" sz="1100" b="0" i="0" u="none" strike="noStrike" kern="0" cap="none" spc="0" normalizeH="0" baseline="0" noProof="0" dirty="0">
                <a:ln>
                  <a:noFill/>
                </a:ln>
                <a:solidFill>
                  <a:srgbClr val="FFFFFF"/>
                </a:solidFill>
                <a:effectLst/>
                <a:uLnTx/>
                <a:uFillTx/>
                <a:latin typeface="Arial MT"/>
                <a:ea typeface="+mn-ea"/>
                <a:cs typeface="Arial MT"/>
              </a:rPr>
              <a:t>the</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“discovery”</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list,</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prioritizing</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the</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highest</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quality</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25" normalizeH="0" baseline="0" noProof="0" dirty="0">
                <a:ln>
                  <a:noFill/>
                </a:ln>
                <a:solidFill>
                  <a:srgbClr val="FFFFFF"/>
                </a:solidFill>
                <a:effectLst/>
                <a:uLnTx/>
                <a:uFillTx/>
                <a:latin typeface="Arial MT"/>
                <a:ea typeface="+mn-ea"/>
                <a:cs typeface="Arial MT"/>
              </a:rPr>
              <a:t>and </a:t>
            </a:r>
            <a:r>
              <a:rPr kumimoji="0" sz="1100" b="0" i="0" u="none" strike="noStrike" kern="0" cap="none" spc="0" normalizeH="0" baseline="0" noProof="0" dirty="0">
                <a:ln>
                  <a:noFill/>
                </a:ln>
                <a:solidFill>
                  <a:srgbClr val="FFFFFF"/>
                </a:solidFill>
                <a:effectLst/>
                <a:uLnTx/>
                <a:uFillTx/>
                <a:latin typeface="Arial MT"/>
                <a:ea typeface="+mn-ea"/>
                <a:cs typeface="Arial MT"/>
              </a:rPr>
              <a:t>most</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relevant</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sources</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based</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on</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user</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query</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for</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20" normalizeH="0" baseline="0" noProof="0" dirty="0">
                <a:ln>
                  <a:noFill/>
                </a:ln>
                <a:solidFill>
                  <a:srgbClr val="FFFFFF"/>
                </a:solidFill>
                <a:effectLst/>
                <a:uLnTx/>
                <a:uFillTx/>
                <a:latin typeface="Arial MT"/>
                <a:ea typeface="+mn-ea"/>
                <a:cs typeface="Arial MT"/>
              </a:rPr>
              <a:t>final </a:t>
            </a:r>
            <a:r>
              <a:rPr kumimoji="0" sz="1100" b="0" i="0" u="none" strike="noStrike" kern="0" cap="none" spc="0" normalizeH="0" baseline="0" noProof="0" dirty="0">
                <a:ln>
                  <a:noFill/>
                </a:ln>
                <a:solidFill>
                  <a:srgbClr val="FFFFFF"/>
                </a:solidFill>
                <a:effectLst/>
                <a:uLnTx/>
                <a:uFillTx/>
                <a:latin typeface="Arial MT"/>
                <a:ea typeface="+mn-ea"/>
                <a:cs typeface="Arial MT"/>
              </a:rPr>
              <a:t>use,</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often</a:t>
            </a:r>
            <a:r>
              <a:rPr kumimoji="0" sz="1100" b="0" i="0" u="none" strike="noStrike" kern="0" cap="none" spc="-6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leveraging</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AI</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scoring</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8" name="object 38"/>
          <p:cNvSpPr txBox="1"/>
          <p:nvPr/>
        </p:nvSpPr>
        <p:spPr>
          <a:xfrm>
            <a:off x="8280907" y="2708275"/>
            <a:ext cx="3354070" cy="1132840"/>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1" i="0" u="none" strike="noStrike" kern="0" cap="none" spc="0" normalizeH="0" baseline="0" noProof="0" dirty="0">
                <a:ln>
                  <a:noFill/>
                </a:ln>
                <a:solidFill>
                  <a:srgbClr val="FFFFFF"/>
                </a:solidFill>
                <a:effectLst/>
                <a:uLnTx/>
                <a:uFillTx/>
                <a:latin typeface="Arial"/>
                <a:ea typeface="+mn-ea"/>
                <a:cs typeface="Arial"/>
              </a:rPr>
              <a:t>Content</a:t>
            </a:r>
            <a:r>
              <a:rPr kumimoji="0" sz="1100" b="1" i="0" u="none" strike="noStrike" kern="0" cap="none" spc="-3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extraction</a:t>
            </a:r>
            <a:r>
              <a:rPr kumimoji="0" sz="1100" b="1" i="0" u="none" strike="noStrike" kern="0" cap="none" spc="-70"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and</a:t>
            </a:r>
            <a:r>
              <a:rPr kumimoji="0" sz="1100" b="1" i="0" u="none" strike="noStrike" kern="0" cap="none" spc="-2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summary:</a:t>
            </a:r>
            <a:r>
              <a:rPr kumimoji="0" sz="1100" b="1" i="0" u="none" strike="noStrike" kern="0" cap="none" spc="-35" normalizeH="0" baseline="0" noProof="0" dirty="0">
                <a:ln>
                  <a:noFill/>
                </a:ln>
                <a:solidFill>
                  <a:srgbClr val="FFFFFF"/>
                </a:solidFill>
                <a:effectLst/>
                <a:uLnTx/>
                <a:uFillTx/>
                <a:latin typeface="Arial"/>
                <a:ea typeface="+mn-ea"/>
                <a:cs typeface="Arial"/>
              </a:rPr>
              <a:t> </a:t>
            </a:r>
            <a:r>
              <a:rPr kumimoji="0" sz="1100" b="0" i="0" u="none" strike="noStrike" kern="0" cap="none" spc="0" normalizeH="0" baseline="0" noProof="0" dirty="0">
                <a:ln>
                  <a:noFill/>
                </a:ln>
                <a:solidFill>
                  <a:srgbClr val="FFFFFF"/>
                </a:solidFill>
                <a:effectLst/>
                <a:uLnTx/>
                <a:uFillTx/>
                <a:latin typeface="Arial MT"/>
                <a:ea typeface="+mn-ea"/>
                <a:cs typeface="Arial MT"/>
              </a:rPr>
              <a:t>AI</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engine</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selects </a:t>
            </a:r>
            <a:r>
              <a:rPr kumimoji="0" sz="1100" b="0" i="0" u="none" strike="noStrike" kern="0" cap="none" spc="0" normalizeH="0" baseline="0" noProof="0" dirty="0">
                <a:ln>
                  <a:noFill/>
                </a:ln>
                <a:solidFill>
                  <a:srgbClr val="FFFFFF"/>
                </a:solidFill>
                <a:effectLst/>
                <a:uLnTx/>
                <a:uFillTx/>
                <a:latin typeface="Arial MT"/>
                <a:ea typeface="+mn-ea"/>
                <a:cs typeface="Arial MT"/>
              </a:rPr>
              <a:t>most</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important</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information</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from</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sources</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guided</a:t>
            </a:r>
            <a:r>
              <a:rPr kumimoji="0" sz="1100" b="0" i="0" u="none" strike="noStrike" kern="0" cap="none" spc="-10" normalizeH="0" baseline="0" noProof="0" dirty="0">
                <a:ln>
                  <a:noFill/>
                </a:ln>
                <a:solidFill>
                  <a:srgbClr val="FFFFFF"/>
                </a:solidFill>
                <a:effectLst/>
                <a:uLnTx/>
                <a:uFillTx/>
                <a:latin typeface="Arial MT"/>
                <a:ea typeface="+mn-ea"/>
                <a:cs typeface="Arial MT"/>
              </a:rPr>
              <a:t> </a:t>
            </a:r>
            <a:r>
              <a:rPr kumimoji="0" sz="1100" b="0" i="0" u="none" strike="noStrike" kern="0" cap="none" spc="-35" normalizeH="0" baseline="0" noProof="0" dirty="0">
                <a:ln>
                  <a:noFill/>
                </a:ln>
                <a:solidFill>
                  <a:srgbClr val="FFFFFF"/>
                </a:solidFill>
                <a:effectLst/>
                <a:uLnTx/>
                <a:uFillTx/>
                <a:latin typeface="Arial MT"/>
                <a:ea typeface="+mn-ea"/>
                <a:cs typeface="Arial MT"/>
              </a:rPr>
              <a:t>by </a:t>
            </a:r>
            <a:r>
              <a:rPr kumimoji="0" sz="1100" b="0" i="0" u="none" strike="noStrike" kern="0" cap="none" spc="0" normalizeH="0" baseline="0" noProof="0" dirty="0">
                <a:ln>
                  <a:noFill/>
                </a:ln>
                <a:solidFill>
                  <a:srgbClr val="FFFFFF"/>
                </a:solidFill>
                <a:effectLst/>
                <a:uLnTx/>
                <a:uFillTx/>
                <a:latin typeface="Arial MT"/>
                <a:ea typeface="+mn-ea"/>
                <a:cs typeface="Arial MT"/>
              </a:rPr>
              <a:t>original</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user</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query</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(e.g.,</a:t>
            </a:r>
            <a:r>
              <a:rPr kumimoji="0" sz="1100" b="0" i="0" u="none" strike="noStrike" kern="0" cap="none" spc="-6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user's</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intent,</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style)</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a:p>
            <a:pPr marL="12700" marR="67310" lvl="0" indent="0" algn="l" defTabSz="914400" rtl="0" eaLnBrk="1" fontAlgn="auto" latinLnBrk="0" hangingPunct="1">
              <a:lnSpc>
                <a:spcPct val="100000"/>
              </a:lnSpc>
              <a:spcBef>
                <a:spcPts val="790"/>
              </a:spcBef>
              <a:spcAft>
                <a:spcPts val="0"/>
              </a:spcAft>
              <a:buClrTx/>
              <a:buSzTx/>
              <a:buFontTx/>
              <a:buNone/>
              <a:tabLst/>
              <a:defRPr/>
            </a:pPr>
            <a:r>
              <a:rPr kumimoji="0" sz="1100" b="1" i="0" u="none" strike="noStrike" kern="0" cap="none" spc="0" normalizeH="0" baseline="0" noProof="0" dirty="0">
                <a:ln>
                  <a:noFill/>
                </a:ln>
                <a:solidFill>
                  <a:srgbClr val="FFFFFF"/>
                </a:solidFill>
                <a:effectLst/>
                <a:uLnTx/>
                <a:uFillTx/>
                <a:latin typeface="Arial"/>
                <a:ea typeface="+mn-ea"/>
                <a:cs typeface="Arial"/>
              </a:rPr>
              <a:t>Final</a:t>
            </a:r>
            <a:r>
              <a:rPr kumimoji="0" sz="1100" b="1" i="0" u="none" strike="noStrike" kern="0" cap="none" spc="-45" normalizeH="0" baseline="0" noProof="0" dirty="0">
                <a:ln>
                  <a:noFill/>
                </a:ln>
                <a:solidFill>
                  <a:srgbClr val="FFFFFF"/>
                </a:solidFill>
                <a:effectLst/>
                <a:uLnTx/>
                <a:uFillTx/>
                <a:latin typeface="Arial"/>
                <a:ea typeface="+mn-ea"/>
                <a:cs typeface="Arial"/>
              </a:rPr>
              <a:t> </a:t>
            </a:r>
            <a:r>
              <a:rPr kumimoji="0" sz="1100" b="1" i="0" u="none" strike="noStrike" kern="0" cap="none" spc="0" normalizeH="0" baseline="0" noProof="0" dirty="0">
                <a:ln>
                  <a:noFill/>
                </a:ln>
                <a:solidFill>
                  <a:srgbClr val="FFFFFF"/>
                </a:solidFill>
                <a:effectLst/>
                <a:uLnTx/>
                <a:uFillTx/>
                <a:latin typeface="Arial"/>
                <a:ea typeface="+mn-ea"/>
                <a:cs typeface="Arial"/>
              </a:rPr>
              <a:t>synthesis:</a:t>
            </a:r>
            <a:r>
              <a:rPr kumimoji="0" sz="1100" b="1" i="0" u="none" strike="noStrike" kern="0" cap="none" spc="-40" normalizeH="0" baseline="0" noProof="0" dirty="0">
                <a:ln>
                  <a:noFill/>
                </a:ln>
                <a:solidFill>
                  <a:srgbClr val="FFFFFF"/>
                </a:solidFill>
                <a:effectLst/>
                <a:uLnTx/>
                <a:uFillTx/>
                <a:latin typeface="Arial"/>
                <a:ea typeface="+mn-ea"/>
                <a:cs typeface="Arial"/>
              </a:rPr>
              <a:t> </a:t>
            </a:r>
            <a:r>
              <a:rPr kumimoji="0" sz="1100" b="0" i="0" u="none" strike="noStrike" kern="0" cap="none" spc="0" normalizeH="0" baseline="0" noProof="0" dirty="0">
                <a:ln>
                  <a:noFill/>
                </a:ln>
                <a:solidFill>
                  <a:srgbClr val="FFFFFF"/>
                </a:solidFill>
                <a:effectLst/>
                <a:uLnTx/>
                <a:uFillTx/>
                <a:latin typeface="Arial MT"/>
                <a:ea typeface="+mn-ea"/>
                <a:cs typeface="Arial MT"/>
              </a:rPr>
              <a:t>AI-powered</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engine </a:t>
            </a:r>
            <a:r>
              <a:rPr kumimoji="0" sz="1100" b="0" i="0" u="none" strike="noStrike" kern="0" cap="none" spc="0" normalizeH="0" baseline="0" noProof="0" dirty="0">
                <a:ln>
                  <a:noFill/>
                </a:ln>
                <a:solidFill>
                  <a:srgbClr val="FFFFFF"/>
                </a:solidFill>
                <a:effectLst/>
                <a:uLnTx/>
                <a:uFillTx/>
                <a:latin typeface="Arial MT"/>
                <a:ea typeface="+mn-ea"/>
                <a:cs typeface="Arial MT"/>
              </a:rPr>
              <a:t>synthesizes</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relevant</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information</a:t>
            </a:r>
            <a:r>
              <a:rPr kumimoji="0" sz="1100" b="0" i="0" u="none" strike="noStrike" kern="0" cap="none" spc="-6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into</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concise, </a:t>
            </a:r>
            <a:r>
              <a:rPr kumimoji="0" sz="1100" b="0" i="0" u="none" strike="noStrike" kern="0" cap="none" spc="0" normalizeH="0" baseline="0" noProof="0" dirty="0">
                <a:ln>
                  <a:noFill/>
                </a:ln>
                <a:solidFill>
                  <a:srgbClr val="FFFFFF"/>
                </a:solidFill>
                <a:effectLst/>
                <a:uLnTx/>
                <a:uFillTx/>
                <a:latin typeface="Arial MT"/>
                <a:ea typeface="+mn-ea"/>
                <a:cs typeface="Arial MT"/>
              </a:rPr>
              <a:t>tailored</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answer</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consistent</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with</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query</a:t>
            </a:r>
            <a:r>
              <a:rPr kumimoji="0" sz="1100" b="0" i="0" u="none" strike="noStrike" kern="0" cap="none" spc="-5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style</a:t>
            </a:r>
            <a:r>
              <a:rPr kumimoji="0" sz="1100" b="0" i="0" u="none" strike="noStrike" kern="0" cap="none" spc="-3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and</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intent</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9" name="object 39"/>
          <p:cNvSpPr txBox="1"/>
          <p:nvPr/>
        </p:nvSpPr>
        <p:spPr>
          <a:xfrm>
            <a:off x="542036" y="6143345"/>
            <a:ext cx="10594975" cy="269875"/>
          </a:xfrm>
          <a:prstGeom prst="rect">
            <a:avLst/>
          </a:prstGeom>
        </p:spPr>
        <p:txBody>
          <a:bodyPr vert="horz" wrap="square" lIns="0" tIns="12700" rIns="0" bIns="0" rtlCol="0">
            <a:spAutoFit/>
          </a:bodyPr>
          <a:lstStyle/>
          <a:p>
            <a:pPr marL="215900" marR="0" lvl="0" indent="-203200" algn="l" defTabSz="914400" rtl="0" eaLnBrk="1" fontAlgn="auto" latinLnBrk="0" hangingPunct="1">
              <a:lnSpc>
                <a:spcPct val="100000"/>
              </a:lnSpc>
              <a:spcBef>
                <a:spcPts val="100"/>
              </a:spcBef>
              <a:spcAft>
                <a:spcPts val="0"/>
              </a:spcAft>
              <a:buClrTx/>
              <a:buSzTx/>
              <a:buFontTx/>
              <a:buAutoNum type="arabicPeriod"/>
              <a:tabLst>
                <a:tab pos="215900" algn="l"/>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Leveraging its</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prior</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knowledge</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(from</a:t>
            </a:r>
            <a:r>
              <a:rPr kumimoji="0" sz="800" b="0" i="0" u="none" strike="noStrike" kern="0" cap="none" spc="-3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pre-</a:t>
            </a:r>
            <a:r>
              <a:rPr kumimoji="0" sz="800" b="0" i="0" u="none" strike="noStrike" kern="0" cap="none" spc="0" normalizeH="0" baseline="0" noProof="0" dirty="0">
                <a:ln>
                  <a:noFill/>
                </a:ln>
                <a:solidFill>
                  <a:srgbClr val="FFFFFF"/>
                </a:solidFill>
                <a:effectLst/>
                <a:uLnTx/>
                <a:uFillTx/>
                <a:latin typeface="Arial MT"/>
                <a:ea typeface="+mn-ea"/>
                <a:cs typeface="Arial MT"/>
              </a:rPr>
              <a:t>training)</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to</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understand</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the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user’s</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query</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context</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intent</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a:p>
            <a:pPr marL="215900" marR="0" lvl="0" indent="-203200" algn="l" defTabSz="914400" rtl="0" eaLnBrk="1" fontAlgn="auto" latinLnBrk="0" hangingPunct="1">
              <a:lnSpc>
                <a:spcPct val="100000"/>
              </a:lnSpc>
              <a:spcBef>
                <a:spcPts val="0"/>
              </a:spcBef>
              <a:spcAft>
                <a:spcPts val="0"/>
              </a:spcAft>
              <a:buClrTx/>
              <a:buSzTx/>
              <a:buFontTx/>
              <a:buAutoNum type="arabicPeriod"/>
              <a:tabLst>
                <a:tab pos="215900" algn="l"/>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In</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extraction</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synthesis,</a:t>
            </a:r>
            <a:r>
              <a:rPr kumimoji="0" sz="800" b="0" i="0" u="none" strike="noStrike" kern="0" cap="none" spc="-4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the</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AI</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engine</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uses</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it</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prior</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knowledge (from</a:t>
            </a:r>
            <a:r>
              <a:rPr kumimoji="0" sz="800" b="0" i="0" u="none" strike="noStrike" kern="0" cap="none" spc="-3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pre-training)</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to</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identify</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relevant information</a:t>
            </a:r>
            <a:r>
              <a:rPr kumimoji="0" sz="800" b="0" i="0" u="none" strike="noStrike" kern="0" cap="none" spc="-4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generate a</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coherent,</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contextually</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accurate</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answer</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by</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combining</a:t>
            </a:r>
            <a:r>
              <a:rPr kumimoji="0" sz="800" b="0" i="0" u="none" strike="noStrike" kern="0" cap="none" spc="-5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retrieved</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data</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with</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its</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learned</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understanding</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40" name="object 40"/>
          <p:cNvGrpSpPr/>
          <p:nvPr/>
        </p:nvGrpSpPr>
        <p:grpSpPr>
          <a:xfrm>
            <a:off x="545211" y="5025135"/>
            <a:ext cx="3108325" cy="566420"/>
            <a:chOff x="545211" y="5025135"/>
            <a:chExt cx="3108325" cy="566420"/>
          </a:xfrm>
        </p:grpSpPr>
        <p:sp>
          <p:nvSpPr>
            <p:cNvPr id="41" name="object 41"/>
            <p:cNvSpPr/>
            <p:nvPr/>
          </p:nvSpPr>
          <p:spPr>
            <a:xfrm>
              <a:off x="554736" y="5034660"/>
              <a:ext cx="3089275" cy="547370"/>
            </a:xfrm>
            <a:custGeom>
              <a:avLst/>
              <a:gdLst/>
              <a:ahLst/>
              <a:cxnLst/>
              <a:rect l="l" t="t" r="r" b="b"/>
              <a:pathLst>
                <a:path w="3089275" h="547370">
                  <a:moveTo>
                    <a:pt x="2815463" y="0"/>
                  </a:moveTo>
                  <a:lnTo>
                    <a:pt x="273430" y="0"/>
                  </a:lnTo>
                  <a:lnTo>
                    <a:pt x="224280" y="4405"/>
                  </a:lnTo>
                  <a:lnTo>
                    <a:pt x="178020" y="17107"/>
                  </a:lnTo>
                  <a:lnTo>
                    <a:pt x="135423" y="37333"/>
                  </a:lnTo>
                  <a:lnTo>
                    <a:pt x="97261" y="64310"/>
                  </a:lnTo>
                  <a:lnTo>
                    <a:pt x="64306" y="97266"/>
                  </a:lnTo>
                  <a:lnTo>
                    <a:pt x="37330" y="135429"/>
                  </a:lnTo>
                  <a:lnTo>
                    <a:pt x="17106" y="178025"/>
                  </a:lnTo>
                  <a:lnTo>
                    <a:pt x="4405" y="224283"/>
                  </a:lnTo>
                  <a:lnTo>
                    <a:pt x="0" y="273430"/>
                  </a:lnTo>
                  <a:lnTo>
                    <a:pt x="4405" y="322578"/>
                  </a:lnTo>
                  <a:lnTo>
                    <a:pt x="17106" y="368836"/>
                  </a:lnTo>
                  <a:lnTo>
                    <a:pt x="37330" y="411432"/>
                  </a:lnTo>
                  <a:lnTo>
                    <a:pt x="64306" y="449595"/>
                  </a:lnTo>
                  <a:lnTo>
                    <a:pt x="97261" y="482551"/>
                  </a:lnTo>
                  <a:lnTo>
                    <a:pt x="135423" y="509528"/>
                  </a:lnTo>
                  <a:lnTo>
                    <a:pt x="178020" y="529754"/>
                  </a:lnTo>
                  <a:lnTo>
                    <a:pt x="224280" y="542456"/>
                  </a:lnTo>
                  <a:lnTo>
                    <a:pt x="273430" y="546861"/>
                  </a:lnTo>
                  <a:lnTo>
                    <a:pt x="2815463" y="546861"/>
                  </a:lnTo>
                  <a:lnTo>
                    <a:pt x="2864610" y="542456"/>
                  </a:lnTo>
                  <a:lnTo>
                    <a:pt x="2910868" y="529754"/>
                  </a:lnTo>
                  <a:lnTo>
                    <a:pt x="2953464" y="509528"/>
                  </a:lnTo>
                  <a:lnTo>
                    <a:pt x="2991627" y="482551"/>
                  </a:lnTo>
                  <a:lnTo>
                    <a:pt x="3024583" y="449595"/>
                  </a:lnTo>
                  <a:lnTo>
                    <a:pt x="3051560" y="411432"/>
                  </a:lnTo>
                  <a:lnTo>
                    <a:pt x="3071786" y="368836"/>
                  </a:lnTo>
                  <a:lnTo>
                    <a:pt x="3084488" y="322578"/>
                  </a:lnTo>
                  <a:lnTo>
                    <a:pt x="3088893" y="273430"/>
                  </a:lnTo>
                  <a:lnTo>
                    <a:pt x="3084488" y="224283"/>
                  </a:lnTo>
                  <a:lnTo>
                    <a:pt x="3071786" y="178025"/>
                  </a:lnTo>
                  <a:lnTo>
                    <a:pt x="3051560" y="135429"/>
                  </a:lnTo>
                  <a:lnTo>
                    <a:pt x="3024583" y="97266"/>
                  </a:lnTo>
                  <a:lnTo>
                    <a:pt x="2991627" y="64310"/>
                  </a:lnTo>
                  <a:lnTo>
                    <a:pt x="2953464" y="37333"/>
                  </a:lnTo>
                  <a:lnTo>
                    <a:pt x="2910868" y="17107"/>
                  </a:lnTo>
                  <a:lnTo>
                    <a:pt x="2864610" y="4405"/>
                  </a:lnTo>
                  <a:lnTo>
                    <a:pt x="2815463" y="0"/>
                  </a:lnTo>
                  <a:close/>
                </a:path>
              </a:pathLst>
            </a:custGeom>
            <a:solidFill>
              <a:srgbClr val="00A9F4">
                <a:alpha val="1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2" name="object 42"/>
            <p:cNvSpPr/>
            <p:nvPr/>
          </p:nvSpPr>
          <p:spPr>
            <a:xfrm>
              <a:off x="554736" y="5034660"/>
              <a:ext cx="3089275" cy="547370"/>
            </a:xfrm>
            <a:custGeom>
              <a:avLst/>
              <a:gdLst/>
              <a:ahLst/>
              <a:cxnLst/>
              <a:rect l="l" t="t" r="r" b="b"/>
              <a:pathLst>
                <a:path w="3089275" h="547370">
                  <a:moveTo>
                    <a:pt x="0" y="273430"/>
                  </a:moveTo>
                  <a:lnTo>
                    <a:pt x="4405" y="224283"/>
                  </a:lnTo>
                  <a:lnTo>
                    <a:pt x="17106" y="178025"/>
                  </a:lnTo>
                  <a:lnTo>
                    <a:pt x="37330" y="135429"/>
                  </a:lnTo>
                  <a:lnTo>
                    <a:pt x="64306" y="97266"/>
                  </a:lnTo>
                  <a:lnTo>
                    <a:pt x="97261" y="64310"/>
                  </a:lnTo>
                  <a:lnTo>
                    <a:pt x="135423" y="37333"/>
                  </a:lnTo>
                  <a:lnTo>
                    <a:pt x="178020" y="17107"/>
                  </a:lnTo>
                  <a:lnTo>
                    <a:pt x="224280" y="4405"/>
                  </a:lnTo>
                  <a:lnTo>
                    <a:pt x="273430" y="0"/>
                  </a:lnTo>
                  <a:lnTo>
                    <a:pt x="2815463" y="0"/>
                  </a:lnTo>
                  <a:lnTo>
                    <a:pt x="2864610" y="4405"/>
                  </a:lnTo>
                  <a:lnTo>
                    <a:pt x="2910868" y="17107"/>
                  </a:lnTo>
                  <a:lnTo>
                    <a:pt x="2953464" y="37333"/>
                  </a:lnTo>
                  <a:lnTo>
                    <a:pt x="2991627" y="64310"/>
                  </a:lnTo>
                  <a:lnTo>
                    <a:pt x="3024583" y="97266"/>
                  </a:lnTo>
                  <a:lnTo>
                    <a:pt x="3051560" y="135429"/>
                  </a:lnTo>
                  <a:lnTo>
                    <a:pt x="3071786" y="178025"/>
                  </a:lnTo>
                  <a:lnTo>
                    <a:pt x="3084488" y="224283"/>
                  </a:lnTo>
                  <a:lnTo>
                    <a:pt x="3088893" y="273430"/>
                  </a:lnTo>
                  <a:lnTo>
                    <a:pt x="3084488" y="322578"/>
                  </a:lnTo>
                  <a:lnTo>
                    <a:pt x="3071786" y="368836"/>
                  </a:lnTo>
                  <a:lnTo>
                    <a:pt x="3051560" y="411432"/>
                  </a:lnTo>
                  <a:lnTo>
                    <a:pt x="3024583" y="449595"/>
                  </a:lnTo>
                  <a:lnTo>
                    <a:pt x="2991627" y="482551"/>
                  </a:lnTo>
                  <a:lnTo>
                    <a:pt x="2953464" y="509528"/>
                  </a:lnTo>
                  <a:lnTo>
                    <a:pt x="2910868" y="529754"/>
                  </a:lnTo>
                  <a:lnTo>
                    <a:pt x="2864610" y="542456"/>
                  </a:lnTo>
                  <a:lnTo>
                    <a:pt x="2815463" y="546861"/>
                  </a:lnTo>
                  <a:lnTo>
                    <a:pt x="273430" y="546861"/>
                  </a:lnTo>
                  <a:lnTo>
                    <a:pt x="224280" y="542456"/>
                  </a:lnTo>
                  <a:lnTo>
                    <a:pt x="178020" y="529754"/>
                  </a:lnTo>
                  <a:lnTo>
                    <a:pt x="135423" y="509528"/>
                  </a:lnTo>
                  <a:lnTo>
                    <a:pt x="97261" y="482551"/>
                  </a:lnTo>
                  <a:lnTo>
                    <a:pt x="64306" y="449595"/>
                  </a:lnTo>
                  <a:lnTo>
                    <a:pt x="37330" y="411432"/>
                  </a:lnTo>
                  <a:lnTo>
                    <a:pt x="17106" y="368836"/>
                  </a:lnTo>
                  <a:lnTo>
                    <a:pt x="4405" y="322578"/>
                  </a:lnTo>
                  <a:lnTo>
                    <a:pt x="0" y="273430"/>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43" name="object 43"/>
          <p:cNvSpPr txBox="1"/>
          <p:nvPr/>
        </p:nvSpPr>
        <p:spPr>
          <a:xfrm>
            <a:off x="961136" y="5183885"/>
            <a:ext cx="2275205"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0" cap="none" spc="0" normalizeH="0" baseline="0" noProof="0" dirty="0">
                <a:ln>
                  <a:noFill/>
                </a:ln>
                <a:solidFill>
                  <a:srgbClr val="FFFFFF"/>
                </a:solidFill>
                <a:effectLst/>
                <a:uLnTx/>
                <a:uFillTx/>
                <a:latin typeface="Arial MT"/>
                <a:ea typeface="+mn-ea"/>
                <a:cs typeface="Arial MT"/>
              </a:rPr>
              <a:t>What</a:t>
            </a:r>
            <a:r>
              <a:rPr kumimoji="0" sz="1400" b="0" i="0" u="none" strike="noStrike" kern="0" cap="none" spc="-50"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are</a:t>
            </a:r>
            <a:r>
              <a:rPr kumimoji="0" sz="1400" b="0" i="0" u="none" strike="noStrike" kern="0" cap="none" spc="-2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customers</a:t>
            </a:r>
            <a:r>
              <a:rPr kumimoji="0" sz="1400" b="0" i="0" u="none" strike="noStrike" kern="0" cap="none" spc="-4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asking?</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44" name="object 44"/>
          <p:cNvGrpSpPr/>
          <p:nvPr/>
        </p:nvGrpSpPr>
        <p:grpSpPr>
          <a:xfrm>
            <a:off x="4016883" y="5025135"/>
            <a:ext cx="3902710" cy="566420"/>
            <a:chOff x="4016883" y="5025135"/>
            <a:chExt cx="3902710" cy="566420"/>
          </a:xfrm>
        </p:grpSpPr>
        <p:sp>
          <p:nvSpPr>
            <p:cNvPr id="45" name="object 45"/>
            <p:cNvSpPr/>
            <p:nvPr/>
          </p:nvSpPr>
          <p:spPr>
            <a:xfrm>
              <a:off x="4026408" y="5034660"/>
              <a:ext cx="3883660" cy="547370"/>
            </a:xfrm>
            <a:custGeom>
              <a:avLst/>
              <a:gdLst/>
              <a:ahLst/>
              <a:cxnLst/>
              <a:rect l="l" t="t" r="r" b="b"/>
              <a:pathLst>
                <a:path w="3883659" h="547370">
                  <a:moveTo>
                    <a:pt x="3609847" y="0"/>
                  </a:moveTo>
                  <a:lnTo>
                    <a:pt x="273430" y="0"/>
                  </a:lnTo>
                  <a:lnTo>
                    <a:pt x="224283" y="4405"/>
                  </a:lnTo>
                  <a:lnTo>
                    <a:pt x="178025" y="17107"/>
                  </a:lnTo>
                  <a:lnTo>
                    <a:pt x="135429" y="37333"/>
                  </a:lnTo>
                  <a:lnTo>
                    <a:pt x="97266" y="64310"/>
                  </a:lnTo>
                  <a:lnTo>
                    <a:pt x="64310" y="97266"/>
                  </a:lnTo>
                  <a:lnTo>
                    <a:pt x="37333" y="135429"/>
                  </a:lnTo>
                  <a:lnTo>
                    <a:pt x="17107" y="178025"/>
                  </a:lnTo>
                  <a:lnTo>
                    <a:pt x="4405" y="224283"/>
                  </a:lnTo>
                  <a:lnTo>
                    <a:pt x="0" y="273430"/>
                  </a:lnTo>
                  <a:lnTo>
                    <a:pt x="4405" y="322578"/>
                  </a:lnTo>
                  <a:lnTo>
                    <a:pt x="17107" y="368836"/>
                  </a:lnTo>
                  <a:lnTo>
                    <a:pt x="37333" y="411432"/>
                  </a:lnTo>
                  <a:lnTo>
                    <a:pt x="64310" y="449595"/>
                  </a:lnTo>
                  <a:lnTo>
                    <a:pt x="97266" y="482551"/>
                  </a:lnTo>
                  <a:lnTo>
                    <a:pt x="135429" y="509528"/>
                  </a:lnTo>
                  <a:lnTo>
                    <a:pt x="178025" y="529754"/>
                  </a:lnTo>
                  <a:lnTo>
                    <a:pt x="224283" y="542456"/>
                  </a:lnTo>
                  <a:lnTo>
                    <a:pt x="273430" y="546861"/>
                  </a:lnTo>
                  <a:lnTo>
                    <a:pt x="3609847" y="546861"/>
                  </a:lnTo>
                  <a:lnTo>
                    <a:pt x="3658995" y="542456"/>
                  </a:lnTo>
                  <a:lnTo>
                    <a:pt x="3705253" y="529754"/>
                  </a:lnTo>
                  <a:lnTo>
                    <a:pt x="3747849" y="509528"/>
                  </a:lnTo>
                  <a:lnTo>
                    <a:pt x="3786012" y="482551"/>
                  </a:lnTo>
                  <a:lnTo>
                    <a:pt x="3818968" y="449595"/>
                  </a:lnTo>
                  <a:lnTo>
                    <a:pt x="3845945" y="411432"/>
                  </a:lnTo>
                  <a:lnTo>
                    <a:pt x="3866171" y="368836"/>
                  </a:lnTo>
                  <a:lnTo>
                    <a:pt x="3878873" y="322578"/>
                  </a:lnTo>
                  <a:lnTo>
                    <a:pt x="3883278" y="273430"/>
                  </a:lnTo>
                  <a:lnTo>
                    <a:pt x="3878873" y="224283"/>
                  </a:lnTo>
                  <a:lnTo>
                    <a:pt x="3866171" y="178025"/>
                  </a:lnTo>
                  <a:lnTo>
                    <a:pt x="3845945" y="135429"/>
                  </a:lnTo>
                  <a:lnTo>
                    <a:pt x="3818968" y="97266"/>
                  </a:lnTo>
                  <a:lnTo>
                    <a:pt x="3786012" y="64310"/>
                  </a:lnTo>
                  <a:lnTo>
                    <a:pt x="3747849" y="37333"/>
                  </a:lnTo>
                  <a:lnTo>
                    <a:pt x="3705253" y="17107"/>
                  </a:lnTo>
                  <a:lnTo>
                    <a:pt x="3658995" y="4405"/>
                  </a:lnTo>
                  <a:lnTo>
                    <a:pt x="3609847" y="0"/>
                  </a:lnTo>
                  <a:close/>
                </a:path>
              </a:pathLst>
            </a:custGeom>
            <a:solidFill>
              <a:srgbClr val="00A9F4">
                <a:alpha val="1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6" name="object 46"/>
            <p:cNvSpPr/>
            <p:nvPr/>
          </p:nvSpPr>
          <p:spPr>
            <a:xfrm>
              <a:off x="4026408" y="5034660"/>
              <a:ext cx="3883660" cy="547370"/>
            </a:xfrm>
            <a:custGeom>
              <a:avLst/>
              <a:gdLst/>
              <a:ahLst/>
              <a:cxnLst/>
              <a:rect l="l" t="t" r="r" b="b"/>
              <a:pathLst>
                <a:path w="3883659" h="547370">
                  <a:moveTo>
                    <a:pt x="0" y="273430"/>
                  </a:moveTo>
                  <a:lnTo>
                    <a:pt x="4405" y="224283"/>
                  </a:lnTo>
                  <a:lnTo>
                    <a:pt x="17107" y="178025"/>
                  </a:lnTo>
                  <a:lnTo>
                    <a:pt x="37333" y="135429"/>
                  </a:lnTo>
                  <a:lnTo>
                    <a:pt x="64310" y="97266"/>
                  </a:lnTo>
                  <a:lnTo>
                    <a:pt x="97266" y="64310"/>
                  </a:lnTo>
                  <a:lnTo>
                    <a:pt x="135429" y="37333"/>
                  </a:lnTo>
                  <a:lnTo>
                    <a:pt x="178025" y="17107"/>
                  </a:lnTo>
                  <a:lnTo>
                    <a:pt x="224283" y="4405"/>
                  </a:lnTo>
                  <a:lnTo>
                    <a:pt x="273430" y="0"/>
                  </a:lnTo>
                  <a:lnTo>
                    <a:pt x="3609847" y="0"/>
                  </a:lnTo>
                  <a:lnTo>
                    <a:pt x="3658995" y="4405"/>
                  </a:lnTo>
                  <a:lnTo>
                    <a:pt x="3705253" y="17107"/>
                  </a:lnTo>
                  <a:lnTo>
                    <a:pt x="3747849" y="37333"/>
                  </a:lnTo>
                  <a:lnTo>
                    <a:pt x="3786012" y="64310"/>
                  </a:lnTo>
                  <a:lnTo>
                    <a:pt x="3818968" y="97266"/>
                  </a:lnTo>
                  <a:lnTo>
                    <a:pt x="3845945" y="135429"/>
                  </a:lnTo>
                  <a:lnTo>
                    <a:pt x="3866171" y="178025"/>
                  </a:lnTo>
                  <a:lnTo>
                    <a:pt x="3878873" y="224283"/>
                  </a:lnTo>
                  <a:lnTo>
                    <a:pt x="3883278" y="273430"/>
                  </a:lnTo>
                  <a:lnTo>
                    <a:pt x="3878873" y="322578"/>
                  </a:lnTo>
                  <a:lnTo>
                    <a:pt x="3866171" y="368836"/>
                  </a:lnTo>
                  <a:lnTo>
                    <a:pt x="3845945" y="411432"/>
                  </a:lnTo>
                  <a:lnTo>
                    <a:pt x="3818968" y="449595"/>
                  </a:lnTo>
                  <a:lnTo>
                    <a:pt x="3786012" y="482551"/>
                  </a:lnTo>
                  <a:lnTo>
                    <a:pt x="3747849" y="509528"/>
                  </a:lnTo>
                  <a:lnTo>
                    <a:pt x="3705253" y="529754"/>
                  </a:lnTo>
                  <a:lnTo>
                    <a:pt x="3658995" y="542456"/>
                  </a:lnTo>
                  <a:lnTo>
                    <a:pt x="3609847" y="546861"/>
                  </a:lnTo>
                  <a:lnTo>
                    <a:pt x="273430" y="546861"/>
                  </a:lnTo>
                  <a:lnTo>
                    <a:pt x="224283" y="542456"/>
                  </a:lnTo>
                  <a:lnTo>
                    <a:pt x="178025" y="529754"/>
                  </a:lnTo>
                  <a:lnTo>
                    <a:pt x="135429" y="509528"/>
                  </a:lnTo>
                  <a:lnTo>
                    <a:pt x="97266" y="482551"/>
                  </a:lnTo>
                  <a:lnTo>
                    <a:pt x="64310" y="449595"/>
                  </a:lnTo>
                  <a:lnTo>
                    <a:pt x="37333" y="411432"/>
                  </a:lnTo>
                  <a:lnTo>
                    <a:pt x="17107" y="368836"/>
                  </a:lnTo>
                  <a:lnTo>
                    <a:pt x="4405" y="322578"/>
                  </a:lnTo>
                  <a:lnTo>
                    <a:pt x="0" y="273430"/>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47" name="object 47"/>
          <p:cNvSpPr txBox="1"/>
          <p:nvPr/>
        </p:nvSpPr>
        <p:spPr>
          <a:xfrm>
            <a:off x="4998211" y="5183885"/>
            <a:ext cx="1941830"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0" cap="none" spc="0" normalizeH="0" baseline="0" noProof="0" dirty="0">
                <a:ln>
                  <a:noFill/>
                </a:ln>
                <a:solidFill>
                  <a:srgbClr val="FFFFFF"/>
                </a:solidFill>
                <a:effectLst/>
                <a:uLnTx/>
                <a:uFillTx/>
                <a:latin typeface="Arial MT"/>
                <a:ea typeface="+mn-ea"/>
                <a:cs typeface="Arial MT"/>
              </a:rPr>
              <a:t>What</a:t>
            </a:r>
            <a:r>
              <a:rPr kumimoji="0" sz="1400" b="0" i="0" u="none" strike="noStrike" kern="0" cap="none" spc="-40"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sources</a:t>
            </a:r>
            <a:r>
              <a:rPr kumimoji="0" sz="1400" b="0" i="0" u="none" strike="noStrike" kern="0" cap="none" spc="-40"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are</a:t>
            </a:r>
            <a:r>
              <a:rPr kumimoji="0" sz="1400" b="0" i="0" u="none" strike="noStrike" kern="0" cap="none" spc="-10" normalizeH="0" baseline="0" noProof="0" dirty="0">
                <a:ln>
                  <a:noFill/>
                </a:ln>
                <a:solidFill>
                  <a:srgbClr val="FFFFFF"/>
                </a:solidFill>
                <a:effectLst/>
                <a:uLnTx/>
                <a:uFillTx/>
                <a:latin typeface="Arial MT"/>
                <a:ea typeface="+mn-ea"/>
                <a:cs typeface="Arial MT"/>
              </a:rPr>
              <a:t> cited?</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48" name="object 48"/>
          <p:cNvGrpSpPr/>
          <p:nvPr/>
        </p:nvGrpSpPr>
        <p:grpSpPr>
          <a:xfrm>
            <a:off x="8282940" y="5025135"/>
            <a:ext cx="3364229" cy="566420"/>
            <a:chOff x="8282940" y="5025135"/>
            <a:chExt cx="3364229" cy="566420"/>
          </a:xfrm>
        </p:grpSpPr>
        <p:sp>
          <p:nvSpPr>
            <p:cNvPr id="49" name="object 49"/>
            <p:cNvSpPr/>
            <p:nvPr/>
          </p:nvSpPr>
          <p:spPr>
            <a:xfrm>
              <a:off x="8292465" y="5034660"/>
              <a:ext cx="3345179" cy="547370"/>
            </a:xfrm>
            <a:custGeom>
              <a:avLst/>
              <a:gdLst/>
              <a:ahLst/>
              <a:cxnLst/>
              <a:rect l="l" t="t" r="r" b="b"/>
              <a:pathLst>
                <a:path w="3345179" h="547370">
                  <a:moveTo>
                    <a:pt x="3071367" y="0"/>
                  </a:moveTo>
                  <a:lnTo>
                    <a:pt x="273430" y="0"/>
                  </a:lnTo>
                  <a:lnTo>
                    <a:pt x="224283" y="4405"/>
                  </a:lnTo>
                  <a:lnTo>
                    <a:pt x="178025" y="17107"/>
                  </a:lnTo>
                  <a:lnTo>
                    <a:pt x="135429" y="37333"/>
                  </a:lnTo>
                  <a:lnTo>
                    <a:pt x="97266" y="64310"/>
                  </a:lnTo>
                  <a:lnTo>
                    <a:pt x="64310" y="97266"/>
                  </a:lnTo>
                  <a:lnTo>
                    <a:pt x="37333" y="135429"/>
                  </a:lnTo>
                  <a:lnTo>
                    <a:pt x="17107" y="178025"/>
                  </a:lnTo>
                  <a:lnTo>
                    <a:pt x="4405" y="224283"/>
                  </a:lnTo>
                  <a:lnTo>
                    <a:pt x="0" y="273430"/>
                  </a:lnTo>
                  <a:lnTo>
                    <a:pt x="4405" y="322578"/>
                  </a:lnTo>
                  <a:lnTo>
                    <a:pt x="17107" y="368836"/>
                  </a:lnTo>
                  <a:lnTo>
                    <a:pt x="37333" y="411432"/>
                  </a:lnTo>
                  <a:lnTo>
                    <a:pt x="64310" y="449595"/>
                  </a:lnTo>
                  <a:lnTo>
                    <a:pt x="97266" y="482551"/>
                  </a:lnTo>
                  <a:lnTo>
                    <a:pt x="135429" y="509528"/>
                  </a:lnTo>
                  <a:lnTo>
                    <a:pt x="178025" y="529754"/>
                  </a:lnTo>
                  <a:lnTo>
                    <a:pt x="224283" y="542456"/>
                  </a:lnTo>
                  <a:lnTo>
                    <a:pt x="273430" y="546861"/>
                  </a:lnTo>
                  <a:lnTo>
                    <a:pt x="3071367" y="546861"/>
                  </a:lnTo>
                  <a:lnTo>
                    <a:pt x="3120515" y="542456"/>
                  </a:lnTo>
                  <a:lnTo>
                    <a:pt x="3166773" y="529754"/>
                  </a:lnTo>
                  <a:lnTo>
                    <a:pt x="3209369" y="509528"/>
                  </a:lnTo>
                  <a:lnTo>
                    <a:pt x="3247532" y="482551"/>
                  </a:lnTo>
                  <a:lnTo>
                    <a:pt x="3280488" y="449595"/>
                  </a:lnTo>
                  <a:lnTo>
                    <a:pt x="3307465" y="411432"/>
                  </a:lnTo>
                  <a:lnTo>
                    <a:pt x="3327691" y="368836"/>
                  </a:lnTo>
                  <a:lnTo>
                    <a:pt x="3340393" y="322578"/>
                  </a:lnTo>
                  <a:lnTo>
                    <a:pt x="3344799" y="273430"/>
                  </a:lnTo>
                  <a:lnTo>
                    <a:pt x="3340393" y="224283"/>
                  </a:lnTo>
                  <a:lnTo>
                    <a:pt x="3327691" y="178025"/>
                  </a:lnTo>
                  <a:lnTo>
                    <a:pt x="3307465" y="135429"/>
                  </a:lnTo>
                  <a:lnTo>
                    <a:pt x="3280488" y="97266"/>
                  </a:lnTo>
                  <a:lnTo>
                    <a:pt x="3247532" y="64310"/>
                  </a:lnTo>
                  <a:lnTo>
                    <a:pt x="3209369" y="37333"/>
                  </a:lnTo>
                  <a:lnTo>
                    <a:pt x="3166773" y="17107"/>
                  </a:lnTo>
                  <a:lnTo>
                    <a:pt x="3120515" y="4405"/>
                  </a:lnTo>
                  <a:lnTo>
                    <a:pt x="3071367" y="0"/>
                  </a:lnTo>
                  <a:close/>
                </a:path>
              </a:pathLst>
            </a:custGeom>
            <a:solidFill>
              <a:srgbClr val="00A9F4">
                <a:alpha val="1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0" name="object 50"/>
            <p:cNvSpPr/>
            <p:nvPr/>
          </p:nvSpPr>
          <p:spPr>
            <a:xfrm>
              <a:off x="8292465" y="5034660"/>
              <a:ext cx="3345179" cy="547370"/>
            </a:xfrm>
            <a:custGeom>
              <a:avLst/>
              <a:gdLst/>
              <a:ahLst/>
              <a:cxnLst/>
              <a:rect l="l" t="t" r="r" b="b"/>
              <a:pathLst>
                <a:path w="3345179" h="547370">
                  <a:moveTo>
                    <a:pt x="0" y="273430"/>
                  </a:moveTo>
                  <a:lnTo>
                    <a:pt x="4405" y="224283"/>
                  </a:lnTo>
                  <a:lnTo>
                    <a:pt x="17107" y="178025"/>
                  </a:lnTo>
                  <a:lnTo>
                    <a:pt x="37333" y="135429"/>
                  </a:lnTo>
                  <a:lnTo>
                    <a:pt x="64310" y="97266"/>
                  </a:lnTo>
                  <a:lnTo>
                    <a:pt x="97266" y="64310"/>
                  </a:lnTo>
                  <a:lnTo>
                    <a:pt x="135429" y="37333"/>
                  </a:lnTo>
                  <a:lnTo>
                    <a:pt x="178025" y="17107"/>
                  </a:lnTo>
                  <a:lnTo>
                    <a:pt x="224283" y="4405"/>
                  </a:lnTo>
                  <a:lnTo>
                    <a:pt x="273430" y="0"/>
                  </a:lnTo>
                  <a:lnTo>
                    <a:pt x="3071367" y="0"/>
                  </a:lnTo>
                  <a:lnTo>
                    <a:pt x="3120515" y="4405"/>
                  </a:lnTo>
                  <a:lnTo>
                    <a:pt x="3166773" y="17107"/>
                  </a:lnTo>
                  <a:lnTo>
                    <a:pt x="3209369" y="37333"/>
                  </a:lnTo>
                  <a:lnTo>
                    <a:pt x="3247532" y="64310"/>
                  </a:lnTo>
                  <a:lnTo>
                    <a:pt x="3280488" y="97266"/>
                  </a:lnTo>
                  <a:lnTo>
                    <a:pt x="3307465" y="135429"/>
                  </a:lnTo>
                  <a:lnTo>
                    <a:pt x="3327691" y="178025"/>
                  </a:lnTo>
                  <a:lnTo>
                    <a:pt x="3340393" y="224283"/>
                  </a:lnTo>
                  <a:lnTo>
                    <a:pt x="3344799" y="273430"/>
                  </a:lnTo>
                  <a:lnTo>
                    <a:pt x="3340393" y="322578"/>
                  </a:lnTo>
                  <a:lnTo>
                    <a:pt x="3327691" y="368836"/>
                  </a:lnTo>
                  <a:lnTo>
                    <a:pt x="3307465" y="411432"/>
                  </a:lnTo>
                  <a:lnTo>
                    <a:pt x="3280488" y="449595"/>
                  </a:lnTo>
                  <a:lnTo>
                    <a:pt x="3247532" y="482551"/>
                  </a:lnTo>
                  <a:lnTo>
                    <a:pt x="3209369" y="509528"/>
                  </a:lnTo>
                  <a:lnTo>
                    <a:pt x="3166773" y="529754"/>
                  </a:lnTo>
                  <a:lnTo>
                    <a:pt x="3120515" y="542456"/>
                  </a:lnTo>
                  <a:lnTo>
                    <a:pt x="3071367" y="546861"/>
                  </a:lnTo>
                  <a:lnTo>
                    <a:pt x="273430" y="546861"/>
                  </a:lnTo>
                  <a:lnTo>
                    <a:pt x="224283" y="542456"/>
                  </a:lnTo>
                  <a:lnTo>
                    <a:pt x="178025" y="529754"/>
                  </a:lnTo>
                  <a:lnTo>
                    <a:pt x="135429" y="509528"/>
                  </a:lnTo>
                  <a:lnTo>
                    <a:pt x="97266" y="482551"/>
                  </a:lnTo>
                  <a:lnTo>
                    <a:pt x="64310" y="449595"/>
                  </a:lnTo>
                  <a:lnTo>
                    <a:pt x="37333" y="411432"/>
                  </a:lnTo>
                  <a:lnTo>
                    <a:pt x="17107" y="368836"/>
                  </a:lnTo>
                  <a:lnTo>
                    <a:pt x="4405" y="322578"/>
                  </a:lnTo>
                  <a:lnTo>
                    <a:pt x="0" y="273430"/>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51" name="object 51"/>
          <p:cNvSpPr txBox="1"/>
          <p:nvPr/>
        </p:nvSpPr>
        <p:spPr>
          <a:xfrm>
            <a:off x="8841740" y="5183885"/>
            <a:ext cx="2246630" cy="2393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400" b="0" i="0" u="none" strike="noStrike" kern="0" cap="none" spc="0" normalizeH="0" baseline="0" noProof="0" dirty="0">
                <a:ln>
                  <a:noFill/>
                </a:ln>
                <a:solidFill>
                  <a:srgbClr val="FFFFFF"/>
                </a:solidFill>
                <a:effectLst/>
                <a:uLnTx/>
                <a:uFillTx/>
                <a:latin typeface="Arial MT"/>
                <a:ea typeface="+mn-ea"/>
                <a:cs typeface="Arial MT"/>
              </a:rPr>
              <a:t>What</a:t>
            </a:r>
            <a:r>
              <a:rPr kumimoji="0" sz="1400" b="0" i="0" u="none" strike="noStrike" kern="0" cap="none" spc="-4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drives</a:t>
            </a:r>
            <a:r>
              <a:rPr kumimoji="0" sz="1400" b="0" i="0" u="none" strike="noStrike" kern="0" cap="none" spc="-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LLM</a:t>
            </a:r>
            <a:r>
              <a:rPr kumimoji="0" sz="1400" b="0" i="0" u="none" strike="noStrike" kern="0" cap="none" spc="-2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synthesis?</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52" name="object 52"/>
          <p:cNvSpPr txBox="1"/>
          <p:nvPr/>
        </p:nvSpPr>
        <p:spPr>
          <a:xfrm>
            <a:off x="4881753" y="5713882"/>
            <a:ext cx="2171065" cy="29972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0A9F4"/>
                </a:solidFill>
                <a:effectLst/>
                <a:uLnTx/>
                <a:uFillTx/>
                <a:latin typeface="Arial"/>
                <a:ea typeface="+mn-ea"/>
                <a:cs typeface="Arial"/>
              </a:rPr>
              <a:t>Need</a:t>
            </a:r>
            <a:r>
              <a:rPr kumimoji="0" sz="1800" b="1" i="0" u="none" strike="noStrike" kern="0" cap="none" spc="-20"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to</a:t>
            </a:r>
            <a:r>
              <a:rPr kumimoji="0" sz="1800" b="1" i="0" u="none" strike="noStrike" kern="0" cap="none" spc="-10" normalizeH="0" baseline="0" noProof="0" dirty="0">
                <a:ln>
                  <a:noFill/>
                </a:ln>
                <a:solidFill>
                  <a:srgbClr val="00A9F4"/>
                </a:solidFill>
                <a:effectLst/>
                <a:uLnTx/>
                <a:uFillTx/>
                <a:latin typeface="Arial"/>
                <a:ea typeface="+mn-ea"/>
                <a:cs typeface="Arial"/>
              </a:rPr>
              <a:t> understand</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53" name="object 53"/>
          <p:cNvSpPr/>
          <p:nvPr/>
        </p:nvSpPr>
        <p:spPr>
          <a:xfrm>
            <a:off x="554736" y="5669114"/>
            <a:ext cx="11082655" cy="199390"/>
          </a:xfrm>
          <a:custGeom>
            <a:avLst/>
            <a:gdLst/>
            <a:ahLst/>
            <a:cxnLst/>
            <a:rect l="l" t="t" r="r" b="b"/>
            <a:pathLst>
              <a:path w="11082655" h="199389">
                <a:moveTo>
                  <a:pt x="0" y="199288"/>
                </a:moveTo>
                <a:lnTo>
                  <a:pt x="4167759" y="199288"/>
                </a:lnTo>
              </a:path>
              <a:path w="11082655" h="199389">
                <a:moveTo>
                  <a:pt x="0" y="199288"/>
                </a:moveTo>
                <a:lnTo>
                  <a:pt x="0" y="0"/>
                </a:lnTo>
              </a:path>
              <a:path w="11082655" h="199389">
                <a:moveTo>
                  <a:pt x="6714109" y="199288"/>
                </a:moveTo>
                <a:lnTo>
                  <a:pt x="11082528" y="199288"/>
                </a:lnTo>
              </a:path>
              <a:path w="11082655" h="199389">
                <a:moveTo>
                  <a:pt x="11082528" y="199288"/>
                </a:moveTo>
                <a:lnTo>
                  <a:pt x="11082528" y="0"/>
                </a:lnTo>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4" name="object 54"/>
          <p:cNvSpPr txBox="1">
            <a:spLocks noGrp="1"/>
          </p:cNvSpPr>
          <p:nvPr>
            <p:ph type="ftr" sz="quarter" idx="5"/>
          </p:nvPr>
        </p:nvSpPr>
        <p:spPr>
          <a:prstGeom prst="rect">
            <a:avLst/>
          </a:prstGeom>
        </p:spPr>
        <p:txBody>
          <a:bodyPr vert="horz" wrap="square" lIns="0" tIns="1905" rIns="0" bIns="0" rtlCol="0">
            <a:spAutoFit/>
          </a:bodyPr>
          <a:lstStyle/>
          <a:p>
            <a:pPr marL="1270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0" normalizeH="0" baseline="0" noProof="0" dirty="0">
                <a:ln>
                  <a:noFill/>
                </a:ln>
                <a:solidFill>
                  <a:prstClr val="white"/>
                </a:solidFill>
                <a:effectLst/>
                <a:uLnTx/>
                <a:uFillTx/>
                <a:latin typeface="Arial MT"/>
                <a:ea typeface="+mn-ea"/>
              </a:rPr>
              <a:t>QuantumBlack,</a:t>
            </a:r>
            <a:r>
              <a:rPr kumimoji="0" sz="900" b="0" i="0" u="none" strike="noStrike" kern="0" cap="none" spc="-50" normalizeH="0" baseline="0" noProof="0" dirty="0">
                <a:ln>
                  <a:noFill/>
                </a:ln>
                <a:solidFill>
                  <a:prstClr val="white"/>
                </a:solidFill>
                <a:effectLst/>
                <a:uLnTx/>
                <a:uFillTx/>
                <a:latin typeface="Arial MT"/>
                <a:ea typeface="+mn-ea"/>
              </a:rPr>
              <a:t> </a:t>
            </a:r>
            <a:r>
              <a:rPr kumimoji="0" sz="900" b="0" i="0" u="none" strike="noStrike" kern="0" cap="none" spc="0" normalizeH="0" baseline="0" noProof="0" dirty="0">
                <a:ln>
                  <a:noFill/>
                </a:ln>
                <a:solidFill>
                  <a:prstClr val="white"/>
                </a:solidFill>
                <a:effectLst/>
                <a:uLnTx/>
                <a:uFillTx/>
                <a:latin typeface="Arial MT"/>
                <a:ea typeface="+mn-ea"/>
              </a:rPr>
              <a:t>AI by</a:t>
            </a:r>
            <a:r>
              <a:rPr kumimoji="0" sz="900" b="0" i="0" u="none" strike="noStrike" kern="0" cap="none" spc="-10" normalizeH="0" baseline="0" noProof="0" dirty="0">
                <a:ln>
                  <a:noFill/>
                </a:ln>
                <a:solidFill>
                  <a:prstClr val="white"/>
                </a:solidFill>
                <a:effectLst/>
                <a:uLnTx/>
                <a:uFillTx/>
                <a:latin typeface="Arial MT"/>
                <a:ea typeface="+mn-ea"/>
              </a:rPr>
              <a:t> McKinsey</a:t>
            </a:r>
          </a:p>
        </p:txBody>
      </p:sp>
      <p:sp>
        <p:nvSpPr>
          <p:cNvPr id="55" name="object 55"/>
          <p:cNvSpPr txBox="1">
            <a:spLocks noGrp="1"/>
          </p:cNvSpPr>
          <p:nvPr>
            <p:ph type="sldNum" sz="quarter" idx="7"/>
          </p:nvPr>
        </p:nvSpPr>
        <p:spPr>
          <a:prstGeom prst="rect">
            <a:avLst/>
          </a:prstGeom>
        </p:spPr>
        <p:txBody>
          <a:bodyPr vert="horz" wrap="square" lIns="0" tIns="1905" rIns="0" bIns="0" rtlCol="0">
            <a:spAutoFit/>
          </a:bodyPr>
          <a:lstStyle/>
          <a:p>
            <a:pPr marL="38100" marR="0" lvl="0" indent="0" algn="l" defTabSz="914400" rtl="0" eaLnBrk="1" fontAlgn="auto" latinLnBrk="0" hangingPunct="1">
              <a:lnSpc>
                <a:spcPct val="100000"/>
              </a:lnSpc>
              <a:spcBef>
                <a:spcPts val="15"/>
              </a:spcBef>
              <a:spcAft>
                <a:spcPts val="0"/>
              </a:spcAft>
              <a:buClrTx/>
              <a:buSzTx/>
              <a:buFontTx/>
              <a:buNone/>
              <a:tabLst/>
              <a:defRPr/>
            </a:pPr>
            <a:fld id="{81D60167-4931-47E6-BA6A-407CBD079E47}" type="slidenum">
              <a:rPr kumimoji="0" sz="900" b="0" i="0" u="none" strike="noStrike" kern="0" cap="none" spc="-25" normalizeH="0" baseline="0" noProof="0" dirty="0">
                <a:ln>
                  <a:noFill/>
                </a:ln>
                <a:solidFill>
                  <a:prstClr val="white"/>
                </a:solidFill>
                <a:effectLst/>
                <a:uLnTx/>
                <a:uFillTx/>
                <a:latin typeface="Arial MT"/>
                <a:ea typeface="+mn-ea"/>
              </a:rPr>
              <a:pPr marL="38100" marR="0" lvl="0" indent="0" algn="l" defTabSz="914400" rtl="0" eaLnBrk="1" fontAlgn="auto" latinLnBrk="0" hangingPunct="1">
                <a:lnSpc>
                  <a:spcPct val="100000"/>
                </a:lnSpc>
                <a:spcBef>
                  <a:spcPts val="15"/>
                </a:spcBef>
                <a:spcAft>
                  <a:spcPts val="0"/>
                </a:spcAft>
                <a:buClrTx/>
                <a:buSzTx/>
                <a:buFontTx/>
                <a:buNone/>
                <a:tabLst/>
                <a:defRPr/>
              </a:pPr>
              <a:t>7</a:t>
            </a:fld>
            <a:endParaRPr kumimoji="0" sz="900" b="0" i="0" u="none" strike="noStrike" kern="0" cap="none" spc="-25" normalizeH="0" baseline="0" noProof="0" dirty="0">
              <a:ln>
                <a:noFill/>
              </a:ln>
              <a:solidFill>
                <a:prstClr val="white"/>
              </a:solidFill>
              <a:effectLst/>
              <a:uLnTx/>
              <a:uFillTx/>
              <a:latin typeface="Arial MT"/>
              <a:ea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20963" y="1172730"/>
            <a:ext cx="3471545" cy="4858385"/>
            <a:chOff x="8720963" y="1172730"/>
            <a:chExt cx="3471545" cy="4858385"/>
          </a:xfrm>
        </p:grpSpPr>
        <p:pic>
          <p:nvPicPr>
            <p:cNvPr id="3" name="object 3"/>
            <p:cNvPicPr/>
            <p:nvPr/>
          </p:nvPicPr>
          <p:blipFill>
            <a:blip r:embed="rId2" cstate="print"/>
            <a:stretch>
              <a:fillRect/>
            </a:stretch>
          </p:blipFill>
          <p:spPr>
            <a:xfrm>
              <a:off x="8720963" y="1172730"/>
              <a:ext cx="3471036" cy="4858004"/>
            </a:xfrm>
            <a:prstGeom prst="rect">
              <a:avLst/>
            </a:prstGeom>
          </p:spPr>
        </p:pic>
        <p:sp>
          <p:nvSpPr>
            <p:cNvPr id="4" name="object 4"/>
            <p:cNvSpPr/>
            <p:nvPr/>
          </p:nvSpPr>
          <p:spPr>
            <a:xfrm>
              <a:off x="9119888" y="1401216"/>
              <a:ext cx="581660" cy="566420"/>
            </a:xfrm>
            <a:custGeom>
              <a:avLst/>
              <a:gdLst/>
              <a:ahLst/>
              <a:cxnLst/>
              <a:rect l="l" t="t" r="r" b="b"/>
              <a:pathLst>
                <a:path w="581659" h="566419">
                  <a:moveTo>
                    <a:pt x="0" y="288777"/>
                  </a:moveTo>
                  <a:lnTo>
                    <a:pt x="59066" y="288777"/>
                  </a:lnTo>
                </a:path>
                <a:path w="581659" h="566419">
                  <a:moveTo>
                    <a:pt x="86251" y="83445"/>
                  </a:moveTo>
                  <a:lnTo>
                    <a:pt x="126566" y="124699"/>
                  </a:lnTo>
                </a:path>
                <a:path w="581659" h="566419">
                  <a:moveTo>
                    <a:pt x="290639" y="0"/>
                  </a:moveTo>
                  <a:lnTo>
                    <a:pt x="290639" y="57192"/>
                  </a:lnTo>
                </a:path>
                <a:path w="581659" h="566419">
                  <a:moveTo>
                    <a:pt x="495027" y="83445"/>
                  </a:moveTo>
                  <a:lnTo>
                    <a:pt x="454712" y="124699"/>
                  </a:lnTo>
                </a:path>
                <a:path w="581659" h="566419">
                  <a:moveTo>
                    <a:pt x="581282" y="288777"/>
                  </a:moveTo>
                  <a:lnTo>
                    <a:pt x="522216" y="288777"/>
                  </a:lnTo>
                </a:path>
                <a:path w="581659" h="566419">
                  <a:moveTo>
                    <a:pt x="290639" y="124699"/>
                  </a:moveTo>
                  <a:lnTo>
                    <a:pt x="246908" y="130537"/>
                  </a:lnTo>
                  <a:lnTo>
                    <a:pt x="207682" y="147027"/>
                  </a:lnTo>
                  <a:lnTo>
                    <a:pt x="174499" y="172633"/>
                  </a:lnTo>
                  <a:lnTo>
                    <a:pt x="148894" y="205818"/>
                  </a:lnTo>
                  <a:lnTo>
                    <a:pt x="132404" y="245045"/>
                  </a:lnTo>
                  <a:lnTo>
                    <a:pt x="126566" y="288777"/>
                  </a:lnTo>
                  <a:lnTo>
                    <a:pt x="133612" y="336609"/>
                  </a:lnTo>
                  <a:lnTo>
                    <a:pt x="153404" y="378903"/>
                  </a:lnTo>
                  <a:lnTo>
                    <a:pt x="183918" y="413638"/>
                  </a:lnTo>
                  <a:lnTo>
                    <a:pt x="223135" y="438792"/>
                  </a:lnTo>
                  <a:lnTo>
                    <a:pt x="223135" y="521298"/>
                  </a:lnTo>
                  <a:lnTo>
                    <a:pt x="290639" y="521298"/>
                  </a:lnTo>
                  <a:lnTo>
                    <a:pt x="358143" y="521298"/>
                  </a:lnTo>
                  <a:lnTo>
                    <a:pt x="358143" y="438792"/>
                  </a:lnTo>
                  <a:lnTo>
                    <a:pt x="397360" y="413110"/>
                  </a:lnTo>
                  <a:lnTo>
                    <a:pt x="427874" y="378200"/>
                  </a:lnTo>
                  <a:lnTo>
                    <a:pt x="447666" y="336081"/>
                  </a:lnTo>
                  <a:lnTo>
                    <a:pt x="454712" y="288777"/>
                  </a:lnTo>
                  <a:lnTo>
                    <a:pt x="448874" y="245045"/>
                  </a:lnTo>
                  <a:lnTo>
                    <a:pt x="432384" y="205818"/>
                  </a:lnTo>
                  <a:lnTo>
                    <a:pt x="406779" y="172633"/>
                  </a:lnTo>
                  <a:lnTo>
                    <a:pt x="373595" y="147027"/>
                  </a:lnTo>
                  <a:lnTo>
                    <a:pt x="334370" y="130537"/>
                  </a:lnTo>
                  <a:lnTo>
                    <a:pt x="290639" y="124699"/>
                  </a:lnTo>
                  <a:close/>
                </a:path>
                <a:path w="581659" h="566419">
                  <a:moveTo>
                    <a:pt x="218447" y="566302"/>
                  </a:moveTo>
                  <a:lnTo>
                    <a:pt x="362831" y="566302"/>
                  </a:lnTo>
                </a:path>
              </a:pathLst>
            </a:custGeom>
            <a:ln w="125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5" name="object 5"/>
          <p:cNvSpPr txBox="1">
            <a:spLocks noGrp="1"/>
          </p:cNvSpPr>
          <p:nvPr>
            <p:ph type="title"/>
          </p:nvPr>
        </p:nvSpPr>
        <p:spPr>
          <a:prstGeom prst="rect">
            <a:avLst/>
          </a:prstGeom>
        </p:spPr>
        <p:txBody>
          <a:bodyPr vert="horz" wrap="square" lIns="0" tIns="105029" rIns="0" bIns="0" rtlCol="0">
            <a:spAutoFit/>
          </a:bodyPr>
          <a:lstStyle/>
          <a:p>
            <a:pPr marL="12700">
              <a:lnSpc>
                <a:spcPct val="100000"/>
              </a:lnSpc>
              <a:spcBef>
                <a:spcPts val="95"/>
              </a:spcBef>
            </a:pPr>
            <a:r>
              <a:rPr sz="2200" dirty="0"/>
              <a:t>Each</a:t>
            </a:r>
            <a:r>
              <a:rPr sz="2200" spc="-40" dirty="0"/>
              <a:t> </a:t>
            </a:r>
            <a:r>
              <a:rPr sz="2200" spc="-10" dirty="0"/>
              <a:t>AI-</a:t>
            </a:r>
            <a:r>
              <a:rPr sz="2200" dirty="0"/>
              <a:t>powered</a:t>
            </a:r>
            <a:r>
              <a:rPr sz="2200" spc="-20" dirty="0"/>
              <a:t> </a:t>
            </a:r>
            <a:r>
              <a:rPr sz="2200" dirty="0"/>
              <a:t>search</a:t>
            </a:r>
            <a:r>
              <a:rPr sz="2200" spc="-30" dirty="0"/>
              <a:t> </a:t>
            </a:r>
            <a:r>
              <a:rPr sz="2200" dirty="0"/>
              <a:t>engine</a:t>
            </a:r>
            <a:r>
              <a:rPr sz="2200" spc="-60" dirty="0"/>
              <a:t> </a:t>
            </a:r>
            <a:r>
              <a:rPr sz="2200" dirty="0"/>
              <a:t>is</a:t>
            </a:r>
            <a:r>
              <a:rPr sz="2200" spc="-70" dirty="0"/>
              <a:t> </a:t>
            </a:r>
            <a:r>
              <a:rPr sz="2200" dirty="0"/>
              <a:t>different;</a:t>
            </a:r>
            <a:r>
              <a:rPr sz="2200" spc="-35" dirty="0"/>
              <a:t> </a:t>
            </a:r>
            <a:r>
              <a:rPr sz="2200" dirty="0"/>
              <a:t>making</a:t>
            </a:r>
            <a:r>
              <a:rPr sz="2200" spc="-65" dirty="0"/>
              <a:t> </a:t>
            </a:r>
            <a:r>
              <a:rPr sz="2200" spc="-20" dirty="0"/>
              <a:t>a-</a:t>
            </a:r>
            <a:r>
              <a:rPr sz="2200" dirty="0"/>
              <a:t>tailored</a:t>
            </a:r>
            <a:r>
              <a:rPr sz="2200" spc="-15" dirty="0"/>
              <a:t> </a:t>
            </a:r>
            <a:r>
              <a:rPr sz="2200" spc="-10" dirty="0"/>
              <a:t>optimization</a:t>
            </a:r>
            <a:endParaRPr sz="2200"/>
          </a:p>
          <a:p>
            <a:pPr marL="12700">
              <a:lnSpc>
                <a:spcPct val="100000"/>
              </a:lnSpc>
              <a:spcBef>
                <a:spcPts val="5"/>
              </a:spcBef>
            </a:pPr>
            <a:r>
              <a:rPr sz="2200" dirty="0"/>
              <a:t>strategy</a:t>
            </a:r>
            <a:r>
              <a:rPr sz="2200" spc="-60" dirty="0"/>
              <a:t> </a:t>
            </a:r>
            <a:r>
              <a:rPr sz="2200" dirty="0"/>
              <a:t>essential:</a:t>
            </a:r>
            <a:r>
              <a:rPr sz="2200" spc="-50" dirty="0"/>
              <a:t> </a:t>
            </a:r>
            <a:r>
              <a:rPr sz="2200" dirty="0"/>
              <a:t>each</a:t>
            </a:r>
            <a:r>
              <a:rPr sz="2200" spc="-30" dirty="0"/>
              <a:t> </a:t>
            </a:r>
            <a:r>
              <a:rPr sz="2200" dirty="0"/>
              <a:t>engine</a:t>
            </a:r>
            <a:r>
              <a:rPr sz="2200" spc="-65" dirty="0"/>
              <a:t> </a:t>
            </a:r>
            <a:r>
              <a:rPr sz="2200" dirty="0"/>
              <a:t>needs</a:t>
            </a:r>
            <a:r>
              <a:rPr sz="2200" spc="-55" dirty="0"/>
              <a:t> </a:t>
            </a:r>
            <a:r>
              <a:rPr sz="2200" dirty="0"/>
              <a:t>to</a:t>
            </a:r>
            <a:r>
              <a:rPr sz="2200" spc="-65" dirty="0"/>
              <a:t> </a:t>
            </a:r>
            <a:r>
              <a:rPr sz="2200" dirty="0"/>
              <a:t>be</a:t>
            </a:r>
            <a:r>
              <a:rPr sz="2200" spc="-45" dirty="0"/>
              <a:t> </a:t>
            </a:r>
            <a:r>
              <a:rPr sz="2200" dirty="0"/>
              <a:t>treated</a:t>
            </a:r>
            <a:r>
              <a:rPr sz="2200" spc="-40" dirty="0"/>
              <a:t> </a:t>
            </a:r>
            <a:r>
              <a:rPr sz="2200" spc="-10" dirty="0"/>
              <a:t>separately</a:t>
            </a:r>
            <a:endParaRPr sz="2200"/>
          </a:p>
        </p:txBody>
      </p:sp>
      <p:sp>
        <p:nvSpPr>
          <p:cNvPr id="6" name="object 6"/>
          <p:cNvSpPr txBox="1"/>
          <p:nvPr/>
        </p:nvSpPr>
        <p:spPr>
          <a:xfrm>
            <a:off x="8720963" y="1172730"/>
            <a:ext cx="3471545" cy="4858385"/>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1105"/>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Times New Roman"/>
              <a:ea typeface="+mn-ea"/>
              <a:cs typeface="Times New Roman"/>
            </a:endParaRPr>
          </a:p>
          <a:p>
            <a:pPr marL="383540" marR="0" lvl="0" indent="0" algn="l" defTabSz="914400" rtl="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FFFFFF"/>
                </a:solidFill>
                <a:effectLst/>
                <a:uLnTx/>
                <a:uFillTx/>
                <a:latin typeface="Arial"/>
                <a:ea typeface="+mn-ea"/>
                <a:cs typeface="Arial"/>
              </a:rPr>
              <a:t>Key</a:t>
            </a:r>
            <a:r>
              <a:rPr kumimoji="0" sz="1800" b="1" i="0" u="none" strike="noStrike" kern="0" cap="none" spc="-25" normalizeH="0" baseline="0" noProof="0" dirty="0">
                <a:ln>
                  <a:noFill/>
                </a:ln>
                <a:solidFill>
                  <a:srgbClr val="FFFFFF"/>
                </a:solidFill>
                <a:effectLst/>
                <a:uLnTx/>
                <a:uFillTx/>
                <a:latin typeface="Arial"/>
                <a:ea typeface="+mn-ea"/>
                <a:cs typeface="Arial"/>
              </a:rPr>
              <a:t> </a:t>
            </a:r>
            <a:r>
              <a:rPr kumimoji="0" sz="1800" b="1" i="0" u="none" strike="noStrike" kern="0" cap="none" spc="-10" normalizeH="0" baseline="0" noProof="0" dirty="0">
                <a:ln>
                  <a:noFill/>
                </a:ln>
                <a:solidFill>
                  <a:srgbClr val="FFFFFF"/>
                </a:solidFill>
                <a:effectLst/>
                <a:uLnTx/>
                <a:uFillTx/>
                <a:latin typeface="Arial"/>
                <a:ea typeface="+mn-ea"/>
                <a:cs typeface="Arial"/>
              </a:rPr>
              <a:t>insights</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a:p>
            <a:pPr marL="383540" marR="408305" lvl="0" indent="0" algn="l" defTabSz="914400" rtl="0" eaLnBrk="1" fontAlgn="auto" latinLnBrk="0" hangingPunct="1">
              <a:lnSpc>
                <a:spcPct val="100000"/>
              </a:lnSpc>
              <a:spcBef>
                <a:spcPts val="1875"/>
              </a:spcBef>
              <a:spcAft>
                <a:spcPts val="0"/>
              </a:spcAft>
              <a:buClrTx/>
              <a:buSzTx/>
              <a:buFontTx/>
              <a:buNone/>
              <a:tabLst/>
              <a:defRPr/>
            </a:pPr>
            <a:r>
              <a:rPr kumimoji="0" sz="1500" b="1" i="0" u="none" strike="noStrike" kern="0" cap="none" spc="0" normalizeH="0" baseline="0" noProof="0" dirty="0">
                <a:ln>
                  <a:noFill/>
                </a:ln>
                <a:solidFill>
                  <a:srgbClr val="FFFFFF"/>
                </a:solidFill>
                <a:effectLst/>
                <a:uLnTx/>
                <a:uFillTx/>
                <a:latin typeface="Arial"/>
                <a:ea typeface="+mn-ea"/>
                <a:cs typeface="Arial"/>
              </a:rPr>
              <a:t>With</a:t>
            </a:r>
            <a:r>
              <a:rPr kumimoji="0" sz="1500" b="1" i="0" u="none" strike="noStrike" kern="0" cap="none" spc="-4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the</a:t>
            </a:r>
            <a:r>
              <a:rPr kumimoji="0" sz="1500" b="1" i="0" u="none" strike="noStrike" kern="0" cap="none" spc="-30"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same</a:t>
            </a:r>
            <a:r>
              <a:rPr kumimoji="0" sz="1500" b="1" i="0" u="none" strike="noStrike" kern="0" cap="none" spc="-30"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prompt</a:t>
            </a:r>
            <a:r>
              <a:rPr kumimoji="0" sz="1500" b="1" i="0" u="none" strike="noStrike" kern="0" cap="none" spc="-15" normalizeH="0" baseline="0" noProof="0" dirty="0">
                <a:ln>
                  <a:noFill/>
                </a:ln>
                <a:solidFill>
                  <a:srgbClr val="FFFFFF"/>
                </a:solidFill>
                <a:effectLst/>
                <a:uLnTx/>
                <a:uFillTx/>
                <a:latin typeface="Arial"/>
                <a:ea typeface="+mn-ea"/>
                <a:cs typeface="Arial"/>
              </a:rPr>
              <a:t> </a:t>
            </a:r>
            <a:r>
              <a:rPr kumimoji="0" sz="1500" b="1" i="0" u="none" strike="noStrike" kern="0" cap="none" spc="-20" normalizeH="0" baseline="0" noProof="0" dirty="0">
                <a:ln>
                  <a:noFill/>
                </a:ln>
                <a:solidFill>
                  <a:srgbClr val="FFFFFF"/>
                </a:solidFill>
                <a:effectLst/>
                <a:uLnTx/>
                <a:uFillTx/>
                <a:latin typeface="Arial"/>
                <a:ea typeface="+mn-ea"/>
                <a:cs typeface="Arial"/>
              </a:rPr>
              <a:t>(and </a:t>
            </a:r>
            <a:r>
              <a:rPr kumimoji="0" sz="1500" b="1" i="0" u="none" strike="noStrike" kern="0" cap="none" spc="0" normalizeH="0" baseline="0" noProof="0" dirty="0">
                <a:ln>
                  <a:noFill/>
                </a:ln>
                <a:solidFill>
                  <a:srgbClr val="FFFFFF"/>
                </a:solidFill>
                <a:effectLst/>
                <a:uLnTx/>
                <a:uFillTx/>
                <a:latin typeface="Arial"/>
                <a:ea typeface="+mn-ea"/>
                <a:cs typeface="Arial"/>
              </a:rPr>
              <a:t>within</a:t>
            </a:r>
            <a:r>
              <a:rPr kumimoji="0" sz="1500" b="1" i="0" u="none" strike="noStrike" kern="0" cap="none" spc="-5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the</a:t>
            </a:r>
            <a:r>
              <a:rPr kumimoji="0" sz="1500" b="1" i="0" u="none" strike="noStrike" kern="0" cap="none" spc="-20"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same</a:t>
            </a:r>
            <a:r>
              <a:rPr kumimoji="0" sz="1500" b="1" i="0" u="none" strike="noStrike" kern="0" cap="none" spc="-2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model),</a:t>
            </a:r>
            <a:r>
              <a:rPr kumimoji="0" sz="1500" b="1" i="0" u="none" strike="noStrike" kern="0" cap="none" spc="-30" normalizeH="0" baseline="0" noProof="0" dirty="0">
                <a:ln>
                  <a:noFill/>
                </a:ln>
                <a:solidFill>
                  <a:srgbClr val="FFFFFF"/>
                </a:solidFill>
                <a:effectLst/>
                <a:uLnTx/>
                <a:uFillTx/>
                <a:latin typeface="Arial"/>
                <a:ea typeface="+mn-ea"/>
                <a:cs typeface="Arial"/>
              </a:rPr>
              <a:t> </a:t>
            </a:r>
            <a:r>
              <a:rPr kumimoji="0" sz="1500" b="1" i="0" u="none" strike="noStrike" kern="0" cap="none" spc="-25" normalizeH="0" baseline="0" noProof="0" dirty="0">
                <a:ln>
                  <a:noFill/>
                </a:ln>
                <a:solidFill>
                  <a:srgbClr val="FFFFFF"/>
                </a:solidFill>
                <a:effectLst/>
                <a:uLnTx/>
                <a:uFillTx/>
                <a:latin typeface="Arial"/>
                <a:ea typeface="+mn-ea"/>
                <a:cs typeface="Arial"/>
              </a:rPr>
              <a:t>you </a:t>
            </a:r>
            <a:r>
              <a:rPr kumimoji="0" sz="1500" b="1" i="0" u="none" strike="noStrike" kern="0" cap="none" spc="0" normalizeH="0" baseline="0" noProof="0" dirty="0">
                <a:ln>
                  <a:noFill/>
                </a:ln>
                <a:solidFill>
                  <a:srgbClr val="FFFFFF"/>
                </a:solidFill>
                <a:effectLst/>
                <a:uLnTx/>
                <a:uFillTx/>
                <a:latin typeface="Arial"/>
                <a:ea typeface="+mn-ea"/>
                <a:cs typeface="Arial"/>
              </a:rPr>
              <a:t>can</a:t>
            </a:r>
            <a:r>
              <a:rPr kumimoji="0" sz="1500" b="1" i="0" u="none" strike="noStrike" kern="0" cap="none" spc="-60"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receive</a:t>
            </a:r>
            <a:r>
              <a:rPr kumimoji="0" sz="1500" b="1" i="0" u="none" strike="noStrike" kern="0" cap="none" spc="-30"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different</a:t>
            </a:r>
            <a:r>
              <a:rPr kumimoji="0" sz="1500" b="1" i="0" u="none" strike="noStrike" kern="0" cap="none" spc="-70" normalizeH="0" baseline="0" noProof="0" dirty="0">
                <a:ln>
                  <a:noFill/>
                </a:ln>
                <a:solidFill>
                  <a:srgbClr val="FFFFFF"/>
                </a:solidFill>
                <a:effectLst/>
                <a:uLnTx/>
                <a:uFillTx/>
                <a:latin typeface="Arial"/>
                <a:ea typeface="+mn-ea"/>
                <a:cs typeface="Arial"/>
              </a:rPr>
              <a:t> </a:t>
            </a:r>
            <a:r>
              <a:rPr kumimoji="0" sz="1500" b="1" i="0" u="none" strike="noStrike" kern="0" cap="none" spc="-10" normalizeH="0" baseline="0" noProof="0" dirty="0">
                <a:ln>
                  <a:noFill/>
                </a:ln>
                <a:solidFill>
                  <a:srgbClr val="FFFFFF"/>
                </a:solidFill>
                <a:effectLst/>
                <a:uLnTx/>
                <a:uFillTx/>
                <a:latin typeface="Arial"/>
                <a:ea typeface="+mn-ea"/>
                <a:cs typeface="Arial"/>
              </a:rPr>
              <a:t>answers </a:t>
            </a:r>
            <a:r>
              <a:rPr kumimoji="0" sz="1500" b="1" i="0" u="none" strike="noStrike" kern="0" cap="none" spc="0" normalizeH="0" baseline="0" noProof="0" dirty="0">
                <a:ln>
                  <a:noFill/>
                </a:ln>
                <a:solidFill>
                  <a:srgbClr val="FFFFFF"/>
                </a:solidFill>
                <a:effectLst/>
                <a:uLnTx/>
                <a:uFillTx/>
                <a:latin typeface="Arial"/>
                <a:ea typeface="+mn-ea"/>
                <a:cs typeface="Arial"/>
              </a:rPr>
              <a:t>per</a:t>
            </a:r>
            <a:r>
              <a:rPr kumimoji="0" sz="1500" b="1" i="0" u="none" strike="noStrike" kern="0" cap="none" spc="-2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try</a:t>
            </a:r>
            <a:r>
              <a:rPr kumimoji="0" sz="1500" b="1" i="0" u="none" strike="noStrike" kern="0" cap="none" spc="-15" normalizeH="0" baseline="0" noProof="0" dirty="0">
                <a:ln>
                  <a:noFill/>
                </a:ln>
                <a:solidFill>
                  <a:srgbClr val="FFFFFF"/>
                </a:solidFill>
                <a:effectLst/>
                <a:uLnTx/>
                <a:uFillTx/>
                <a:latin typeface="Arial"/>
                <a:ea typeface="+mn-ea"/>
                <a:cs typeface="Arial"/>
              </a:rPr>
              <a:t> </a:t>
            </a:r>
            <a:r>
              <a:rPr kumimoji="0" sz="1500" b="0" i="0" u="none" strike="noStrike" kern="0" cap="none" spc="0" normalizeH="0" baseline="0" noProof="0" dirty="0">
                <a:ln>
                  <a:noFill/>
                </a:ln>
                <a:solidFill>
                  <a:srgbClr val="FFFFFF"/>
                </a:solidFill>
                <a:effectLst/>
                <a:uLnTx/>
                <a:uFillTx/>
                <a:latin typeface="Arial MT"/>
                <a:ea typeface="+mn-ea"/>
                <a:cs typeface="Arial MT"/>
              </a:rPr>
              <a:t>–</a:t>
            </a:r>
            <a:r>
              <a:rPr kumimoji="0" sz="1500" b="0" i="0" u="none" strike="noStrike" kern="0" cap="none" spc="-2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as</a:t>
            </a:r>
            <a:r>
              <a:rPr kumimoji="0" sz="1500" b="0" i="0" u="none" strike="noStrike" kern="0" cap="none" spc="-2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the</a:t>
            </a:r>
            <a:r>
              <a:rPr kumimoji="0" sz="1500" b="0" i="0" u="none" strike="noStrike" kern="0" cap="none" spc="-3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models</a:t>
            </a:r>
            <a:r>
              <a:rPr kumimoji="0" sz="1500" b="0" i="0" u="none" strike="noStrike" kern="0" cap="none" spc="-15" normalizeH="0" baseline="0" noProof="0" dirty="0">
                <a:ln>
                  <a:noFill/>
                </a:ln>
                <a:solidFill>
                  <a:srgbClr val="FFFFFF"/>
                </a:solidFill>
                <a:effectLst/>
                <a:uLnTx/>
                <a:uFillTx/>
                <a:latin typeface="Arial MT"/>
                <a:ea typeface="+mn-ea"/>
                <a:cs typeface="Arial MT"/>
              </a:rPr>
              <a:t> </a:t>
            </a:r>
            <a:r>
              <a:rPr kumimoji="0" sz="1500" b="0" i="0" u="none" strike="noStrike" kern="0" cap="none" spc="-25" normalizeH="0" baseline="0" noProof="0" dirty="0">
                <a:ln>
                  <a:noFill/>
                </a:ln>
                <a:solidFill>
                  <a:srgbClr val="FFFFFF"/>
                </a:solidFill>
                <a:effectLst/>
                <a:uLnTx/>
                <a:uFillTx/>
                <a:latin typeface="Arial MT"/>
                <a:ea typeface="+mn-ea"/>
                <a:cs typeface="Arial MT"/>
              </a:rPr>
              <a:t>are </a:t>
            </a:r>
            <a:r>
              <a:rPr kumimoji="0" sz="1500" b="0" i="0" u="none" strike="noStrike" kern="0" cap="none" spc="0" normalizeH="0" baseline="0" noProof="0" dirty="0">
                <a:ln>
                  <a:noFill/>
                </a:ln>
                <a:solidFill>
                  <a:srgbClr val="FFFFFF"/>
                </a:solidFill>
                <a:effectLst/>
                <a:uLnTx/>
                <a:uFillTx/>
                <a:latin typeface="Arial MT"/>
                <a:ea typeface="+mn-ea"/>
                <a:cs typeface="Arial MT"/>
              </a:rPr>
              <a:t>statistical,</a:t>
            </a:r>
            <a:r>
              <a:rPr kumimoji="0" sz="1500" b="0" i="0" u="none" strike="noStrike" kern="0" cap="none" spc="-6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not</a:t>
            </a:r>
            <a:r>
              <a:rPr kumimoji="0" sz="1500" b="0" i="0" u="none" strike="noStrike" kern="0" cap="none" spc="-35" normalizeH="0" baseline="0" noProof="0" dirty="0">
                <a:ln>
                  <a:noFill/>
                </a:ln>
                <a:solidFill>
                  <a:srgbClr val="FFFFFF"/>
                </a:solidFill>
                <a:effectLst/>
                <a:uLnTx/>
                <a:uFillTx/>
                <a:latin typeface="Arial MT"/>
                <a:ea typeface="+mn-ea"/>
                <a:cs typeface="Arial MT"/>
              </a:rPr>
              <a:t> </a:t>
            </a:r>
            <a:r>
              <a:rPr kumimoji="0" sz="1500" b="0" i="0" u="none" strike="noStrike" kern="0" cap="none" spc="-10" normalizeH="0" baseline="0" noProof="0" dirty="0">
                <a:ln>
                  <a:noFill/>
                </a:ln>
                <a:solidFill>
                  <a:srgbClr val="FFFFFF"/>
                </a:solidFill>
                <a:effectLst/>
                <a:uLnTx/>
                <a:uFillTx/>
                <a:latin typeface="Arial MT"/>
                <a:ea typeface="+mn-ea"/>
                <a:cs typeface="Arial MT"/>
              </a:rPr>
              <a:t>deterministic</a:t>
            </a:r>
            <a:endParaRPr kumimoji="0" sz="1500" b="0" i="0" u="none" strike="noStrike" kern="0" cap="none" spc="0" normalizeH="0" baseline="0" noProof="0">
              <a:ln>
                <a:noFill/>
              </a:ln>
              <a:solidFill>
                <a:sysClr val="windowText" lastClr="000000"/>
              </a:solidFill>
              <a:effectLst/>
              <a:uLnTx/>
              <a:uFillTx/>
              <a:latin typeface="Arial MT"/>
              <a:ea typeface="+mn-ea"/>
              <a:cs typeface="Arial MT"/>
            </a:endParaRPr>
          </a:p>
          <a:p>
            <a:pPr marL="0" marR="0" lvl="0" indent="0" algn="l" defTabSz="914400" rtl="0" eaLnBrk="1" fontAlgn="auto" latinLnBrk="0" hangingPunct="1">
              <a:lnSpc>
                <a:spcPct val="100000"/>
              </a:lnSpc>
              <a:spcBef>
                <a:spcPts val="680"/>
              </a:spcBef>
              <a:spcAft>
                <a:spcPts val="0"/>
              </a:spcAft>
              <a:buClrTx/>
              <a:buSzTx/>
              <a:buFontTx/>
              <a:buNone/>
              <a:tabLst/>
              <a:defRPr/>
            </a:pPr>
            <a:endParaRPr kumimoji="0" sz="1500" b="0" i="0" u="none" strike="noStrike" kern="0" cap="none" spc="0" normalizeH="0" baseline="0" noProof="0">
              <a:ln>
                <a:noFill/>
              </a:ln>
              <a:solidFill>
                <a:sysClr val="windowText" lastClr="000000"/>
              </a:solidFill>
              <a:effectLst/>
              <a:uLnTx/>
              <a:uFillTx/>
              <a:latin typeface="Arial MT"/>
              <a:ea typeface="+mn-ea"/>
              <a:cs typeface="Arial MT"/>
            </a:endParaRPr>
          </a:p>
          <a:p>
            <a:pPr marL="383540" marR="398780" lvl="0" indent="0" algn="l" defTabSz="914400" rtl="0" eaLnBrk="1" fontAlgn="auto" latinLnBrk="0" hangingPunct="1">
              <a:lnSpc>
                <a:spcPct val="100000"/>
              </a:lnSpc>
              <a:spcBef>
                <a:spcPts val="0"/>
              </a:spcBef>
              <a:spcAft>
                <a:spcPts val="0"/>
              </a:spcAft>
              <a:buClrTx/>
              <a:buSzTx/>
              <a:buFontTx/>
              <a:buNone/>
              <a:tabLst/>
              <a:defRPr/>
            </a:pPr>
            <a:r>
              <a:rPr kumimoji="0" sz="1500" b="1" i="0" u="none" strike="noStrike" kern="0" cap="none" spc="0" normalizeH="0" baseline="0" noProof="0" dirty="0">
                <a:ln>
                  <a:noFill/>
                </a:ln>
                <a:solidFill>
                  <a:srgbClr val="FFFFFF"/>
                </a:solidFill>
                <a:effectLst/>
                <a:uLnTx/>
                <a:uFillTx/>
                <a:latin typeface="Arial"/>
                <a:ea typeface="+mn-ea"/>
                <a:cs typeface="Arial"/>
              </a:rPr>
              <a:t>With</a:t>
            </a:r>
            <a:r>
              <a:rPr kumimoji="0" sz="1500" b="1" i="0" u="none" strike="noStrike" kern="0" cap="none" spc="-4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the</a:t>
            </a:r>
            <a:r>
              <a:rPr kumimoji="0" sz="1500" b="1" i="0" u="none" strike="noStrike" kern="0" cap="none" spc="-2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same</a:t>
            </a:r>
            <a:r>
              <a:rPr kumimoji="0" sz="1500" b="1" i="0" u="none" strike="noStrike" kern="0" cap="none" spc="-30"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prompt,</a:t>
            </a:r>
            <a:r>
              <a:rPr kumimoji="0" sz="1500" b="1" i="0" u="none" strike="noStrike" kern="0" cap="none" spc="-25" normalizeH="0" baseline="0" noProof="0" dirty="0">
                <a:ln>
                  <a:noFill/>
                </a:ln>
                <a:solidFill>
                  <a:srgbClr val="FFFFFF"/>
                </a:solidFill>
                <a:effectLst/>
                <a:uLnTx/>
                <a:uFillTx/>
                <a:latin typeface="Arial"/>
                <a:ea typeface="+mn-ea"/>
                <a:cs typeface="Arial"/>
              </a:rPr>
              <a:t> you </a:t>
            </a:r>
            <a:r>
              <a:rPr kumimoji="0" sz="1500" b="1" i="0" u="none" strike="noStrike" kern="0" cap="none" spc="0" normalizeH="0" baseline="0" noProof="0" dirty="0">
                <a:ln>
                  <a:noFill/>
                </a:ln>
                <a:solidFill>
                  <a:srgbClr val="FFFFFF"/>
                </a:solidFill>
                <a:effectLst/>
                <a:uLnTx/>
                <a:uFillTx/>
                <a:latin typeface="Arial"/>
                <a:ea typeface="+mn-ea"/>
                <a:cs typeface="Arial"/>
              </a:rPr>
              <a:t>can</a:t>
            </a:r>
            <a:r>
              <a:rPr kumimoji="0" sz="1500" b="1" i="0" u="none" strike="noStrike" kern="0" cap="none" spc="-6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receive</a:t>
            </a:r>
            <a:r>
              <a:rPr kumimoji="0" sz="1500" b="1" i="0" u="none" strike="noStrike" kern="0" cap="none" spc="-30"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different</a:t>
            </a:r>
            <a:r>
              <a:rPr kumimoji="0" sz="1500" b="1" i="0" u="none" strike="noStrike" kern="0" cap="none" spc="-75" normalizeH="0" baseline="0" noProof="0" dirty="0">
                <a:ln>
                  <a:noFill/>
                </a:ln>
                <a:solidFill>
                  <a:srgbClr val="FFFFFF"/>
                </a:solidFill>
                <a:effectLst/>
                <a:uLnTx/>
                <a:uFillTx/>
                <a:latin typeface="Arial"/>
                <a:ea typeface="+mn-ea"/>
                <a:cs typeface="Arial"/>
              </a:rPr>
              <a:t> </a:t>
            </a:r>
            <a:r>
              <a:rPr kumimoji="0" sz="1500" b="1" i="0" u="none" strike="noStrike" kern="0" cap="none" spc="-10" normalizeH="0" baseline="0" noProof="0" dirty="0">
                <a:ln>
                  <a:noFill/>
                </a:ln>
                <a:solidFill>
                  <a:srgbClr val="FFFFFF"/>
                </a:solidFill>
                <a:effectLst/>
                <a:uLnTx/>
                <a:uFillTx/>
                <a:latin typeface="Arial"/>
                <a:ea typeface="+mn-ea"/>
                <a:cs typeface="Arial"/>
              </a:rPr>
              <a:t>answers </a:t>
            </a:r>
            <a:r>
              <a:rPr kumimoji="0" sz="1500" b="1" i="0" u="none" strike="noStrike" kern="0" cap="none" spc="0" normalizeH="0" baseline="0" noProof="0" dirty="0">
                <a:ln>
                  <a:noFill/>
                </a:ln>
                <a:solidFill>
                  <a:srgbClr val="FFFFFF"/>
                </a:solidFill>
                <a:effectLst/>
                <a:uLnTx/>
                <a:uFillTx/>
                <a:latin typeface="Arial"/>
                <a:ea typeface="+mn-ea"/>
                <a:cs typeface="Arial"/>
              </a:rPr>
              <a:t>per</a:t>
            </a:r>
            <a:r>
              <a:rPr kumimoji="0" sz="1500" b="1" i="0" u="none" strike="noStrike" kern="0" cap="none" spc="-35" normalizeH="0" baseline="0" noProof="0" dirty="0">
                <a:ln>
                  <a:noFill/>
                </a:ln>
                <a:solidFill>
                  <a:srgbClr val="FFFFFF"/>
                </a:solidFill>
                <a:effectLst/>
                <a:uLnTx/>
                <a:uFillTx/>
                <a:latin typeface="Arial"/>
                <a:ea typeface="+mn-ea"/>
                <a:cs typeface="Arial"/>
              </a:rPr>
              <a:t> </a:t>
            </a:r>
            <a:r>
              <a:rPr kumimoji="0" sz="1500" b="1" i="0" u="none" strike="noStrike" kern="0" cap="none" spc="0" normalizeH="0" baseline="0" noProof="0" dirty="0">
                <a:ln>
                  <a:noFill/>
                </a:ln>
                <a:solidFill>
                  <a:srgbClr val="FFFFFF"/>
                </a:solidFill>
                <a:effectLst/>
                <a:uLnTx/>
                <a:uFillTx/>
                <a:latin typeface="Arial"/>
                <a:ea typeface="+mn-ea"/>
                <a:cs typeface="Arial"/>
              </a:rPr>
              <a:t>model</a:t>
            </a:r>
            <a:r>
              <a:rPr kumimoji="0" sz="1500" b="1" i="0" u="none" strike="noStrike" kern="0" cap="none" spc="-35" normalizeH="0" baseline="0" noProof="0" dirty="0">
                <a:ln>
                  <a:noFill/>
                </a:ln>
                <a:solidFill>
                  <a:srgbClr val="FFFFFF"/>
                </a:solidFill>
                <a:effectLst/>
                <a:uLnTx/>
                <a:uFillTx/>
                <a:latin typeface="Arial"/>
                <a:ea typeface="+mn-ea"/>
                <a:cs typeface="Arial"/>
              </a:rPr>
              <a:t> </a:t>
            </a:r>
            <a:r>
              <a:rPr kumimoji="0" sz="1500" b="0" i="0" u="none" strike="noStrike" kern="0" cap="none" spc="0" normalizeH="0" baseline="0" noProof="0" dirty="0">
                <a:ln>
                  <a:noFill/>
                </a:ln>
                <a:solidFill>
                  <a:srgbClr val="FFFFFF"/>
                </a:solidFill>
                <a:effectLst/>
                <a:uLnTx/>
                <a:uFillTx/>
                <a:latin typeface="Arial MT"/>
                <a:ea typeface="+mn-ea"/>
                <a:cs typeface="Arial MT"/>
              </a:rPr>
              <a:t>–</a:t>
            </a:r>
            <a:r>
              <a:rPr kumimoji="0" sz="1500" b="0" i="0" u="none" strike="noStrike" kern="0" cap="none" spc="-3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while</a:t>
            </a:r>
            <a:r>
              <a:rPr kumimoji="0" sz="1500" b="0" i="0" u="none" strike="noStrike" kern="0" cap="none" spc="-15" normalizeH="0" baseline="0" noProof="0" dirty="0">
                <a:ln>
                  <a:noFill/>
                </a:ln>
                <a:solidFill>
                  <a:srgbClr val="FFFFFF"/>
                </a:solidFill>
                <a:effectLst/>
                <a:uLnTx/>
                <a:uFillTx/>
                <a:latin typeface="Arial MT"/>
                <a:ea typeface="+mn-ea"/>
                <a:cs typeface="Arial MT"/>
              </a:rPr>
              <a:t> </a:t>
            </a:r>
            <a:r>
              <a:rPr kumimoji="0" sz="1500" b="0" i="0" u="none" strike="noStrike" kern="0" cap="none" spc="-10" normalizeH="0" baseline="0" noProof="0" dirty="0">
                <a:ln>
                  <a:noFill/>
                </a:ln>
                <a:solidFill>
                  <a:srgbClr val="FFFFFF"/>
                </a:solidFill>
                <a:effectLst/>
                <a:uLnTx/>
                <a:uFillTx/>
                <a:latin typeface="Arial MT"/>
                <a:ea typeface="+mn-ea"/>
                <a:cs typeface="Arial MT"/>
              </a:rPr>
              <a:t>conceptually similar,</a:t>
            </a:r>
            <a:r>
              <a:rPr kumimoji="0" sz="1500" b="0" i="0" u="none" strike="noStrike" kern="0" cap="none" spc="-5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the</a:t>
            </a:r>
            <a:r>
              <a:rPr kumimoji="0" sz="1500" b="0" i="0" u="none" strike="noStrike" kern="0" cap="none" spc="-4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models</a:t>
            </a:r>
            <a:r>
              <a:rPr kumimoji="0" sz="1500" b="0" i="0" u="none" strike="noStrike" kern="0" cap="none" spc="-40"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use</a:t>
            </a:r>
            <a:r>
              <a:rPr kumimoji="0" sz="1500" b="0" i="0" u="none" strike="noStrike" kern="0" cap="none" spc="-40" normalizeH="0" baseline="0" noProof="0" dirty="0">
                <a:ln>
                  <a:noFill/>
                </a:ln>
                <a:solidFill>
                  <a:srgbClr val="FFFFFF"/>
                </a:solidFill>
                <a:effectLst/>
                <a:uLnTx/>
                <a:uFillTx/>
                <a:latin typeface="Arial MT"/>
                <a:ea typeface="+mn-ea"/>
                <a:cs typeface="Arial MT"/>
              </a:rPr>
              <a:t> </a:t>
            </a:r>
            <a:r>
              <a:rPr kumimoji="0" sz="1500" b="0" i="0" u="none" strike="noStrike" kern="0" cap="none" spc="-10" normalizeH="0" baseline="0" noProof="0" dirty="0">
                <a:ln>
                  <a:noFill/>
                </a:ln>
                <a:solidFill>
                  <a:srgbClr val="FFFFFF"/>
                </a:solidFill>
                <a:effectLst/>
                <a:uLnTx/>
                <a:uFillTx/>
                <a:latin typeface="Arial MT"/>
                <a:ea typeface="+mn-ea"/>
                <a:cs typeface="Arial MT"/>
              </a:rPr>
              <a:t>different </a:t>
            </a:r>
            <a:r>
              <a:rPr kumimoji="0" sz="1500" b="0" i="0" u="none" strike="noStrike" kern="0" cap="none" spc="0" normalizeH="0" baseline="0" noProof="0" dirty="0">
                <a:ln>
                  <a:noFill/>
                </a:ln>
                <a:solidFill>
                  <a:srgbClr val="FFFFFF"/>
                </a:solidFill>
                <a:effectLst/>
                <a:uLnTx/>
                <a:uFillTx/>
                <a:latin typeface="Arial MT"/>
                <a:ea typeface="+mn-ea"/>
                <a:cs typeface="Arial MT"/>
              </a:rPr>
              <a:t>data</a:t>
            </a:r>
            <a:r>
              <a:rPr kumimoji="0" sz="1500" b="0" i="0" u="none" strike="noStrike" kern="0" cap="none" spc="-45"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and</a:t>
            </a:r>
            <a:r>
              <a:rPr kumimoji="0" sz="1500" b="0" i="0" u="none" strike="noStrike" kern="0" cap="none" spc="-35"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training</a:t>
            </a:r>
            <a:r>
              <a:rPr kumimoji="0" sz="1500" b="0" i="0" u="none" strike="noStrike" kern="0" cap="none" spc="-45" normalizeH="0" baseline="0" noProof="0" dirty="0">
                <a:ln>
                  <a:noFill/>
                </a:ln>
                <a:solidFill>
                  <a:srgbClr val="FFFFFF"/>
                </a:solidFill>
                <a:effectLst/>
                <a:uLnTx/>
                <a:uFillTx/>
                <a:latin typeface="Arial MT"/>
                <a:ea typeface="+mn-ea"/>
                <a:cs typeface="Arial MT"/>
              </a:rPr>
              <a:t> </a:t>
            </a:r>
            <a:r>
              <a:rPr kumimoji="0" sz="1500" b="0" i="0" u="none" strike="noStrike" kern="0" cap="none" spc="-10" normalizeH="0" baseline="0" noProof="0" dirty="0">
                <a:ln>
                  <a:noFill/>
                </a:ln>
                <a:solidFill>
                  <a:srgbClr val="FFFFFF"/>
                </a:solidFill>
                <a:effectLst/>
                <a:uLnTx/>
                <a:uFillTx/>
                <a:latin typeface="Arial MT"/>
                <a:ea typeface="+mn-ea"/>
                <a:cs typeface="Arial MT"/>
              </a:rPr>
              <a:t>approaches, </a:t>
            </a:r>
            <a:r>
              <a:rPr kumimoji="0" sz="1500" b="0" i="0" u="none" strike="noStrike" kern="0" cap="none" spc="0" normalizeH="0" baseline="0" noProof="0" dirty="0">
                <a:ln>
                  <a:noFill/>
                </a:ln>
                <a:solidFill>
                  <a:srgbClr val="FFFFFF"/>
                </a:solidFill>
                <a:effectLst/>
                <a:uLnTx/>
                <a:uFillTx/>
                <a:latin typeface="Arial MT"/>
                <a:ea typeface="+mn-ea"/>
                <a:cs typeface="Arial MT"/>
              </a:rPr>
              <a:t>which</a:t>
            </a:r>
            <a:r>
              <a:rPr kumimoji="0" sz="1500" b="0" i="0" u="none" strike="noStrike" kern="0" cap="none" spc="-35"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lead</a:t>
            </a:r>
            <a:r>
              <a:rPr kumimoji="0" sz="1500" b="0" i="0" u="none" strike="noStrike" kern="0" cap="none" spc="-35" normalizeH="0" baseline="0" noProof="0" dirty="0">
                <a:ln>
                  <a:noFill/>
                </a:ln>
                <a:solidFill>
                  <a:srgbClr val="FFFFFF"/>
                </a:solidFill>
                <a:effectLst/>
                <a:uLnTx/>
                <a:uFillTx/>
                <a:latin typeface="Arial MT"/>
                <a:ea typeface="+mn-ea"/>
                <a:cs typeface="Arial MT"/>
              </a:rPr>
              <a:t> </a:t>
            </a:r>
            <a:r>
              <a:rPr kumimoji="0" sz="1500" b="0" i="0" u="none" strike="noStrike" kern="0" cap="none" spc="0" normalizeH="0" baseline="0" noProof="0" dirty="0">
                <a:ln>
                  <a:noFill/>
                </a:ln>
                <a:solidFill>
                  <a:srgbClr val="FFFFFF"/>
                </a:solidFill>
                <a:effectLst/>
                <a:uLnTx/>
                <a:uFillTx/>
                <a:latin typeface="Arial MT"/>
                <a:ea typeface="+mn-ea"/>
                <a:cs typeface="Arial MT"/>
              </a:rPr>
              <a:t>to</a:t>
            </a:r>
            <a:r>
              <a:rPr kumimoji="0" sz="1500" b="0" i="0" u="none" strike="noStrike" kern="0" cap="none" spc="-35" normalizeH="0" baseline="0" noProof="0" dirty="0">
                <a:ln>
                  <a:noFill/>
                </a:ln>
                <a:solidFill>
                  <a:srgbClr val="FFFFFF"/>
                </a:solidFill>
                <a:effectLst/>
                <a:uLnTx/>
                <a:uFillTx/>
                <a:latin typeface="Arial MT"/>
                <a:ea typeface="+mn-ea"/>
                <a:cs typeface="Arial MT"/>
              </a:rPr>
              <a:t> </a:t>
            </a:r>
            <a:r>
              <a:rPr kumimoji="0" sz="1500" b="0" i="0" u="none" strike="noStrike" kern="0" cap="none" spc="-10" normalizeH="0" baseline="0" noProof="0" dirty="0">
                <a:ln>
                  <a:noFill/>
                </a:ln>
                <a:solidFill>
                  <a:srgbClr val="FFFFFF"/>
                </a:solidFill>
                <a:effectLst/>
                <a:uLnTx/>
                <a:uFillTx/>
                <a:latin typeface="Arial MT"/>
                <a:ea typeface="+mn-ea"/>
                <a:cs typeface="Arial MT"/>
              </a:rPr>
              <a:t>differentiated outputs</a:t>
            </a:r>
            <a:endParaRPr kumimoji="0" sz="15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7" name="object 7"/>
          <p:cNvSpPr/>
          <p:nvPr/>
        </p:nvSpPr>
        <p:spPr>
          <a:xfrm>
            <a:off x="9103868" y="2445511"/>
            <a:ext cx="2705735" cy="0"/>
          </a:xfrm>
          <a:custGeom>
            <a:avLst/>
            <a:gdLst/>
            <a:ahLst/>
            <a:cxnLst/>
            <a:rect l="l" t="t" r="r" b="b"/>
            <a:pathLst>
              <a:path w="2705734">
                <a:moveTo>
                  <a:pt x="0" y="0"/>
                </a:moveTo>
                <a:lnTo>
                  <a:pt x="2705227"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8" name="object 8"/>
          <p:cNvPicPr/>
          <p:nvPr/>
        </p:nvPicPr>
        <p:blipFill>
          <a:blip r:embed="rId3" cstate="print"/>
          <a:stretch>
            <a:fillRect/>
          </a:stretch>
        </p:blipFill>
        <p:spPr>
          <a:xfrm>
            <a:off x="554736" y="2945892"/>
            <a:ext cx="7918704" cy="19050"/>
          </a:xfrm>
          <a:prstGeom prst="rect">
            <a:avLst/>
          </a:prstGeom>
        </p:spPr>
      </p:pic>
      <p:pic>
        <p:nvPicPr>
          <p:cNvPr id="9" name="object 9"/>
          <p:cNvPicPr/>
          <p:nvPr/>
        </p:nvPicPr>
        <p:blipFill>
          <a:blip r:embed="rId3" cstate="print"/>
          <a:stretch>
            <a:fillRect/>
          </a:stretch>
        </p:blipFill>
        <p:spPr>
          <a:xfrm>
            <a:off x="554736" y="3829303"/>
            <a:ext cx="7918704" cy="19050"/>
          </a:xfrm>
          <a:prstGeom prst="rect">
            <a:avLst/>
          </a:prstGeom>
        </p:spPr>
      </p:pic>
      <p:sp>
        <p:nvSpPr>
          <p:cNvPr id="15" name="object 15"/>
          <p:cNvSpPr txBox="1"/>
          <p:nvPr/>
        </p:nvSpPr>
        <p:spPr>
          <a:xfrm>
            <a:off x="1141272" y="1788921"/>
            <a:ext cx="86550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10" normalizeH="0" baseline="0" noProof="0" dirty="0">
                <a:ln>
                  <a:noFill/>
                </a:ln>
                <a:solidFill>
                  <a:srgbClr val="FFFFFF"/>
                </a:solidFill>
                <a:effectLst/>
                <a:uLnTx/>
                <a:uFillTx/>
                <a:latin typeface="Arial"/>
                <a:ea typeface="+mn-ea"/>
                <a:cs typeface="Arial"/>
              </a:rPr>
              <a:t>Description</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grpSp>
        <p:nvGrpSpPr>
          <p:cNvPr id="16" name="object 16"/>
          <p:cNvGrpSpPr/>
          <p:nvPr/>
        </p:nvGrpSpPr>
        <p:grpSpPr>
          <a:xfrm>
            <a:off x="561575" y="1838877"/>
            <a:ext cx="415925" cy="363220"/>
            <a:chOff x="561575" y="1838877"/>
            <a:chExt cx="415925" cy="363220"/>
          </a:xfrm>
        </p:grpSpPr>
        <p:sp>
          <p:nvSpPr>
            <p:cNvPr id="17" name="object 17"/>
            <p:cNvSpPr/>
            <p:nvPr/>
          </p:nvSpPr>
          <p:spPr>
            <a:xfrm>
              <a:off x="565951" y="1843253"/>
              <a:ext cx="407034" cy="262255"/>
            </a:xfrm>
            <a:custGeom>
              <a:avLst/>
              <a:gdLst/>
              <a:ahLst/>
              <a:cxnLst/>
              <a:rect l="l" t="t" r="r" b="b"/>
              <a:pathLst>
                <a:path w="407034" h="262255">
                  <a:moveTo>
                    <a:pt x="406925" y="261886"/>
                  </a:moveTo>
                  <a:lnTo>
                    <a:pt x="200179" y="261886"/>
                  </a:lnTo>
                  <a:lnTo>
                    <a:pt x="0" y="261886"/>
                  </a:lnTo>
                  <a:lnTo>
                    <a:pt x="0" y="0"/>
                  </a:lnTo>
                  <a:lnTo>
                    <a:pt x="406925" y="0"/>
                  </a:lnTo>
                  <a:lnTo>
                    <a:pt x="406925" y="261886"/>
                  </a:lnTo>
                  <a:close/>
                </a:path>
              </a:pathLst>
            </a:custGeom>
            <a:ln w="875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8" name="object 18"/>
            <p:cNvPicPr/>
            <p:nvPr/>
          </p:nvPicPr>
          <p:blipFill>
            <a:blip r:embed="rId4" cstate="print"/>
            <a:stretch>
              <a:fillRect/>
            </a:stretch>
          </p:blipFill>
          <p:spPr>
            <a:xfrm>
              <a:off x="583234" y="1859881"/>
              <a:ext cx="372358" cy="342179"/>
            </a:xfrm>
            <a:prstGeom prst="rect">
              <a:avLst/>
            </a:prstGeom>
          </p:spPr>
        </p:pic>
      </p:grpSp>
      <p:sp>
        <p:nvSpPr>
          <p:cNvPr id="19" name="object 19"/>
          <p:cNvSpPr txBox="1"/>
          <p:nvPr/>
        </p:nvSpPr>
        <p:spPr>
          <a:xfrm>
            <a:off x="2620517" y="1788922"/>
            <a:ext cx="1542415" cy="864869"/>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Focus</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on</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strong </a:t>
            </a:r>
            <a:r>
              <a:rPr kumimoji="0" sz="1100" b="0" i="0" u="none" strike="noStrike" kern="0" cap="none" spc="0" normalizeH="0" baseline="0" noProof="0" dirty="0">
                <a:ln>
                  <a:noFill/>
                </a:ln>
                <a:solidFill>
                  <a:srgbClr val="FFFFFF"/>
                </a:solidFill>
                <a:effectLst/>
                <a:uLnTx/>
                <a:uFillTx/>
                <a:latin typeface="Arial MT"/>
                <a:ea typeface="+mn-ea"/>
                <a:cs typeface="Arial MT"/>
              </a:rPr>
              <a:t>conversational</a:t>
            </a:r>
            <a:r>
              <a:rPr kumimoji="0" sz="1100" b="0" i="0" u="none" strike="noStrike" kern="0" cap="none" spc="-7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abilities, </a:t>
            </a:r>
            <a:r>
              <a:rPr kumimoji="0" sz="1100" b="0" i="0" u="none" strike="noStrike" kern="0" cap="none" spc="0" normalizeH="0" baseline="0" noProof="0" dirty="0">
                <a:ln>
                  <a:noFill/>
                </a:ln>
                <a:solidFill>
                  <a:srgbClr val="FFFFFF"/>
                </a:solidFill>
                <a:effectLst/>
                <a:uLnTx/>
                <a:uFillTx/>
                <a:latin typeface="Arial MT"/>
                <a:ea typeface="+mn-ea"/>
                <a:cs typeface="Arial MT"/>
              </a:rPr>
              <a:t>creative</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content </a:t>
            </a:r>
            <a:r>
              <a:rPr kumimoji="0" sz="1100" b="0" i="0" u="none" strike="noStrike" kern="0" cap="none" spc="0" normalizeH="0" baseline="0" noProof="0" dirty="0">
                <a:ln>
                  <a:noFill/>
                </a:ln>
                <a:solidFill>
                  <a:srgbClr val="FFFFFF"/>
                </a:solidFill>
                <a:effectLst/>
                <a:uLnTx/>
                <a:uFillTx/>
                <a:latin typeface="Arial MT"/>
                <a:ea typeface="+mn-ea"/>
                <a:cs typeface="Arial MT"/>
              </a:rPr>
              <a:t>generation,</a:t>
            </a:r>
            <a:r>
              <a:rPr kumimoji="0" sz="1100" b="0" i="0" u="none" strike="noStrike" kern="0" cap="none" spc="-6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and</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evolving </a:t>
            </a:r>
            <a:r>
              <a:rPr kumimoji="0" sz="1100" b="0" i="0" u="none" strike="noStrike" kern="0" cap="none" spc="0" normalizeH="0" baseline="0" noProof="0" dirty="0">
                <a:ln>
                  <a:noFill/>
                </a:ln>
                <a:solidFill>
                  <a:srgbClr val="FFFFFF"/>
                </a:solidFill>
                <a:effectLst/>
                <a:uLnTx/>
                <a:uFillTx/>
                <a:latin typeface="Arial MT"/>
                <a:ea typeface="+mn-ea"/>
                <a:cs typeface="Arial MT"/>
              </a:rPr>
              <a:t>multimodal</a:t>
            </a:r>
            <a:r>
              <a:rPr kumimoji="0" sz="1100" b="0" i="0" u="none" strike="noStrike" kern="0" cap="none" spc="-7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features</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0" name="object 20"/>
          <p:cNvSpPr txBox="1"/>
          <p:nvPr/>
        </p:nvSpPr>
        <p:spPr>
          <a:xfrm>
            <a:off x="4487671" y="1788922"/>
            <a:ext cx="1492250" cy="864869"/>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Focus</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on</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multimodality, </a:t>
            </a:r>
            <a:r>
              <a:rPr kumimoji="0" sz="1100" b="0" i="0" u="none" strike="noStrike" kern="0" cap="none" spc="0" normalizeH="0" baseline="0" noProof="0" dirty="0">
                <a:ln>
                  <a:noFill/>
                </a:ln>
                <a:solidFill>
                  <a:srgbClr val="FFFFFF"/>
                </a:solidFill>
                <a:effectLst/>
                <a:uLnTx/>
                <a:uFillTx/>
                <a:latin typeface="Arial MT"/>
                <a:ea typeface="+mn-ea"/>
                <a:cs typeface="Arial MT"/>
              </a:rPr>
              <a:t>reasoning,</a:t>
            </a:r>
            <a:r>
              <a:rPr kumimoji="0" sz="1100" b="0" i="0" u="none" strike="noStrike" kern="0" cap="none" spc="-6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contextual understanding,</a:t>
            </a:r>
            <a:r>
              <a:rPr kumimoji="0" sz="1100" b="0" i="0" u="none" strike="noStrike" kern="0" cap="none" spc="60" normalizeH="0" baseline="0" noProof="0" dirty="0">
                <a:ln>
                  <a:noFill/>
                </a:ln>
                <a:solidFill>
                  <a:srgbClr val="FFFFFF"/>
                </a:solidFill>
                <a:effectLst/>
                <a:uLnTx/>
                <a:uFillTx/>
                <a:latin typeface="Arial MT"/>
                <a:ea typeface="+mn-ea"/>
                <a:cs typeface="Arial MT"/>
              </a:rPr>
              <a:t> </a:t>
            </a:r>
            <a:r>
              <a:rPr kumimoji="0" sz="1100" b="0" i="0" u="none" strike="noStrike" kern="0" cap="none" spc="-25" normalizeH="0" baseline="0" noProof="0" dirty="0">
                <a:ln>
                  <a:noFill/>
                </a:ln>
                <a:solidFill>
                  <a:srgbClr val="FFFFFF"/>
                </a:solidFill>
                <a:effectLst/>
                <a:uLnTx/>
                <a:uFillTx/>
                <a:latin typeface="Arial MT"/>
                <a:ea typeface="+mn-ea"/>
                <a:cs typeface="Arial MT"/>
              </a:rPr>
              <a:t>and </a:t>
            </a:r>
            <a:r>
              <a:rPr kumimoji="0" sz="1100" b="0" i="0" u="none" strike="noStrike" kern="0" cap="none" spc="0" normalizeH="0" baseline="0" noProof="0" dirty="0">
                <a:ln>
                  <a:noFill/>
                </a:ln>
                <a:solidFill>
                  <a:srgbClr val="FFFFFF"/>
                </a:solidFill>
                <a:effectLst/>
                <a:uLnTx/>
                <a:uFillTx/>
                <a:latin typeface="Arial MT"/>
                <a:ea typeface="+mn-ea"/>
                <a:cs typeface="Arial MT"/>
              </a:rPr>
              <a:t>integration</a:t>
            </a:r>
            <a:r>
              <a:rPr kumimoji="0" sz="1100" b="0" i="0" u="none" strike="noStrike" kern="0" cap="none" spc="-7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with</a:t>
            </a:r>
            <a:r>
              <a:rPr kumimoji="0" sz="1100" b="0" i="0" u="none" strike="noStrike" kern="0" cap="none" spc="-25" normalizeH="0" baseline="0" noProof="0" dirty="0">
                <a:ln>
                  <a:noFill/>
                </a:ln>
                <a:solidFill>
                  <a:srgbClr val="FFFFFF"/>
                </a:solidFill>
                <a:effectLst/>
                <a:uLnTx/>
                <a:uFillTx/>
                <a:latin typeface="Arial MT"/>
                <a:ea typeface="+mn-ea"/>
                <a:cs typeface="Arial MT"/>
              </a:rPr>
              <a:t> the </a:t>
            </a:r>
            <a:r>
              <a:rPr kumimoji="0" sz="1100" b="0" i="0" u="none" strike="noStrike" kern="0" cap="none" spc="0" normalizeH="0" baseline="0" noProof="0" dirty="0">
                <a:ln>
                  <a:noFill/>
                </a:ln>
                <a:solidFill>
                  <a:srgbClr val="FFFFFF"/>
                </a:solidFill>
                <a:effectLst/>
                <a:uLnTx/>
                <a:uFillTx/>
                <a:latin typeface="Arial MT"/>
                <a:ea typeface="+mn-ea"/>
                <a:cs typeface="Arial MT"/>
              </a:rPr>
              <a:t>Google</a:t>
            </a:r>
            <a:r>
              <a:rPr kumimoji="0" sz="1100" b="0" i="0" u="none" strike="noStrike" kern="0" cap="none" spc="-6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ecosystem</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1" name="object 21"/>
          <p:cNvSpPr txBox="1"/>
          <p:nvPr/>
        </p:nvSpPr>
        <p:spPr>
          <a:xfrm>
            <a:off x="6482841" y="1788922"/>
            <a:ext cx="1722755" cy="69659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Focus</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on</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accuracy, </a:t>
            </a:r>
            <a:r>
              <a:rPr kumimoji="0" sz="1100" b="0" i="0" u="none" strike="noStrike" kern="0" cap="none" spc="0" normalizeH="0" baseline="0" noProof="0" dirty="0">
                <a:ln>
                  <a:noFill/>
                </a:ln>
                <a:solidFill>
                  <a:srgbClr val="FFFFFF"/>
                </a:solidFill>
                <a:effectLst/>
                <a:uLnTx/>
                <a:uFillTx/>
                <a:latin typeface="Arial MT"/>
                <a:ea typeface="+mn-ea"/>
                <a:cs typeface="Arial MT"/>
              </a:rPr>
              <a:t>transparency</a:t>
            </a:r>
            <a:r>
              <a:rPr kumimoji="0" sz="1100" b="0" i="0" u="none" strike="noStrike" kern="0" cap="none" spc="-7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through </a:t>
            </a:r>
            <a:r>
              <a:rPr kumimoji="0" sz="1100" b="0" i="0" u="none" strike="noStrike" kern="0" cap="none" spc="0" normalizeH="0" baseline="0" noProof="0" dirty="0">
                <a:ln>
                  <a:noFill/>
                </a:ln>
                <a:solidFill>
                  <a:srgbClr val="FFFFFF"/>
                </a:solidFill>
                <a:effectLst/>
                <a:uLnTx/>
                <a:uFillTx/>
                <a:latin typeface="Arial MT"/>
                <a:ea typeface="+mn-ea"/>
                <a:cs typeface="Arial MT"/>
              </a:rPr>
              <a:t>citations,</a:t>
            </a:r>
            <a:r>
              <a:rPr kumimoji="0" sz="1100" b="0" i="0" u="none" strike="noStrike" kern="0" cap="none" spc="-3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and</a:t>
            </a:r>
            <a:r>
              <a:rPr kumimoji="0" sz="1100" b="0" i="0" u="none" strike="noStrike" kern="0" cap="none" spc="-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real-</a:t>
            </a:r>
            <a:r>
              <a:rPr kumimoji="0" sz="1100" b="0" i="0" u="none" strike="noStrike" kern="0" cap="none" spc="0" normalizeH="0" baseline="0" noProof="0" dirty="0">
                <a:ln>
                  <a:noFill/>
                </a:ln>
                <a:solidFill>
                  <a:srgbClr val="FFFFFF"/>
                </a:solidFill>
                <a:effectLst/>
                <a:uLnTx/>
                <a:uFillTx/>
                <a:latin typeface="Arial MT"/>
                <a:ea typeface="+mn-ea"/>
                <a:cs typeface="Arial MT"/>
              </a:rPr>
              <a:t>time</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25" normalizeH="0" baseline="0" noProof="0" dirty="0">
                <a:ln>
                  <a:noFill/>
                </a:ln>
                <a:solidFill>
                  <a:srgbClr val="FFFFFF"/>
                </a:solidFill>
                <a:effectLst/>
                <a:uLnTx/>
                <a:uFillTx/>
                <a:latin typeface="Arial MT"/>
                <a:ea typeface="+mn-ea"/>
                <a:cs typeface="Arial MT"/>
              </a:rPr>
              <a:t>web </a:t>
            </a:r>
            <a:r>
              <a:rPr kumimoji="0" sz="1100" b="0" i="0" u="none" strike="noStrike" kern="0" cap="none" spc="0" normalizeH="0" baseline="0" noProof="0" dirty="0">
                <a:ln>
                  <a:noFill/>
                </a:ln>
                <a:solidFill>
                  <a:srgbClr val="FFFFFF"/>
                </a:solidFill>
                <a:effectLst/>
                <a:uLnTx/>
                <a:uFillTx/>
                <a:latin typeface="Arial MT"/>
                <a:ea typeface="+mn-ea"/>
                <a:cs typeface="Arial MT"/>
              </a:rPr>
              <a:t>search</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integration</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1" name="object 31"/>
          <p:cNvSpPr txBox="1"/>
          <p:nvPr/>
        </p:nvSpPr>
        <p:spPr>
          <a:xfrm>
            <a:off x="1141272" y="3165094"/>
            <a:ext cx="727075" cy="391160"/>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Core</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25" normalizeH="0" baseline="0" noProof="0" dirty="0">
                <a:ln>
                  <a:noFill/>
                </a:ln>
                <a:solidFill>
                  <a:srgbClr val="FFFFFF"/>
                </a:solidFill>
                <a:effectLst/>
                <a:uLnTx/>
                <a:uFillTx/>
                <a:latin typeface="Arial"/>
                <a:ea typeface="+mn-ea"/>
                <a:cs typeface="Arial"/>
              </a:rPr>
              <a:t>LLM </a:t>
            </a:r>
            <a:r>
              <a:rPr kumimoji="0" sz="1200" b="1" i="0" u="none" strike="noStrike" kern="0" cap="none" spc="-10" normalizeH="0" baseline="0" noProof="0" dirty="0">
                <a:ln>
                  <a:noFill/>
                </a:ln>
                <a:solidFill>
                  <a:srgbClr val="FFFFFF"/>
                </a:solidFill>
                <a:effectLst/>
                <a:uLnTx/>
                <a:uFillTx/>
                <a:latin typeface="Arial"/>
                <a:ea typeface="+mn-ea"/>
                <a:cs typeface="Arial"/>
              </a:rPr>
              <a:t>model</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pic>
        <p:nvPicPr>
          <p:cNvPr id="32" name="object 32"/>
          <p:cNvPicPr/>
          <p:nvPr/>
        </p:nvPicPr>
        <p:blipFill>
          <a:blip r:embed="rId5" cstate="print"/>
          <a:stretch>
            <a:fillRect/>
          </a:stretch>
        </p:blipFill>
        <p:spPr>
          <a:xfrm>
            <a:off x="561575" y="3223201"/>
            <a:ext cx="415676" cy="345461"/>
          </a:xfrm>
          <a:prstGeom prst="rect">
            <a:avLst/>
          </a:prstGeom>
        </p:spPr>
      </p:pic>
      <p:sp>
        <p:nvSpPr>
          <p:cNvPr id="33" name="object 33"/>
          <p:cNvSpPr txBox="1"/>
          <p:nvPr/>
        </p:nvSpPr>
        <p:spPr>
          <a:xfrm>
            <a:off x="2620517" y="3165094"/>
            <a:ext cx="1461135" cy="36131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GPT-</a:t>
            </a:r>
            <a:r>
              <a:rPr kumimoji="0" lang="sv-SE" sz="1100" b="0" i="0" u="none" strike="noStrike" kern="0" cap="none" spc="0" normalizeH="0" baseline="0" noProof="0" dirty="0">
                <a:ln>
                  <a:noFill/>
                </a:ln>
                <a:solidFill>
                  <a:srgbClr val="FFFFFF"/>
                </a:solidFill>
                <a:effectLst/>
                <a:uLnTx/>
                <a:uFillTx/>
                <a:latin typeface="Arial MT"/>
                <a:ea typeface="+mn-ea"/>
                <a:cs typeface="Arial MT"/>
              </a:rPr>
              <a:t>5.1</a:t>
            </a:r>
            <a:r>
              <a:rPr kumimoji="0" sz="1100" b="0" i="0" u="none" strike="noStrike" kern="0" cap="none" spc="-5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and</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earlier</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25" normalizeH="0" baseline="0" noProof="0" dirty="0">
                <a:ln>
                  <a:noFill/>
                </a:ln>
                <a:solidFill>
                  <a:srgbClr val="FFFFFF"/>
                </a:solidFill>
                <a:effectLst/>
                <a:uLnTx/>
                <a:uFillTx/>
                <a:latin typeface="Arial MT"/>
                <a:ea typeface="+mn-ea"/>
                <a:cs typeface="Arial MT"/>
              </a:rPr>
              <a:t>GPT </a:t>
            </a:r>
            <a:r>
              <a:rPr kumimoji="0" sz="1100" b="0" i="0" u="none" strike="noStrike" kern="0" cap="none" spc="0" normalizeH="0" baseline="0" noProof="0" dirty="0">
                <a:ln>
                  <a:noFill/>
                </a:ln>
                <a:solidFill>
                  <a:srgbClr val="FFFFFF"/>
                </a:solidFill>
                <a:effectLst/>
                <a:uLnTx/>
                <a:uFillTx/>
                <a:latin typeface="Arial MT"/>
                <a:ea typeface="+mn-ea"/>
                <a:cs typeface="Arial MT"/>
              </a:rPr>
              <a:t>models</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(OpenAI)</a:t>
            </a:r>
            <a:endParaRPr kumimoji="0" sz="1100" b="0" i="0" u="none" strike="noStrike" kern="0" cap="none" spc="0" normalizeH="0" baseline="0" noProof="0" dirty="0">
              <a:ln>
                <a:noFill/>
              </a:ln>
              <a:solidFill>
                <a:sysClr val="windowText" lastClr="000000"/>
              </a:solidFill>
              <a:effectLst/>
              <a:uLnTx/>
              <a:uFillTx/>
              <a:latin typeface="Arial MT"/>
              <a:ea typeface="+mn-ea"/>
              <a:cs typeface="Arial MT"/>
            </a:endParaRPr>
          </a:p>
        </p:txBody>
      </p:sp>
      <p:sp>
        <p:nvSpPr>
          <p:cNvPr id="34" name="object 34"/>
          <p:cNvSpPr txBox="1"/>
          <p:nvPr/>
        </p:nvSpPr>
        <p:spPr>
          <a:xfrm>
            <a:off x="4487671" y="3165094"/>
            <a:ext cx="1640205" cy="36131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Gemini</a:t>
            </a:r>
            <a:r>
              <a:rPr kumimoji="0" sz="1100" b="0" i="0" u="none" strike="noStrike" kern="0" cap="none" spc="-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multimodal model, </a:t>
            </a:r>
            <a:r>
              <a:rPr kumimoji="0" sz="1100" b="0" i="0" u="none" strike="noStrike" kern="0" cap="none" spc="0" normalizeH="0" baseline="0" noProof="0" dirty="0">
                <a:ln>
                  <a:noFill/>
                </a:ln>
                <a:solidFill>
                  <a:srgbClr val="FFFFFF"/>
                </a:solidFill>
                <a:effectLst/>
                <a:uLnTx/>
                <a:uFillTx/>
                <a:latin typeface="Arial MT"/>
                <a:ea typeface="+mn-ea"/>
                <a:cs typeface="Arial MT"/>
              </a:rPr>
              <a:t>with</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Google</a:t>
            </a:r>
            <a:r>
              <a:rPr kumimoji="0" sz="1100" b="0" i="0" u="none" strike="noStrike" kern="0" cap="none" spc="-55"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integration</a:t>
            </a:r>
            <a:endParaRPr kumimoji="0" sz="11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5" name="object 35"/>
          <p:cNvSpPr txBox="1"/>
          <p:nvPr/>
        </p:nvSpPr>
        <p:spPr>
          <a:xfrm>
            <a:off x="6482841" y="3165094"/>
            <a:ext cx="1689735" cy="36131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100" b="0" i="0" u="none" strike="noStrike" kern="0" cap="none" spc="0" normalizeH="0" baseline="0" noProof="0" dirty="0">
                <a:ln>
                  <a:noFill/>
                </a:ln>
                <a:solidFill>
                  <a:srgbClr val="FFFFFF"/>
                </a:solidFill>
                <a:effectLst/>
                <a:uLnTx/>
                <a:uFillTx/>
                <a:latin typeface="Arial MT"/>
                <a:ea typeface="+mn-ea"/>
                <a:cs typeface="Arial MT"/>
              </a:rPr>
              <a:t>Sonar</a:t>
            </a:r>
            <a:r>
              <a:rPr kumimoji="0" sz="1100" b="0" i="0" u="none" strike="noStrike" kern="0" cap="none" spc="-20"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Large</a:t>
            </a:r>
            <a:r>
              <a:rPr kumimoji="0" sz="1100" b="0" i="0" u="none" strike="noStrike" kern="0" cap="none" spc="-4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32K,</a:t>
            </a:r>
            <a:r>
              <a:rPr kumimoji="0" sz="1100" b="0" i="0" u="none" strike="noStrike" kern="0" cap="none" spc="-1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GPT-</a:t>
            </a:r>
            <a:r>
              <a:rPr lang="sv-SE" sz="1100" kern="0" spc="-25" dirty="0">
                <a:solidFill>
                  <a:srgbClr val="FFFFFF"/>
                </a:solidFill>
                <a:latin typeface="Arial MT"/>
                <a:cs typeface="Arial MT"/>
              </a:rPr>
              <a:t>5.1</a:t>
            </a:r>
            <a:r>
              <a:rPr kumimoji="0" sz="1100" b="0" i="0" u="none" strike="noStrike" kern="0" cap="none" spc="-25" normalizeH="0" baseline="0" noProof="0" dirty="0">
                <a:ln>
                  <a:noFill/>
                </a:ln>
                <a:solidFill>
                  <a:srgbClr val="FFFFFF"/>
                </a:solidFill>
                <a:effectLst/>
                <a:uLnTx/>
                <a:uFillTx/>
                <a:latin typeface="Arial MT"/>
                <a:ea typeface="+mn-ea"/>
                <a:cs typeface="Arial MT"/>
              </a:rPr>
              <a:t>, </a:t>
            </a:r>
            <a:r>
              <a:rPr kumimoji="0" sz="1100" b="0" i="0" u="none" strike="noStrike" kern="0" cap="none" spc="0" normalizeH="0" baseline="0" noProof="0" dirty="0">
                <a:ln>
                  <a:noFill/>
                </a:ln>
                <a:solidFill>
                  <a:srgbClr val="FFFFFF"/>
                </a:solidFill>
                <a:effectLst/>
                <a:uLnTx/>
                <a:uFillTx/>
                <a:latin typeface="Arial MT"/>
                <a:ea typeface="+mn-ea"/>
                <a:cs typeface="Arial MT"/>
              </a:rPr>
              <a:t>Claude</a:t>
            </a:r>
            <a:r>
              <a:rPr kumimoji="0" sz="1100" b="0" i="0" u="none" strike="noStrike" kern="0" cap="none" spc="-40" normalizeH="0" baseline="0" noProof="0" dirty="0">
                <a:ln>
                  <a:noFill/>
                </a:ln>
                <a:solidFill>
                  <a:srgbClr val="FFFFFF"/>
                </a:solidFill>
                <a:effectLst/>
                <a:uLnTx/>
                <a:uFillTx/>
                <a:latin typeface="Arial MT"/>
                <a:ea typeface="+mn-ea"/>
                <a:cs typeface="Arial MT"/>
              </a:rPr>
              <a:t> </a:t>
            </a:r>
            <a:r>
              <a:rPr kumimoji="0" sz="1100" b="0" i="0" u="none" strike="noStrike" kern="0" cap="none" spc="-10" normalizeH="0" baseline="0" noProof="0" dirty="0">
                <a:ln>
                  <a:noFill/>
                </a:ln>
                <a:solidFill>
                  <a:srgbClr val="FFFFFF"/>
                </a:solidFill>
                <a:effectLst/>
                <a:uLnTx/>
                <a:uFillTx/>
                <a:latin typeface="Arial MT"/>
                <a:ea typeface="+mn-ea"/>
                <a:cs typeface="Arial MT"/>
              </a:rPr>
              <a:t>variants</a:t>
            </a:r>
            <a:endParaRPr kumimoji="0" sz="1100" b="0" i="0" u="none" strike="noStrike" kern="0" cap="none" spc="0" normalizeH="0" baseline="0" noProof="0" dirty="0">
              <a:ln>
                <a:noFill/>
              </a:ln>
              <a:solidFill>
                <a:sysClr val="windowText" lastClr="000000"/>
              </a:solidFill>
              <a:effectLst/>
              <a:uLnTx/>
              <a:uFillTx/>
              <a:latin typeface="Arial MT"/>
              <a:ea typeface="+mn-ea"/>
              <a:cs typeface="Arial MT"/>
            </a:endParaRPr>
          </a:p>
        </p:txBody>
      </p:sp>
      <p:pic>
        <p:nvPicPr>
          <p:cNvPr id="43" name="object 43"/>
          <p:cNvPicPr/>
          <p:nvPr/>
        </p:nvPicPr>
        <p:blipFill>
          <a:blip r:embed="rId6" cstate="print"/>
          <a:stretch>
            <a:fillRect/>
          </a:stretch>
        </p:blipFill>
        <p:spPr>
          <a:xfrm>
            <a:off x="2632964" y="1233677"/>
            <a:ext cx="1392936" cy="348234"/>
          </a:xfrm>
          <a:prstGeom prst="rect">
            <a:avLst/>
          </a:prstGeom>
        </p:spPr>
      </p:pic>
      <p:pic>
        <p:nvPicPr>
          <p:cNvPr id="44" name="object 44"/>
          <p:cNvPicPr/>
          <p:nvPr/>
        </p:nvPicPr>
        <p:blipFill>
          <a:blip r:embed="rId7" cstate="print"/>
          <a:stretch>
            <a:fillRect/>
          </a:stretch>
        </p:blipFill>
        <p:spPr>
          <a:xfrm>
            <a:off x="4499864" y="1107973"/>
            <a:ext cx="1064031" cy="399008"/>
          </a:xfrm>
          <a:prstGeom prst="rect">
            <a:avLst/>
          </a:prstGeom>
        </p:spPr>
      </p:pic>
      <p:pic>
        <p:nvPicPr>
          <p:cNvPr id="45" name="object 45"/>
          <p:cNvPicPr/>
          <p:nvPr/>
        </p:nvPicPr>
        <p:blipFill>
          <a:blip r:embed="rId8" cstate="print"/>
          <a:stretch>
            <a:fillRect/>
          </a:stretch>
        </p:blipFill>
        <p:spPr>
          <a:xfrm>
            <a:off x="6494779" y="1172794"/>
            <a:ext cx="1769491" cy="442391"/>
          </a:xfrm>
          <a:prstGeom prst="rect">
            <a:avLst/>
          </a:prstGeom>
        </p:spPr>
      </p:pic>
      <p:sp>
        <p:nvSpPr>
          <p:cNvPr id="46" name="object 46"/>
          <p:cNvSpPr/>
          <p:nvPr/>
        </p:nvSpPr>
        <p:spPr>
          <a:xfrm>
            <a:off x="2311780" y="1805813"/>
            <a:ext cx="0" cy="923290"/>
          </a:xfrm>
          <a:custGeom>
            <a:avLst/>
            <a:gdLst/>
            <a:ahLst/>
            <a:cxnLst/>
            <a:rect l="l" t="t" r="r" b="b"/>
            <a:pathLst>
              <a:path h="923289">
                <a:moveTo>
                  <a:pt x="0" y="0"/>
                </a:moveTo>
                <a:lnTo>
                  <a:pt x="0" y="923289"/>
                </a:lnTo>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7" name="object 47"/>
          <p:cNvSpPr/>
          <p:nvPr/>
        </p:nvSpPr>
        <p:spPr>
          <a:xfrm>
            <a:off x="2311780" y="3181604"/>
            <a:ext cx="0" cy="426720"/>
          </a:xfrm>
          <a:custGeom>
            <a:avLst/>
            <a:gdLst/>
            <a:ahLst/>
            <a:cxnLst/>
            <a:rect l="l" t="t" r="r" b="b"/>
            <a:pathLst>
              <a:path h="426720">
                <a:moveTo>
                  <a:pt x="0" y="0"/>
                </a:moveTo>
                <a:lnTo>
                  <a:pt x="0" y="426720"/>
                </a:lnTo>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0" name="object 50"/>
          <p:cNvSpPr txBox="1"/>
          <p:nvPr/>
        </p:nvSpPr>
        <p:spPr>
          <a:xfrm>
            <a:off x="541426" y="6275547"/>
            <a:ext cx="5979795" cy="139700"/>
          </a:xfrm>
          <a:prstGeom prst="rect">
            <a:avLst/>
          </a:prstGeom>
        </p:spPr>
        <p:txBody>
          <a:bodyPr vert="horz" wrap="square" lIns="0" tIns="3175" rIns="0" bIns="0" rtlCol="0">
            <a:spAutoFit/>
          </a:bodyPr>
          <a:lstStyle/>
          <a:p>
            <a:pPr marL="12700" marR="0" lvl="0" indent="0" algn="l" defTabSz="914400" rtl="0" eaLnBrk="1" fontAlgn="auto" latinLnBrk="0" hangingPunct="1">
              <a:lnSpc>
                <a:spcPct val="100000"/>
              </a:lnSpc>
              <a:spcBef>
                <a:spcPts val="25"/>
              </a:spcBef>
              <a:spcAft>
                <a:spcPts val="0"/>
              </a:spcAft>
              <a:buClrTx/>
              <a:buSzTx/>
              <a:buFontTx/>
              <a:buNone/>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1.</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Worldwide.</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2.</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Except</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China,</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Russia,</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Iran,</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North</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Korea,</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Cuba,</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Syria,</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some</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African</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countries.</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Note: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self-reported</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sources.</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51" name="object 51"/>
          <p:cNvSpPr txBox="1"/>
          <p:nvPr/>
        </p:nvSpPr>
        <p:spPr>
          <a:xfrm>
            <a:off x="542036" y="6498356"/>
            <a:ext cx="4486275" cy="139700"/>
          </a:xfrm>
          <a:prstGeom prst="rect">
            <a:avLst/>
          </a:prstGeom>
        </p:spPr>
        <p:txBody>
          <a:bodyPr vert="horz" wrap="square" lIns="0" tIns="3175" rIns="0" bIns="0" rtlCol="0">
            <a:spAutoFit/>
          </a:bodyPr>
          <a:lstStyle/>
          <a:p>
            <a:pPr marL="12700" marR="0" lvl="0" indent="0" algn="l" defTabSz="914400" rtl="0" eaLnBrk="1" fontAlgn="auto" latinLnBrk="0" hangingPunct="1">
              <a:lnSpc>
                <a:spcPct val="100000"/>
              </a:lnSpc>
              <a:spcBef>
                <a:spcPts val="25"/>
              </a:spcBef>
              <a:spcAft>
                <a:spcPts val="0"/>
              </a:spcAft>
              <a:buClrTx/>
              <a:buSzTx/>
              <a:buFontTx/>
              <a:buNone/>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Note: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Outcomes</a:t>
            </a:r>
            <a:r>
              <a:rPr kumimoji="0" sz="800" b="0" i="0" u="none" strike="noStrike" kern="0" cap="none" spc="-3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shown</a:t>
            </a:r>
            <a:r>
              <a:rPr kumimoji="0" sz="800" b="0" i="0" u="none" strike="noStrike" kern="0" cap="none" spc="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are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statistical</a:t>
            </a:r>
            <a:r>
              <a:rPr kumimoji="0" sz="800" b="0" i="0" u="none" strike="noStrike" kern="0" cap="none" spc="-5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all</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generated</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within</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the</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same</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day</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time</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(14.05.2025)</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52" name="object 52"/>
          <p:cNvSpPr txBox="1">
            <a:spLocks noGrp="1"/>
          </p:cNvSpPr>
          <p:nvPr>
            <p:ph type="ftr" sz="quarter" idx="5"/>
          </p:nvPr>
        </p:nvSpPr>
        <p:spPr>
          <a:prstGeom prst="rect">
            <a:avLst/>
          </a:prstGeom>
        </p:spPr>
        <p:txBody>
          <a:bodyPr vert="horz" wrap="square" lIns="0" tIns="1905" rIns="0" bIns="0" rtlCol="0">
            <a:spAutoFit/>
          </a:bodyPr>
          <a:lstStyle/>
          <a:p>
            <a:pPr marL="1270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0" normalizeH="0" baseline="0" noProof="0" dirty="0">
                <a:ln>
                  <a:noFill/>
                </a:ln>
                <a:solidFill>
                  <a:prstClr val="white"/>
                </a:solidFill>
                <a:effectLst/>
                <a:uLnTx/>
                <a:uFillTx/>
                <a:latin typeface="Arial MT"/>
                <a:ea typeface="+mn-ea"/>
              </a:rPr>
              <a:t>QuantumBlack,</a:t>
            </a:r>
            <a:r>
              <a:rPr kumimoji="0" sz="900" b="0" i="0" u="none" strike="noStrike" kern="0" cap="none" spc="-50" normalizeH="0" baseline="0" noProof="0" dirty="0">
                <a:ln>
                  <a:noFill/>
                </a:ln>
                <a:solidFill>
                  <a:prstClr val="white"/>
                </a:solidFill>
                <a:effectLst/>
                <a:uLnTx/>
                <a:uFillTx/>
                <a:latin typeface="Arial MT"/>
                <a:ea typeface="+mn-ea"/>
              </a:rPr>
              <a:t> </a:t>
            </a:r>
            <a:r>
              <a:rPr kumimoji="0" sz="900" b="0" i="0" u="none" strike="noStrike" kern="0" cap="none" spc="0" normalizeH="0" baseline="0" noProof="0" dirty="0">
                <a:ln>
                  <a:noFill/>
                </a:ln>
                <a:solidFill>
                  <a:prstClr val="white"/>
                </a:solidFill>
                <a:effectLst/>
                <a:uLnTx/>
                <a:uFillTx/>
                <a:latin typeface="Arial MT"/>
                <a:ea typeface="+mn-ea"/>
              </a:rPr>
              <a:t>AI by</a:t>
            </a:r>
            <a:r>
              <a:rPr kumimoji="0" sz="900" b="0" i="0" u="none" strike="noStrike" kern="0" cap="none" spc="-10" normalizeH="0" baseline="0" noProof="0" dirty="0">
                <a:ln>
                  <a:noFill/>
                </a:ln>
                <a:solidFill>
                  <a:prstClr val="white"/>
                </a:solidFill>
                <a:effectLst/>
                <a:uLnTx/>
                <a:uFillTx/>
                <a:latin typeface="Arial MT"/>
                <a:ea typeface="+mn-ea"/>
              </a:rPr>
              <a:t> McKinsey</a:t>
            </a:r>
          </a:p>
        </p:txBody>
      </p:sp>
      <p:sp>
        <p:nvSpPr>
          <p:cNvPr id="53" name="object 53"/>
          <p:cNvSpPr txBox="1"/>
          <p:nvPr/>
        </p:nvSpPr>
        <p:spPr>
          <a:xfrm>
            <a:off x="11499342" y="6496768"/>
            <a:ext cx="153670" cy="153670"/>
          </a:xfrm>
          <a:prstGeom prst="rect">
            <a:avLst/>
          </a:prstGeom>
        </p:spPr>
        <p:txBody>
          <a:bodyPr vert="horz" wrap="square" lIns="0" tIns="1905" rIns="0" bIns="0" rtlCol="0">
            <a:spAutoFit/>
          </a:bodyPr>
          <a:lstStyle/>
          <a:p>
            <a:pPr marL="1270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25" normalizeH="0" baseline="0" noProof="0" dirty="0">
                <a:ln>
                  <a:noFill/>
                </a:ln>
                <a:solidFill>
                  <a:srgbClr val="FFFFFF"/>
                </a:solidFill>
                <a:effectLst/>
                <a:uLnTx/>
                <a:uFillTx/>
                <a:latin typeface="Arial MT"/>
                <a:ea typeface="+mn-ea"/>
                <a:cs typeface="Arial MT"/>
              </a:rPr>
              <a:t>12</a:t>
            </a:r>
            <a:endParaRPr kumimoji="0" sz="900" b="0" i="0" u="none" strike="noStrike" kern="0" cap="none" spc="0" normalizeH="0" baseline="0" noProof="0">
              <a:ln>
                <a:noFill/>
              </a:ln>
              <a:solidFill>
                <a:sysClr val="windowText" lastClr="000000"/>
              </a:solidFill>
              <a:effectLst/>
              <a:uLnTx/>
              <a:uFillTx/>
              <a:latin typeface="Arial MT"/>
              <a:ea typeface="+mn-ea"/>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marR="5080">
              <a:lnSpc>
                <a:spcPct val="100000"/>
              </a:lnSpc>
              <a:spcBef>
                <a:spcPts val="95"/>
              </a:spcBef>
            </a:pPr>
            <a:r>
              <a:rPr sz="2500" dirty="0"/>
              <a:t>Influence</a:t>
            </a:r>
            <a:r>
              <a:rPr sz="2500" spc="-65" dirty="0"/>
              <a:t> </a:t>
            </a:r>
            <a:r>
              <a:rPr sz="2500" dirty="0"/>
              <a:t>is</a:t>
            </a:r>
            <a:r>
              <a:rPr sz="2500" spc="-50" dirty="0"/>
              <a:t> </a:t>
            </a:r>
            <a:r>
              <a:rPr sz="2500" dirty="0"/>
              <a:t>possible</a:t>
            </a:r>
            <a:r>
              <a:rPr sz="2500" spc="-25" dirty="0"/>
              <a:t> </a:t>
            </a:r>
            <a:r>
              <a:rPr sz="2500" dirty="0"/>
              <a:t>within</a:t>
            </a:r>
            <a:r>
              <a:rPr sz="2500" spc="-45" dirty="0"/>
              <a:t> </a:t>
            </a:r>
            <a:r>
              <a:rPr sz="2500" dirty="0"/>
              <a:t>days</a:t>
            </a:r>
            <a:r>
              <a:rPr sz="2500" spc="-45" dirty="0"/>
              <a:t> </a:t>
            </a:r>
            <a:r>
              <a:rPr sz="2500" dirty="0"/>
              <a:t>for</a:t>
            </a:r>
            <a:r>
              <a:rPr sz="2500" spc="-40" dirty="0"/>
              <a:t> </a:t>
            </a:r>
            <a:r>
              <a:rPr sz="2500" dirty="0"/>
              <a:t>engines</a:t>
            </a:r>
            <a:r>
              <a:rPr sz="2500" spc="-50" dirty="0"/>
              <a:t> </a:t>
            </a:r>
            <a:r>
              <a:rPr sz="2500" dirty="0"/>
              <a:t>with</a:t>
            </a:r>
            <a:r>
              <a:rPr sz="2500" spc="-45" dirty="0"/>
              <a:t> </a:t>
            </a:r>
            <a:r>
              <a:rPr sz="2500" dirty="0"/>
              <a:t>web</a:t>
            </a:r>
            <a:r>
              <a:rPr sz="2500" spc="-45" dirty="0"/>
              <a:t> </a:t>
            </a:r>
            <a:r>
              <a:rPr sz="2500" spc="-10" dirty="0"/>
              <a:t>access; </a:t>
            </a:r>
            <a:r>
              <a:rPr sz="2500" dirty="0"/>
              <a:t>continuous</a:t>
            </a:r>
            <a:r>
              <a:rPr sz="2500" spc="-95" dirty="0"/>
              <a:t> </a:t>
            </a:r>
            <a:r>
              <a:rPr sz="2500" spc="-10" dirty="0"/>
              <a:t>monitoring</a:t>
            </a:r>
            <a:r>
              <a:rPr sz="2500" spc="-75" dirty="0"/>
              <a:t> </a:t>
            </a:r>
            <a:r>
              <a:rPr sz="2500" dirty="0"/>
              <a:t>and</a:t>
            </a:r>
            <a:r>
              <a:rPr sz="2500" spc="-70" dirty="0"/>
              <a:t> </a:t>
            </a:r>
            <a:r>
              <a:rPr sz="2500" spc="-10" dirty="0"/>
              <a:t>improvements</a:t>
            </a:r>
            <a:r>
              <a:rPr sz="2500" spc="-70" dirty="0"/>
              <a:t> </a:t>
            </a:r>
            <a:r>
              <a:rPr sz="2500" spc="-10" dirty="0"/>
              <a:t>needed</a:t>
            </a:r>
            <a:endParaRPr sz="2500"/>
          </a:p>
        </p:txBody>
      </p:sp>
      <p:sp>
        <p:nvSpPr>
          <p:cNvPr id="3" name="object 3"/>
          <p:cNvSpPr txBox="1"/>
          <p:nvPr/>
        </p:nvSpPr>
        <p:spPr>
          <a:xfrm>
            <a:off x="8149843" y="2341321"/>
            <a:ext cx="3300729" cy="30035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0A9F4"/>
                </a:solidFill>
                <a:effectLst/>
                <a:uLnTx/>
                <a:uFillTx/>
                <a:latin typeface="Arial"/>
                <a:ea typeface="+mn-ea"/>
                <a:cs typeface="Arial"/>
              </a:rPr>
              <a:t>How</a:t>
            </a:r>
            <a:r>
              <a:rPr kumimoji="0" sz="1800" b="1" i="0" u="none" strike="noStrike" kern="0" cap="none" spc="-25"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long</a:t>
            </a:r>
            <a:r>
              <a:rPr kumimoji="0" sz="1800" b="1" i="0" u="none" strike="noStrike" kern="0" cap="none" spc="-10"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will</a:t>
            </a:r>
            <a:r>
              <a:rPr kumimoji="0" sz="1800" b="1" i="0" u="none" strike="noStrike" kern="0" cap="none" spc="-55"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the</a:t>
            </a:r>
            <a:r>
              <a:rPr kumimoji="0" sz="1800" b="1" i="0" u="none" strike="noStrike" kern="0" cap="none" spc="-5"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“fixes”</a:t>
            </a:r>
            <a:r>
              <a:rPr kumimoji="0" sz="1800" b="1" i="0" u="none" strike="noStrike" kern="0" cap="none" spc="-5" normalizeH="0" baseline="0" noProof="0" dirty="0">
                <a:ln>
                  <a:noFill/>
                </a:ln>
                <a:solidFill>
                  <a:srgbClr val="00A9F4"/>
                </a:solidFill>
                <a:effectLst/>
                <a:uLnTx/>
                <a:uFillTx/>
                <a:latin typeface="Arial"/>
                <a:ea typeface="+mn-ea"/>
                <a:cs typeface="Arial"/>
              </a:rPr>
              <a:t> </a:t>
            </a:r>
            <a:r>
              <a:rPr kumimoji="0" sz="1800" b="1" i="0" u="none" strike="noStrike" kern="0" cap="none" spc="-10" normalizeH="0" baseline="0" noProof="0" dirty="0">
                <a:ln>
                  <a:noFill/>
                </a:ln>
                <a:solidFill>
                  <a:srgbClr val="00A9F4"/>
                </a:solidFill>
                <a:effectLst/>
                <a:uLnTx/>
                <a:uFillTx/>
                <a:latin typeface="Arial"/>
                <a:ea typeface="+mn-ea"/>
                <a:cs typeface="Arial"/>
              </a:rPr>
              <a:t>last?</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p:txBody>
      </p:sp>
      <p:pic>
        <p:nvPicPr>
          <p:cNvPr id="4" name="object 4"/>
          <p:cNvPicPr/>
          <p:nvPr/>
        </p:nvPicPr>
        <p:blipFill>
          <a:blip r:embed="rId2" cstate="print"/>
          <a:stretch>
            <a:fillRect/>
          </a:stretch>
        </p:blipFill>
        <p:spPr>
          <a:xfrm>
            <a:off x="1586" y="1351787"/>
            <a:ext cx="3663061" cy="5506212"/>
          </a:xfrm>
          <a:prstGeom prst="rect">
            <a:avLst/>
          </a:prstGeom>
        </p:spPr>
      </p:pic>
      <p:sp>
        <p:nvSpPr>
          <p:cNvPr id="5" name="object 5"/>
          <p:cNvSpPr txBox="1"/>
          <p:nvPr/>
        </p:nvSpPr>
        <p:spPr>
          <a:xfrm>
            <a:off x="542036" y="2064207"/>
            <a:ext cx="2461260" cy="574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FFFFFF"/>
                </a:solidFill>
                <a:effectLst/>
                <a:uLnTx/>
                <a:uFillTx/>
                <a:latin typeface="Arial"/>
                <a:ea typeface="+mn-ea"/>
                <a:cs typeface="Arial"/>
              </a:rPr>
              <a:t>How</a:t>
            </a:r>
            <a:r>
              <a:rPr kumimoji="0" sz="1800" b="1" i="0" u="none" strike="noStrike" kern="0" cap="none" spc="-10" normalizeH="0" baseline="0" noProof="0" dirty="0">
                <a:ln>
                  <a:noFill/>
                </a:ln>
                <a:solidFill>
                  <a:srgbClr val="FFFFFF"/>
                </a:solidFill>
                <a:effectLst/>
                <a:uLnTx/>
                <a:uFillTx/>
                <a:latin typeface="Arial"/>
                <a:ea typeface="+mn-ea"/>
                <a:cs typeface="Arial"/>
              </a:rPr>
              <a:t> </a:t>
            </a:r>
            <a:r>
              <a:rPr kumimoji="0" sz="1800" b="1" i="0" u="none" strike="noStrike" kern="0" cap="none" spc="0" normalizeH="0" baseline="0" noProof="0" dirty="0">
                <a:ln>
                  <a:noFill/>
                </a:ln>
                <a:solidFill>
                  <a:srgbClr val="FFFFFF"/>
                </a:solidFill>
                <a:effectLst/>
                <a:uLnTx/>
                <a:uFillTx/>
                <a:latin typeface="Arial"/>
                <a:ea typeface="+mn-ea"/>
                <a:cs typeface="Arial"/>
              </a:rPr>
              <a:t>can</a:t>
            </a:r>
            <a:r>
              <a:rPr kumimoji="0" sz="1800" b="1" i="0" u="none" strike="noStrike" kern="0" cap="none" spc="5" normalizeH="0" baseline="0" noProof="0" dirty="0">
                <a:ln>
                  <a:noFill/>
                </a:ln>
                <a:solidFill>
                  <a:srgbClr val="FFFFFF"/>
                </a:solidFill>
                <a:effectLst/>
                <a:uLnTx/>
                <a:uFillTx/>
                <a:latin typeface="Arial"/>
                <a:ea typeface="+mn-ea"/>
                <a:cs typeface="Arial"/>
              </a:rPr>
              <a:t> </a:t>
            </a:r>
            <a:r>
              <a:rPr kumimoji="0" sz="1800" b="1" i="0" u="none" strike="noStrike" kern="0" cap="none" spc="0" normalizeH="0" baseline="0" noProof="0" dirty="0">
                <a:ln>
                  <a:noFill/>
                </a:ln>
                <a:solidFill>
                  <a:srgbClr val="FFFFFF"/>
                </a:solidFill>
                <a:effectLst/>
                <a:uLnTx/>
                <a:uFillTx/>
                <a:latin typeface="Arial"/>
                <a:ea typeface="+mn-ea"/>
                <a:cs typeface="Arial"/>
              </a:rPr>
              <a:t>we</a:t>
            </a:r>
            <a:r>
              <a:rPr kumimoji="0" sz="1800" b="1" i="0" u="none" strike="noStrike" kern="0" cap="none" spc="-35" normalizeH="0" baseline="0" noProof="0" dirty="0">
                <a:ln>
                  <a:noFill/>
                </a:ln>
                <a:solidFill>
                  <a:srgbClr val="FFFFFF"/>
                </a:solidFill>
                <a:effectLst/>
                <a:uLnTx/>
                <a:uFillTx/>
                <a:latin typeface="Arial"/>
                <a:ea typeface="+mn-ea"/>
                <a:cs typeface="Arial"/>
              </a:rPr>
              <a:t> </a:t>
            </a:r>
            <a:r>
              <a:rPr kumimoji="0" sz="1800" b="1" i="0" u="none" strike="noStrike" kern="0" cap="none" spc="-10" normalizeH="0" baseline="0" noProof="0" dirty="0">
                <a:ln>
                  <a:noFill/>
                </a:ln>
                <a:solidFill>
                  <a:srgbClr val="FFFFFF"/>
                </a:solidFill>
                <a:effectLst/>
                <a:uLnTx/>
                <a:uFillTx/>
                <a:latin typeface="Arial"/>
                <a:ea typeface="+mn-ea"/>
                <a:cs typeface="Arial"/>
              </a:rPr>
              <a:t>influence</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1800" b="1" i="0" u="none" strike="noStrike" kern="0" cap="none" spc="-30" normalizeH="0" baseline="0" noProof="0" dirty="0">
                <a:ln>
                  <a:noFill/>
                </a:ln>
                <a:solidFill>
                  <a:srgbClr val="FFFFFF"/>
                </a:solidFill>
                <a:effectLst/>
                <a:uLnTx/>
                <a:uFillTx/>
                <a:latin typeface="Arial"/>
                <a:ea typeface="+mn-ea"/>
                <a:cs typeface="Arial"/>
              </a:rPr>
              <a:t>AI-</a:t>
            </a:r>
            <a:r>
              <a:rPr kumimoji="0" sz="1800" b="1" i="0" u="none" strike="noStrike" kern="0" cap="none" spc="0" normalizeH="0" baseline="0" noProof="0" dirty="0">
                <a:ln>
                  <a:noFill/>
                </a:ln>
                <a:solidFill>
                  <a:srgbClr val="FFFFFF"/>
                </a:solidFill>
                <a:effectLst/>
                <a:uLnTx/>
                <a:uFillTx/>
                <a:latin typeface="Arial"/>
                <a:ea typeface="+mn-ea"/>
                <a:cs typeface="Arial"/>
              </a:rPr>
              <a:t>powered</a:t>
            </a:r>
            <a:r>
              <a:rPr kumimoji="0" sz="1800" b="1" i="0" u="none" strike="noStrike" kern="0" cap="none" spc="35" normalizeH="0" baseline="0" noProof="0" dirty="0">
                <a:ln>
                  <a:noFill/>
                </a:ln>
                <a:solidFill>
                  <a:srgbClr val="FFFFFF"/>
                </a:solidFill>
                <a:effectLst/>
                <a:uLnTx/>
                <a:uFillTx/>
                <a:latin typeface="Arial"/>
                <a:ea typeface="+mn-ea"/>
                <a:cs typeface="Arial"/>
              </a:rPr>
              <a:t> </a:t>
            </a:r>
            <a:r>
              <a:rPr kumimoji="0" sz="1800" b="1" i="0" u="none" strike="noStrike" kern="0" cap="none" spc="-10" normalizeH="0" baseline="0" noProof="0" dirty="0">
                <a:ln>
                  <a:noFill/>
                </a:ln>
                <a:solidFill>
                  <a:srgbClr val="FFFFFF"/>
                </a:solidFill>
                <a:effectLst/>
                <a:uLnTx/>
                <a:uFillTx/>
                <a:latin typeface="Arial"/>
                <a:ea typeface="+mn-ea"/>
                <a:cs typeface="Arial"/>
              </a:rPr>
              <a:t>searches?</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6" name="object 6"/>
          <p:cNvSpPr txBox="1"/>
          <p:nvPr/>
        </p:nvSpPr>
        <p:spPr>
          <a:xfrm>
            <a:off x="542036" y="2854197"/>
            <a:ext cx="2813050" cy="1565275"/>
          </a:xfrm>
          <a:prstGeom prst="rect">
            <a:avLst/>
          </a:prstGeom>
        </p:spPr>
        <p:txBody>
          <a:bodyPr vert="horz" wrap="square" lIns="0" tIns="12700" rIns="0" bIns="0" rtlCol="0">
            <a:spAutoFit/>
          </a:bodyPr>
          <a:lstStyle/>
          <a:p>
            <a:pPr marL="12700" marR="451484" lvl="0" indent="0" algn="just"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We</a:t>
            </a:r>
            <a:r>
              <a:rPr kumimoji="0" sz="1200" b="0" i="0" u="none" strike="noStrike" kern="0" cap="none" spc="-6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deliver</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new</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and/or</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optimized </a:t>
            </a:r>
            <a:r>
              <a:rPr kumimoji="0" sz="1200" b="1" i="0" u="none" strike="noStrike" kern="0" cap="none" spc="0" normalizeH="0" baseline="0" noProof="0" dirty="0">
                <a:ln>
                  <a:noFill/>
                </a:ln>
                <a:solidFill>
                  <a:srgbClr val="FFFFFF"/>
                </a:solidFill>
                <a:effectLst/>
                <a:uLnTx/>
                <a:uFillTx/>
                <a:latin typeface="Arial"/>
                <a:ea typeface="+mn-ea"/>
                <a:cs typeface="Arial"/>
              </a:rPr>
              <a:t>content</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to</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new</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and/or</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optimized channels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algn="l" defTabSz="914400" rtl="0" eaLnBrk="1" fontAlgn="auto" latinLnBrk="0" hangingPunct="1">
              <a:lnSpc>
                <a:spcPct val="100000"/>
              </a:lnSpc>
              <a:spcBef>
                <a:spcPts val="6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That</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way,</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we</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provide</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new</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data</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for</a:t>
            </a:r>
            <a:r>
              <a:rPr kumimoji="0" sz="1200" b="1" i="0" u="none" strike="noStrike" kern="0" cap="none" spc="-25" normalizeH="0" baseline="0" noProof="0" dirty="0">
                <a:ln>
                  <a:noFill/>
                </a:ln>
                <a:solidFill>
                  <a:srgbClr val="FFFFFF"/>
                </a:solidFill>
                <a:effectLst/>
                <a:uLnTx/>
                <a:uFillTx/>
                <a:latin typeface="Arial"/>
                <a:ea typeface="+mn-ea"/>
                <a:cs typeface="Arial"/>
              </a:rPr>
              <a:t> the AI-</a:t>
            </a:r>
            <a:r>
              <a:rPr kumimoji="0" sz="1200" b="1" i="0" u="none" strike="noStrike" kern="0" cap="none" spc="0" normalizeH="0" baseline="0" noProof="0" dirty="0">
                <a:ln>
                  <a:noFill/>
                </a:ln>
                <a:solidFill>
                  <a:srgbClr val="FFFFFF"/>
                </a:solidFill>
                <a:effectLst/>
                <a:uLnTx/>
                <a:uFillTx/>
                <a:latin typeface="Arial"/>
                <a:ea typeface="+mn-ea"/>
                <a:cs typeface="Arial"/>
              </a:rPr>
              <a:t>powered</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search</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engines</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to</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pick</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25" normalizeH="0" baseline="0" noProof="0" dirty="0">
                <a:ln>
                  <a:noFill/>
                </a:ln>
                <a:solidFill>
                  <a:srgbClr val="FFFFFF"/>
                </a:solidFill>
                <a:effectLst/>
                <a:uLnTx/>
                <a:uFillTx/>
                <a:latin typeface="Arial"/>
                <a:ea typeface="+mn-ea"/>
                <a:cs typeface="Arial"/>
              </a:rPr>
              <a:t>up</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both</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for</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re-</a:t>
            </a:r>
            <a:r>
              <a:rPr kumimoji="0" sz="1200" b="0" i="0" u="none" strike="noStrike" kern="0" cap="none" spc="0" normalizeH="0" baseline="0" noProof="0" dirty="0">
                <a:ln>
                  <a:noFill/>
                </a:ln>
                <a:solidFill>
                  <a:srgbClr val="FFFFFF"/>
                </a:solidFill>
                <a:effectLst/>
                <a:uLnTx/>
                <a:uFillTx/>
                <a:latin typeface="Arial MT"/>
                <a:ea typeface="+mn-ea"/>
                <a:cs typeface="Arial MT"/>
              </a:rPr>
              <a:t>training</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current/</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pre-training </a:t>
            </a:r>
            <a:r>
              <a:rPr kumimoji="0" sz="1200" b="0" i="0" u="none" strike="noStrike" kern="0" cap="none" spc="0" normalizeH="0" baseline="0" noProof="0" dirty="0">
                <a:ln>
                  <a:noFill/>
                </a:ln>
                <a:solidFill>
                  <a:srgbClr val="FFFFFF"/>
                </a:solidFill>
                <a:effectLst/>
                <a:uLnTx/>
                <a:uFillTx/>
                <a:latin typeface="Arial MT"/>
                <a:ea typeface="+mn-ea"/>
                <a:cs typeface="Arial MT"/>
              </a:rPr>
              <a:t>new</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LLM</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releases</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and</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visibility</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in</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direct </a:t>
            </a:r>
            <a:r>
              <a:rPr kumimoji="0" sz="1200" b="0" i="0" u="none" strike="noStrike" kern="0" cap="none" spc="0" normalizeH="0" baseline="0" noProof="0" dirty="0">
                <a:ln>
                  <a:noFill/>
                </a:ln>
                <a:solidFill>
                  <a:srgbClr val="FFFFFF"/>
                </a:solidFill>
                <a:effectLst/>
                <a:uLnTx/>
                <a:uFillTx/>
                <a:latin typeface="Arial MT"/>
                <a:ea typeface="+mn-ea"/>
                <a:cs typeface="Arial MT"/>
              </a:rPr>
              <a:t>web</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searches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7" name="object 7"/>
          <p:cNvSpPr/>
          <p:nvPr/>
        </p:nvSpPr>
        <p:spPr>
          <a:xfrm>
            <a:off x="8161528" y="2697860"/>
            <a:ext cx="3475990" cy="0"/>
          </a:xfrm>
          <a:custGeom>
            <a:avLst/>
            <a:gdLst/>
            <a:ahLst/>
            <a:cxnLst/>
            <a:rect l="l" t="t" r="r" b="b"/>
            <a:pathLst>
              <a:path w="3475990">
                <a:moveTo>
                  <a:pt x="0" y="0"/>
                </a:moveTo>
                <a:lnTo>
                  <a:pt x="3475736"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nvGrpSpPr>
          <p:cNvPr id="8" name="object 8"/>
          <p:cNvGrpSpPr/>
          <p:nvPr/>
        </p:nvGrpSpPr>
        <p:grpSpPr>
          <a:xfrm>
            <a:off x="554736" y="1463654"/>
            <a:ext cx="2613660" cy="1240790"/>
            <a:chOff x="554736" y="1463654"/>
            <a:chExt cx="2613660" cy="1240790"/>
          </a:xfrm>
        </p:grpSpPr>
        <p:sp>
          <p:nvSpPr>
            <p:cNvPr id="9" name="object 9"/>
            <p:cNvSpPr/>
            <p:nvPr/>
          </p:nvSpPr>
          <p:spPr>
            <a:xfrm>
              <a:off x="554736" y="2697861"/>
              <a:ext cx="2613660" cy="0"/>
            </a:xfrm>
            <a:custGeom>
              <a:avLst/>
              <a:gdLst/>
              <a:ahLst/>
              <a:cxnLst/>
              <a:rect l="l" t="t" r="r" b="b"/>
              <a:pathLst>
                <a:path w="2613660">
                  <a:moveTo>
                    <a:pt x="2613406" y="0"/>
                  </a:moveTo>
                  <a:lnTo>
                    <a:pt x="0"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 name="object 10"/>
            <p:cNvSpPr/>
            <p:nvPr/>
          </p:nvSpPr>
          <p:spPr>
            <a:xfrm>
              <a:off x="575444" y="1498032"/>
              <a:ext cx="542925" cy="544195"/>
            </a:xfrm>
            <a:custGeom>
              <a:avLst/>
              <a:gdLst/>
              <a:ahLst/>
              <a:cxnLst/>
              <a:rect l="l" t="t" r="r" b="b"/>
              <a:pathLst>
                <a:path w="542925" h="544194">
                  <a:moveTo>
                    <a:pt x="448149" y="223146"/>
                  </a:moveTo>
                  <a:lnTo>
                    <a:pt x="455532" y="243890"/>
                  </a:lnTo>
                  <a:lnTo>
                    <a:pt x="460806" y="265337"/>
                  </a:lnTo>
                  <a:lnTo>
                    <a:pt x="463970" y="287488"/>
                  </a:lnTo>
                  <a:lnTo>
                    <a:pt x="465025" y="310342"/>
                  </a:lnTo>
                  <a:lnTo>
                    <a:pt x="460339" y="357252"/>
                  </a:lnTo>
                  <a:lnTo>
                    <a:pt x="446874" y="401009"/>
                  </a:lnTo>
                  <a:lnTo>
                    <a:pt x="425521" y="440657"/>
                  </a:lnTo>
                  <a:lnTo>
                    <a:pt x="397169" y="475239"/>
                  </a:lnTo>
                  <a:lnTo>
                    <a:pt x="362708" y="503801"/>
                  </a:lnTo>
                  <a:lnTo>
                    <a:pt x="323029" y="525385"/>
                  </a:lnTo>
                  <a:lnTo>
                    <a:pt x="279020" y="539037"/>
                  </a:lnTo>
                  <a:lnTo>
                    <a:pt x="231573" y="543800"/>
                  </a:lnTo>
                  <a:lnTo>
                    <a:pt x="184206" y="539117"/>
                  </a:lnTo>
                  <a:lnTo>
                    <a:pt x="140410" y="525678"/>
                  </a:lnTo>
                  <a:lnTo>
                    <a:pt x="101032" y="504394"/>
                  </a:lnTo>
                  <a:lnTo>
                    <a:pt x="66916" y="476177"/>
                  </a:lnTo>
                  <a:lnTo>
                    <a:pt x="38909" y="441939"/>
                  </a:lnTo>
                  <a:lnTo>
                    <a:pt x="17856" y="402591"/>
                  </a:lnTo>
                  <a:lnTo>
                    <a:pt x="4605" y="359047"/>
                  </a:lnTo>
                  <a:lnTo>
                    <a:pt x="0" y="312217"/>
                  </a:lnTo>
                  <a:lnTo>
                    <a:pt x="4683" y="265306"/>
                  </a:lnTo>
                  <a:lnTo>
                    <a:pt x="18135" y="221549"/>
                  </a:lnTo>
                  <a:lnTo>
                    <a:pt x="39453" y="181901"/>
                  </a:lnTo>
                  <a:lnTo>
                    <a:pt x="67736" y="147318"/>
                  </a:lnTo>
                  <a:lnTo>
                    <a:pt x="102085" y="118756"/>
                  </a:lnTo>
                  <a:lnTo>
                    <a:pt x="141597" y="97172"/>
                  </a:lnTo>
                  <a:lnTo>
                    <a:pt x="185372" y="83520"/>
                  </a:lnTo>
                  <a:lnTo>
                    <a:pt x="232510" y="78757"/>
                  </a:lnTo>
                  <a:lnTo>
                    <a:pt x="255759" y="79812"/>
                  </a:lnTo>
                  <a:lnTo>
                    <a:pt x="277865" y="82976"/>
                  </a:lnTo>
                  <a:lnTo>
                    <a:pt x="299092" y="88250"/>
                  </a:lnTo>
                  <a:lnTo>
                    <a:pt x="319703" y="95634"/>
                  </a:lnTo>
                </a:path>
                <a:path w="542925" h="544194">
                  <a:moveTo>
                    <a:pt x="347830" y="262525"/>
                  </a:moveTo>
                  <a:lnTo>
                    <a:pt x="352210" y="274113"/>
                  </a:lnTo>
                  <a:lnTo>
                    <a:pt x="355448" y="286316"/>
                  </a:lnTo>
                  <a:lnTo>
                    <a:pt x="357455" y="299047"/>
                  </a:lnTo>
                  <a:lnTo>
                    <a:pt x="358143" y="312217"/>
                  </a:lnTo>
                  <a:lnTo>
                    <a:pt x="348270" y="361118"/>
                  </a:lnTo>
                  <a:lnTo>
                    <a:pt x="321344" y="401053"/>
                  </a:lnTo>
                  <a:lnTo>
                    <a:pt x="281410" y="427980"/>
                  </a:lnTo>
                  <a:lnTo>
                    <a:pt x="232510" y="437854"/>
                  </a:lnTo>
                  <a:lnTo>
                    <a:pt x="183611" y="427980"/>
                  </a:lnTo>
                  <a:lnTo>
                    <a:pt x="143677" y="401053"/>
                  </a:lnTo>
                  <a:lnTo>
                    <a:pt x="116751" y="361118"/>
                  </a:lnTo>
                  <a:lnTo>
                    <a:pt x="106877" y="312217"/>
                  </a:lnTo>
                  <a:lnTo>
                    <a:pt x="116751" y="263315"/>
                  </a:lnTo>
                  <a:lnTo>
                    <a:pt x="143677" y="223380"/>
                  </a:lnTo>
                  <a:lnTo>
                    <a:pt x="183611" y="196454"/>
                  </a:lnTo>
                  <a:lnTo>
                    <a:pt x="232510" y="186580"/>
                  </a:lnTo>
                  <a:lnTo>
                    <a:pt x="243600" y="187092"/>
                  </a:lnTo>
                  <a:lnTo>
                    <a:pt x="254426" y="188572"/>
                  </a:lnTo>
                  <a:lnTo>
                    <a:pt x="265076" y="190931"/>
                  </a:lnTo>
                  <a:lnTo>
                    <a:pt x="275638" y="194080"/>
                  </a:lnTo>
                </a:path>
                <a:path w="542925" h="544194">
                  <a:moveTo>
                    <a:pt x="231573" y="312217"/>
                  </a:moveTo>
                  <a:lnTo>
                    <a:pt x="542842" y="0"/>
                  </a:lnTo>
                </a:path>
              </a:pathLst>
            </a:custGeom>
            <a:ln w="125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1" name="object 11"/>
            <p:cNvPicPr/>
            <p:nvPr/>
          </p:nvPicPr>
          <p:blipFill>
            <a:blip r:embed="rId3" cstate="print"/>
            <a:stretch>
              <a:fillRect/>
            </a:stretch>
          </p:blipFill>
          <p:spPr>
            <a:xfrm>
              <a:off x="947026" y="1463654"/>
              <a:ext cx="206575" cy="205644"/>
            </a:xfrm>
            <a:prstGeom prst="rect">
              <a:avLst/>
            </a:prstGeom>
          </p:spPr>
        </p:pic>
      </p:grpSp>
      <p:sp>
        <p:nvSpPr>
          <p:cNvPr id="12" name="object 12"/>
          <p:cNvSpPr txBox="1"/>
          <p:nvPr/>
        </p:nvSpPr>
        <p:spPr>
          <a:xfrm>
            <a:off x="4167632" y="1787093"/>
            <a:ext cx="3352165" cy="849630"/>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0" cap="none" spc="0" normalizeH="0" baseline="0" noProof="0" dirty="0">
                <a:ln>
                  <a:noFill/>
                </a:ln>
                <a:solidFill>
                  <a:srgbClr val="00A9F4"/>
                </a:solidFill>
                <a:effectLst/>
                <a:uLnTx/>
                <a:uFillTx/>
                <a:latin typeface="Arial"/>
                <a:ea typeface="+mn-ea"/>
                <a:cs typeface="Arial"/>
              </a:rPr>
              <a:t>How</a:t>
            </a:r>
            <a:r>
              <a:rPr kumimoji="0" sz="1800" b="1" i="0" u="none" strike="noStrike" kern="0" cap="none" spc="-20"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quickly</a:t>
            </a:r>
            <a:r>
              <a:rPr kumimoji="0" sz="1800" b="1" i="0" u="none" strike="noStrike" kern="0" cap="none" spc="-10"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can</a:t>
            </a:r>
            <a:r>
              <a:rPr kumimoji="0" sz="1800" b="1" i="0" u="none" strike="noStrike" kern="0" cap="none" spc="-10"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we</a:t>
            </a:r>
            <a:r>
              <a:rPr kumimoji="0" sz="1800" b="1" i="0" u="none" strike="noStrike" kern="0" cap="none" spc="-40" normalizeH="0" baseline="0" noProof="0" dirty="0">
                <a:ln>
                  <a:noFill/>
                </a:ln>
                <a:solidFill>
                  <a:srgbClr val="00A9F4"/>
                </a:solidFill>
                <a:effectLst/>
                <a:uLnTx/>
                <a:uFillTx/>
                <a:latin typeface="Arial"/>
                <a:ea typeface="+mn-ea"/>
                <a:cs typeface="Arial"/>
              </a:rPr>
              <a:t> </a:t>
            </a:r>
            <a:r>
              <a:rPr kumimoji="0" sz="1800" b="1" i="0" u="none" strike="noStrike" kern="0" cap="none" spc="-10" normalizeH="0" baseline="0" noProof="0" dirty="0">
                <a:ln>
                  <a:noFill/>
                </a:ln>
                <a:solidFill>
                  <a:srgbClr val="00A9F4"/>
                </a:solidFill>
                <a:effectLst/>
                <a:uLnTx/>
                <a:uFillTx/>
                <a:latin typeface="Arial"/>
                <a:ea typeface="+mn-ea"/>
                <a:cs typeface="Arial"/>
              </a:rPr>
              <a:t>influence </a:t>
            </a:r>
            <a:r>
              <a:rPr kumimoji="0" sz="1800" b="1" i="0" u="none" strike="noStrike" kern="0" cap="none" spc="-30" normalizeH="0" baseline="0" noProof="0" dirty="0">
                <a:ln>
                  <a:noFill/>
                </a:ln>
                <a:solidFill>
                  <a:srgbClr val="00A9F4"/>
                </a:solidFill>
                <a:effectLst/>
                <a:uLnTx/>
                <a:uFillTx/>
                <a:latin typeface="Arial"/>
                <a:ea typeface="+mn-ea"/>
                <a:cs typeface="Arial"/>
              </a:rPr>
              <a:t>AI-</a:t>
            </a:r>
            <a:r>
              <a:rPr kumimoji="0" sz="1800" b="1" i="0" u="none" strike="noStrike" kern="0" cap="none" spc="0" normalizeH="0" baseline="0" noProof="0" dirty="0">
                <a:ln>
                  <a:noFill/>
                </a:ln>
                <a:solidFill>
                  <a:srgbClr val="00A9F4"/>
                </a:solidFill>
                <a:effectLst/>
                <a:uLnTx/>
                <a:uFillTx/>
                <a:latin typeface="Arial"/>
                <a:ea typeface="+mn-ea"/>
                <a:cs typeface="Arial"/>
              </a:rPr>
              <a:t>powered</a:t>
            </a:r>
            <a:r>
              <a:rPr kumimoji="0" sz="1800" b="1" i="0" u="none" strike="noStrike" kern="0" cap="none" spc="-5"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search</a:t>
            </a:r>
            <a:r>
              <a:rPr kumimoji="0" sz="1800" b="1" i="0" u="none" strike="noStrike" kern="0" cap="none" spc="20" normalizeH="0" baseline="0" noProof="0" dirty="0">
                <a:ln>
                  <a:noFill/>
                </a:ln>
                <a:solidFill>
                  <a:srgbClr val="00A9F4"/>
                </a:solidFill>
                <a:effectLst/>
                <a:uLnTx/>
                <a:uFillTx/>
                <a:latin typeface="Arial"/>
                <a:ea typeface="+mn-ea"/>
                <a:cs typeface="Arial"/>
              </a:rPr>
              <a:t> </a:t>
            </a:r>
            <a:r>
              <a:rPr kumimoji="0" sz="1800" b="1" i="0" u="none" strike="noStrike" kern="0" cap="none" spc="-10" normalizeH="0" baseline="0" noProof="0" dirty="0">
                <a:ln>
                  <a:noFill/>
                </a:ln>
                <a:solidFill>
                  <a:srgbClr val="00A9F4"/>
                </a:solidFill>
                <a:effectLst/>
                <a:uLnTx/>
                <a:uFillTx/>
                <a:latin typeface="Arial"/>
                <a:ea typeface="+mn-ea"/>
                <a:cs typeface="Arial"/>
              </a:rPr>
              <a:t>outcomes? </a:t>
            </a:r>
            <a:r>
              <a:rPr kumimoji="0" sz="1800" b="1" i="0" u="none" strike="noStrike" kern="0" cap="none" spc="0" normalizeH="0" baseline="0" noProof="0" dirty="0">
                <a:ln>
                  <a:noFill/>
                </a:ln>
                <a:solidFill>
                  <a:srgbClr val="00A9F4"/>
                </a:solidFill>
                <a:effectLst/>
                <a:uLnTx/>
                <a:uFillTx/>
                <a:latin typeface="Arial"/>
                <a:ea typeface="+mn-ea"/>
                <a:cs typeface="Arial"/>
              </a:rPr>
              <a:t>Aren’t</a:t>
            </a:r>
            <a:r>
              <a:rPr kumimoji="0" sz="1800" b="1" i="0" u="none" strike="noStrike" kern="0" cap="none" spc="-5" normalizeH="0" baseline="0" noProof="0" dirty="0">
                <a:ln>
                  <a:noFill/>
                </a:ln>
                <a:solidFill>
                  <a:srgbClr val="00A9F4"/>
                </a:solidFill>
                <a:effectLst/>
                <a:uLnTx/>
                <a:uFillTx/>
                <a:latin typeface="Arial"/>
                <a:ea typeface="+mn-ea"/>
                <a:cs typeface="Arial"/>
              </a:rPr>
              <a:t> </a:t>
            </a:r>
            <a:r>
              <a:rPr kumimoji="0" sz="1800" b="1" i="0" u="none" strike="noStrike" kern="0" cap="none" spc="0" normalizeH="0" baseline="0" noProof="0" dirty="0">
                <a:ln>
                  <a:noFill/>
                </a:ln>
                <a:solidFill>
                  <a:srgbClr val="00A9F4"/>
                </a:solidFill>
                <a:effectLst/>
                <a:uLnTx/>
                <a:uFillTx/>
                <a:latin typeface="Arial"/>
                <a:ea typeface="+mn-ea"/>
                <a:cs typeface="Arial"/>
              </a:rPr>
              <a:t>LLMs</a:t>
            </a:r>
            <a:r>
              <a:rPr kumimoji="0" sz="1800" b="1" i="0" u="none" strike="noStrike" kern="0" cap="none" spc="-60" normalizeH="0" baseline="0" noProof="0" dirty="0">
                <a:ln>
                  <a:noFill/>
                </a:ln>
                <a:solidFill>
                  <a:srgbClr val="00A9F4"/>
                </a:solidFill>
                <a:effectLst/>
                <a:uLnTx/>
                <a:uFillTx/>
                <a:latin typeface="Arial"/>
                <a:ea typeface="+mn-ea"/>
                <a:cs typeface="Arial"/>
              </a:rPr>
              <a:t> </a:t>
            </a:r>
            <a:r>
              <a:rPr kumimoji="0" sz="1800" b="1" i="0" u="none" strike="noStrike" kern="0" cap="none" spc="-10" normalizeH="0" baseline="0" noProof="0" dirty="0">
                <a:ln>
                  <a:noFill/>
                </a:ln>
                <a:solidFill>
                  <a:srgbClr val="00A9F4"/>
                </a:solidFill>
                <a:effectLst/>
                <a:uLnTx/>
                <a:uFillTx/>
                <a:latin typeface="Arial"/>
                <a:ea typeface="+mn-ea"/>
                <a:cs typeface="Arial"/>
              </a:rPr>
              <a:t>pre-trained?</a:t>
            </a:r>
            <a:endParaRPr kumimoji="0" sz="1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3" name="object 13"/>
          <p:cNvSpPr/>
          <p:nvPr/>
        </p:nvSpPr>
        <p:spPr>
          <a:xfrm>
            <a:off x="4179696" y="2697860"/>
            <a:ext cx="3475990" cy="0"/>
          </a:xfrm>
          <a:custGeom>
            <a:avLst/>
            <a:gdLst/>
            <a:ahLst/>
            <a:cxnLst/>
            <a:rect l="l" t="t" r="r" b="b"/>
            <a:pathLst>
              <a:path w="3475990">
                <a:moveTo>
                  <a:pt x="0" y="0"/>
                </a:moveTo>
                <a:lnTo>
                  <a:pt x="3475735"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4" name="object 14"/>
          <p:cNvSpPr txBox="1"/>
          <p:nvPr/>
        </p:nvSpPr>
        <p:spPr>
          <a:xfrm>
            <a:off x="4116832" y="2854197"/>
            <a:ext cx="3602354" cy="2555875"/>
          </a:xfrm>
          <a:prstGeom prst="rect">
            <a:avLst/>
          </a:prstGeom>
        </p:spPr>
        <p:txBody>
          <a:bodyPr vert="horz" wrap="square" lIns="0" tIns="12700" rIns="0" bIns="0" rtlCol="0">
            <a:spAutoFit/>
          </a:bodyPr>
          <a:lstStyle/>
          <a:p>
            <a:pPr marL="349885" marR="140970" lvl="0" indent="-287020" algn="l" defTabSz="914400" rtl="0" eaLnBrk="1" fontAlgn="auto" latinLnBrk="0" hangingPunct="1">
              <a:lnSpc>
                <a:spcPct val="100000"/>
              </a:lnSpc>
              <a:spcBef>
                <a:spcPts val="100"/>
              </a:spcBef>
              <a:spcAft>
                <a:spcPts val="0"/>
              </a:spcAft>
              <a:buClrTx/>
              <a:buSzPct val="120833"/>
              <a:buFont typeface="Arial MT"/>
              <a:buChar char="•"/>
              <a:tabLst>
                <a:tab pos="349885" algn="l"/>
              </a:tabLst>
              <a:defRPr/>
            </a:pPr>
            <a:r>
              <a:rPr kumimoji="0" sz="1200" b="1" i="0" u="none" strike="noStrike" kern="0" cap="none" spc="0" normalizeH="0" baseline="0" noProof="0" dirty="0">
                <a:ln>
                  <a:noFill/>
                </a:ln>
                <a:solidFill>
                  <a:srgbClr val="FFFFFF"/>
                </a:solidFill>
                <a:effectLst/>
                <a:uLnTx/>
                <a:uFillTx/>
                <a:latin typeface="Arial"/>
                <a:ea typeface="+mn-ea"/>
                <a:cs typeface="Arial"/>
              </a:rPr>
              <a:t>Large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LLMs</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0" i="0" u="none" strike="noStrike" kern="0" cap="none" spc="0" normalizeH="0" baseline="0" noProof="0" dirty="0">
                <a:ln>
                  <a:noFill/>
                </a:ln>
                <a:solidFill>
                  <a:srgbClr val="FFFFFF"/>
                </a:solidFill>
                <a:effectLst/>
                <a:uLnTx/>
                <a:uFillTx/>
                <a:latin typeface="Arial MT"/>
                <a:ea typeface="+mn-ea"/>
                <a:cs typeface="Arial MT"/>
              </a:rPr>
              <a:t>that</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are</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generating</a:t>
            </a:r>
            <a:r>
              <a:rPr kumimoji="0" sz="1200" b="0" i="0" u="none" strike="noStrike" kern="0" cap="none" spc="-6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final</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answers </a:t>
            </a:r>
            <a:r>
              <a:rPr kumimoji="0" sz="1200" b="0" i="0" u="none" strike="noStrike" kern="0" cap="none" spc="0" normalizeH="0" baseline="0" noProof="0" dirty="0">
                <a:ln>
                  <a:noFill/>
                </a:ln>
                <a:solidFill>
                  <a:srgbClr val="FFFFFF"/>
                </a:solidFill>
                <a:effectLst/>
                <a:uLnTx/>
                <a:uFillTx/>
                <a:latin typeface="Arial MT"/>
                <a:ea typeface="+mn-ea"/>
                <a:cs typeface="Arial MT"/>
              </a:rPr>
              <a:t>in</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the</a:t>
            </a:r>
            <a:r>
              <a:rPr kumimoji="0" sz="1200" b="0" i="0" u="none" strike="noStrike" kern="0" cap="none" spc="-8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AI-</a:t>
            </a:r>
            <a:r>
              <a:rPr kumimoji="0" sz="1200" b="0" i="0" u="none" strike="noStrike" kern="0" cap="none" spc="0" normalizeH="0" baseline="0" noProof="0" dirty="0">
                <a:ln>
                  <a:noFill/>
                </a:ln>
                <a:solidFill>
                  <a:srgbClr val="FFFFFF"/>
                </a:solidFill>
                <a:effectLst/>
                <a:uLnTx/>
                <a:uFillTx/>
                <a:latin typeface="Arial MT"/>
                <a:ea typeface="+mn-ea"/>
                <a:cs typeface="Arial MT"/>
              </a:rPr>
              <a:t>powered</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searches</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are</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indeed</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a:p>
            <a:pPr marL="349885" marR="9144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10" normalizeH="0" baseline="0" noProof="0" dirty="0">
                <a:ln>
                  <a:noFill/>
                </a:ln>
                <a:solidFill>
                  <a:srgbClr val="FFFFFF"/>
                </a:solidFill>
                <a:effectLst/>
                <a:uLnTx/>
                <a:uFillTx/>
                <a:latin typeface="Arial"/>
                <a:ea typeface="+mn-ea"/>
                <a:cs typeface="Arial"/>
              </a:rPr>
              <a:t>pre-</a:t>
            </a:r>
            <a:r>
              <a:rPr kumimoji="0" sz="1200" b="1" i="0" u="none" strike="noStrike" kern="0" cap="none" spc="0" normalizeH="0" baseline="0" noProof="0" dirty="0">
                <a:ln>
                  <a:noFill/>
                </a:ln>
                <a:solidFill>
                  <a:srgbClr val="FFFFFF"/>
                </a:solidFill>
                <a:effectLst/>
                <a:uLnTx/>
                <a:uFillTx/>
                <a:latin typeface="Arial"/>
                <a:ea typeface="+mn-ea"/>
                <a:cs typeface="Arial"/>
              </a:rPr>
              <a:t>trained</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on content</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with</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certain</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cut-</a:t>
            </a:r>
            <a:r>
              <a:rPr kumimoji="0" sz="1200" b="1" i="0" u="none" strike="noStrike" kern="0" cap="none" spc="-25" normalizeH="0" baseline="0" noProof="0" dirty="0">
                <a:ln>
                  <a:noFill/>
                </a:ln>
                <a:solidFill>
                  <a:srgbClr val="FFFFFF"/>
                </a:solidFill>
                <a:effectLst/>
                <a:uLnTx/>
                <a:uFillTx/>
                <a:latin typeface="Arial"/>
                <a:ea typeface="+mn-ea"/>
                <a:cs typeface="Arial"/>
              </a:rPr>
              <a:t>off </a:t>
            </a:r>
            <a:r>
              <a:rPr kumimoji="0" sz="1200" b="1" i="0" u="none" strike="noStrike" kern="0" cap="none" spc="0" normalizeH="0" baseline="0" noProof="0" dirty="0">
                <a:ln>
                  <a:noFill/>
                </a:ln>
                <a:solidFill>
                  <a:srgbClr val="FFFFFF"/>
                </a:solidFill>
                <a:effectLst/>
                <a:uLnTx/>
                <a:uFillTx/>
                <a:latin typeface="Arial"/>
                <a:ea typeface="+mn-ea"/>
                <a:cs typeface="Arial"/>
              </a:rPr>
              <a:t>date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0" i="0" u="none" strike="noStrike" kern="0" cap="none" spc="0" normalizeH="0" baseline="0" noProof="0" dirty="0">
                <a:ln>
                  <a:noFill/>
                </a:ln>
                <a:solidFill>
                  <a:srgbClr val="FFFFFF"/>
                </a:solidFill>
                <a:effectLst/>
                <a:uLnTx/>
                <a:uFillTx/>
                <a:latin typeface="Arial MT"/>
                <a:ea typeface="+mn-ea"/>
                <a:cs typeface="Arial MT"/>
              </a:rPr>
              <a:t>(update</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frequency:</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order</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of</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weeks</a:t>
            </a:r>
            <a:r>
              <a:rPr kumimoji="0" sz="1200" b="0" i="0" u="none" strike="noStrike" kern="0" cap="none" spc="-25" normalizeH="0" baseline="0" noProof="0" dirty="0">
                <a:ln>
                  <a:noFill/>
                </a:ln>
                <a:solidFill>
                  <a:srgbClr val="FFFFFF"/>
                </a:solidFill>
                <a:effectLst/>
                <a:uLnTx/>
                <a:uFillTx/>
                <a:latin typeface="Arial MT"/>
                <a:ea typeface="+mn-ea"/>
                <a:cs typeface="Arial MT"/>
              </a:rPr>
              <a:t> to </a:t>
            </a:r>
            <a:r>
              <a:rPr kumimoji="0" sz="1200" b="0" i="0" u="none" strike="noStrike" kern="0" cap="none" spc="-10" normalizeH="0" baseline="0" noProof="0" dirty="0">
                <a:ln>
                  <a:noFill/>
                </a:ln>
                <a:solidFill>
                  <a:srgbClr val="FFFFFF"/>
                </a:solidFill>
                <a:effectLst/>
                <a:uLnTx/>
                <a:uFillTx/>
                <a:latin typeface="Arial MT"/>
                <a:ea typeface="+mn-ea"/>
                <a:cs typeface="Arial MT"/>
              </a:rPr>
              <a:t>months)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a:p>
            <a:pPr marL="349885" marR="99060" lvl="0" indent="-287020" algn="l" defTabSz="914400" rtl="0" eaLnBrk="1" fontAlgn="auto" latinLnBrk="0" hangingPunct="1">
              <a:lnSpc>
                <a:spcPct val="100000"/>
              </a:lnSpc>
              <a:spcBef>
                <a:spcPts val="600"/>
              </a:spcBef>
              <a:spcAft>
                <a:spcPts val="0"/>
              </a:spcAft>
              <a:buClrTx/>
              <a:buSzPct val="120833"/>
              <a:buFontTx/>
              <a:buChar char="•"/>
              <a:tabLst>
                <a:tab pos="349885" algn="l"/>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Most</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search</a:t>
            </a:r>
            <a:r>
              <a:rPr kumimoji="0" sz="1200" b="0" i="0" u="none" strike="noStrike" kern="0" cap="none" spc="-5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engine</a:t>
            </a:r>
            <a:r>
              <a:rPr kumimoji="0" sz="1200" b="0" i="0" u="none" strike="noStrike" kern="0" cap="none" spc="-5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applications,</a:t>
            </a:r>
            <a:r>
              <a:rPr kumimoji="0" sz="1200" b="0" i="0" u="none" strike="noStrike" kern="0" cap="none" spc="-6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however, </a:t>
            </a:r>
            <a:r>
              <a:rPr kumimoji="0" sz="1200" b="0" i="0" u="none" strike="noStrike" kern="0" cap="none" spc="0" normalizeH="0" baseline="0" noProof="0" dirty="0">
                <a:ln>
                  <a:noFill/>
                </a:ln>
                <a:solidFill>
                  <a:srgbClr val="FFFFFF"/>
                </a:solidFill>
                <a:effectLst/>
                <a:uLnTx/>
                <a:uFillTx/>
                <a:latin typeface="Arial MT"/>
                <a:ea typeface="+mn-ea"/>
                <a:cs typeface="Arial MT"/>
              </a:rPr>
              <a:t>leverage</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direct</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web</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access</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0" i="0" u="none" strike="noStrike" kern="0" cap="none" spc="0" normalizeH="0" baseline="0" noProof="0" dirty="0">
                <a:ln>
                  <a:noFill/>
                </a:ln>
                <a:solidFill>
                  <a:srgbClr val="FFFFFF"/>
                </a:solidFill>
                <a:effectLst/>
                <a:uLnTx/>
                <a:uFillTx/>
                <a:latin typeface="Arial MT"/>
                <a:ea typeface="+mn-ea"/>
                <a:cs typeface="Arial MT"/>
              </a:rPr>
              <a:t>via</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an</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index</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20" normalizeH="0" baseline="0" noProof="0" dirty="0">
                <a:ln>
                  <a:noFill/>
                </a:ln>
                <a:solidFill>
                  <a:srgbClr val="FFFFFF"/>
                </a:solidFill>
                <a:effectLst/>
                <a:uLnTx/>
                <a:uFillTx/>
                <a:latin typeface="Arial MT"/>
                <a:ea typeface="+mn-ea"/>
                <a:cs typeface="Arial MT"/>
              </a:rPr>
              <a:t>that </a:t>
            </a:r>
            <a:r>
              <a:rPr kumimoji="0" sz="1200" b="0" i="0" u="none" strike="noStrike" kern="0" cap="none" spc="0" normalizeH="0" baseline="0" noProof="0" dirty="0">
                <a:ln>
                  <a:noFill/>
                </a:ln>
                <a:solidFill>
                  <a:srgbClr val="FFFFFF"/>
                </a:solidFill>
                <a:effectLst/>
                <a:uLnTx/>
                <a:uFillTx/>
                <a:latin typeface="Arial MT"/>
                <a:ea typeface="+mn-ea"/>
                <a:cs typeface="Arial MT"/>
              </a:rPr>
              <a:t>is</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updated</a:t>
            </a:r>
            <a:r>
              <a:rPr kumimoji="0" sz="1200" b="1" i="0" u="none" strike="noStrike" kern="0" cap="none" spc="-1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much</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more</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frequently</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0" i="0" u="none" strike="noStrike" kern="0" cap="none" spc="0" normalizeH="0" baseline="0" noProof="0" dirty="0">
                <a:ln>
                  <a:noFill/>
                </a:ln>
                <a:solidFill>
                  <a:srgbClr val="FFFFFF"/>
                </a:solidFill>
                <a:effectLst/>
                <a:uLnTx/>
                <a:uFillTx/>
                <a:latin typeface="Arial MT"/>
                <a:ea typeface="+mn-ea"/>
                <a:cs typeface="Arial MT"/>
              </a:rPr>
              <a:t>–</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meaning </a:t>
            </a:r>
            <a:r>
              <a:rPr kumimoji="0" sz="1200" b="0" i="0" u="none" strike="noStrike" kern="0" cap="none" spc="0" normalizeH="0" baseline="0" noProof="0" dirty="0">
                <a:ln>
                  <a:noFill/>
                </a:ln>
                <a:solidFill>
                  <a:srgbClr val="FFFFFF"/>
                </a:solidFill>
                <a:effectLst/>
                <a:uLnTx/>
                <a:uFillTx/>
                <a:latin typeface="Arial MT"/>
                <a:ea typeface="+mn-ea"/>
                <a:cs typeface="Arial MT"/>
              </a:rPr>
              <a:t>content</a:t>
            </a:r>
            <a:r>
              <a:rPr kumimoji="0" sz="1200" b="0" i="0" u="none" strike="noStrike" kern="0" cap="none" spc="-6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updates</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could</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influence</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searches </a:t>
            </a:r>
            <a:r>
              <a:rPr kumimoji="0" sz="1200" b="1" i="0" u="none" strike="noStrike" kern="0" cap="none" spc="0" normalizeH="0" baseline="0" noProof="0" dirty="0">
                <a:ln>
                  <a:noFill/>
                </a:ln>
                <a:solidFill>
                  <a:srgbClr val="FFFFFF"/>
                </a:solidFill>
                <a:effectLst/>
                <a:uLnTx/>
                <a:uFillTx/>
                <a:latin typeface="Arial"/>
                <a:ea typeface="+mn-ea"/>
                <a:cs typeface="Arial"/>
              </a:rPr>
              <a:t>within</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days</a:t>
            </a:r>
            <a:r>
              <a:rPr kumimoji="0" sz="1200" b="1" i="0" u="none" strike="noStrike" kern="0" cap="none" spc="-15" normalizeH="0" baseline="24305" noProof="0" dirty="0">
                <a:ln>
                  <a:noFill/>
                </a:ln>
                <a:solidFill>
                  <a:srgbClr val="FFFFFF"/>
                </a:solidFill>
                <a:effectLst/>
                <a:uLnTx/>
                <a:uFillTx/>
                <a:latin typeface="Arial"/>
                <a:ea typeface="+mn-ea"/>
                <a:cs typeface="Arial"/>
              </a:rPr>
              <a:t>1</a:t>
            </a:r>
            <a:endParaRPr kumimoji="0" sz="1200" b="0" i="0" u="none" strike="noStrike" kern="0" cap="none" spc="0" normalizeH="0" baseline="24305" noProof="0">
              <a:ln>
                <a:noFill/>
              </a:ln>
              <a:solidFill>
                <a:sysClr val="windowText" lastClr="000000"/>
              </a:solidFill>
              <a:effectLst/>
              <a:uLnTx/>
              <a:uFillTx/>
              <a:latin typeface="Arial"/>
              <a:ea typeface="+mn-ea"/>
              <a:cs typeface="Arial"/>
            </a:endParaRPr>
          </a:p>
          <a:p>
            <a:pPr marL="349885" marR="68580" lvl="0" indent="-287020" algn="l" defTabSz="914400" rtl="0" eaLnBrk="1" fontAlgn="auto" latinLnBrk="0" hangingPunct="1">
              <a:lnSpc>
                <a:spcPct val="100000"/>
              </a:lnSpc>
              <a:spcBef>
                <a:spcPts val="605"/>
              </a:spcBef>
              <a:spcAft>
                <a:spcPts val="0"/>
              </a:spcAft>
              <a:buClrTx/>
              <a:buSzPct val="120833"/>
              <a:buFontTx/>
              <a:buChar char="•"/>
              <a:tabLst>
                <a:tab pos="349885" algn="l"/>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For</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Perplexity</a:t>
            </a:r>
            <a:r>
              <a:rPr kumimoji="0" sz="1200" b="0" i="0" u="none" strike="noStrike" kern="0" cap="none" spc="0" normalizeH="0" baseline="0" noProof="0" dirty="0">
                <a:ln>
                  <a:noFill/>
                </a:ln>
                <a:solidFill>
                  <a:srgbClr val="FFFFFF"/>
                </a:solidFill>
                <a:effectLst/>
                <a:uLnTx/>
                <a:uFillTx/>
                <a:latin typeface="Arial MT"/>
                <a:ea typeface="+mn-ea"/>
                <a:cs typeface="Arial MT"/>
              </a:rPr>
              <a:t>,</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we</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observe</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updates</a:t>
            </a:r>
            <a:r>
              <a:rPr kumimoji="0" sz="1200" b="0" i="0" u="none" strike="noStrike" kern="0" cap="none" spc="-6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being </a:t>
            </a:r>
            <a:r>
              <a:rPr kumimoji="0" sz="1200" b="0" i="0" u="none" strike="noStrike" kern="0" cap="none" spc="0" normalizeH="0" baseline="0" noProof="0" dirty="0">
                <a:ln>
                  <a:noFill/>
                </a:ln>
                <a:solidFill>
                  <a:srgbClr val="FFFFFF"/>
                </a:solidFill>
                <a:effectLst/>
                <a:uLnTx/>
                <a:uFillTx/>
                <a:latin typeface="Arial MT"/>
                <a:ea typeface="+mn-ea"/>
                <a:cs typeface="Arial MT"/>
              </a:rPr>
              <a:t>reflected</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within</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2-</a:t>
            </a:r>
            <a:r>
              <a:rPr kumimoji="0" sz="1200" b="1" i="0" u="none" strike="noStrike" kern="0" cap="none" spc="0" normalizeH="0" baseline="0" noProof="0" dirty="0">
                <a:ln>
                  <a:noFill/>
                </a:ln>
                <a:solidFill>
                  <a:srgbClr val="FFFFFF"/>
                </a:solidFill>
                <a:effectLst/>
                <a:uLnTx/>
                <a:uFillTx/>
                <a:latin typeface="Arial"/>
                <a:ea typeface="+mn-ea"/>
                <a:cs typeface="Arial"/>
              </a:rPr>
              <a:t>3</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days</a:t>
            </a:r>
            <a:r>
              <a:rPr kumimoji="0" sz="1200" b="0" i="0" u="none" strike="noStrike" kern="0" cap="none" spc="0" normalizeH="0" baseline="0" noProof="0" dirty="0">
                <a:ln>
                  <a:noFill/>
                </a:ln>
                <a:solidFill>
                  <a:srgbClr val="FFFFFF"/>
                </a:solidFill>
                <a:effectLst/>
                <a:uLnTx/>
                <a:uFillTx/>
                <a:latin typeface="Arial MT"/>
                <a:ea typeface="+mn-ea"/>
                <a:cs typeface="Arial MT"/>
              </a:rPr>
              <a:t>.</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Similar</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timelines</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25" normalizeH="0" baseline="0" noProof="0" dirty="0">
                <a:ln>
                  <a:noFill/>
                </a:ln>
                <a:solidFill>
                  <a:srgbClr val="FFFFFF"/>
                </a:solidFill>
                <a:effectLst/>
                <a:uLnTx/>
                <a:uFillTx/>
                <a:latin typeface="Arial MT"/>
                <a:ea typeface="+mn-ea"/>
                <a:cs typeface="Arial MT"/>
              </a:rPr>
              <a:t>are </a:t>
            </a:r>
            <a:r>
              <a:rPr kumimoji="0" sz="1200" b="0" i="0" u="none" strike="noStrike" kern="0" cap="none" spc="0" normalizeH="0" baseline="0" noProof="0" dirty="0">
                <a:ln>
                  <a:noFill/>
                </a:ln>
                <a:solidFill>
                  <a:srgbClr val="FFFFFF"/>
                </a:solidFill>
                <a:effectLst/>
                <a:uLnTx/>
                <a:uFillTx/>
                <a:latin typeface="Arial MT"/>
                <a:ea typeface="+mn-ea"/>
                <a:cs typeface="Arial MT"/>
              </a:rPr>
              <a:t>likely</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for</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other</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search</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engines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8" name="object 18"/>
          <p:cNvSpPr txBox="1">
            <a:spLocks noGrp="1"/>
          </p:cNvSpPr>
          <p:nvPr>
            <p:ph type="ftr" sz="quarter" idx="5"/>
          </p:nvPr>
        </p:nvSpPr>
        <p:spPr>
          <a:prstGeom prst="rect">
            <a:avLst/>
          </a:prstGeom>
        </p:spPr>
        <p:txBody>
          <a:bodyPr vert="horz" wrap="square" lIns="0" tIns="1905" rIns="0" bIns="0" rtlCol="0">
            <a:spAutoFit/>
          </a:bodyPr>
          <a:lstStyle/>
          <a:p>
            <a:pPr marL="1270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0" normalizeH="0" baseline="0" noProof="0" dirty="0">
                <a:ln>
                  <a:noFill/>
                </a:ln>
                <a:solidFill>
                  <a:prstClr val="white"/>
                </a:solidFill>
                <a:effectLst/>
                <a:uLnTx/>
                <a:uFillTx/>
                <a:latin typeface="Arial MT"/>
                <a:ea typeface="+mn-ea"/>
              </a:rPr>
              <a:t>QuantumBlack,</a:t>
            </a:r>
            <a:r>
              <a:rPr kumimoji="0" sz="900" b="0" i="0" u="none" strike="noStrike" kern="0" cap="none" spc="-50" normalizeH="0" baseline="0" noProof="0" dirty="0">
                <a:ln>
                  <a:noFill/>
                </a:ln>
                <a:solidFill>
                  <a:prstClr val="white"/>
                </a:solidFill>
                <a:effectLst/>
                <a:uLnTx/>
                <a:uFillTx/>
                <a:latin typeface="Arial MT"/>
                <a:ea typeface="+mn-ea"/>
              </a:rPr>
              <a:t> </a:t>
            </a:r>
            <a:r>
              <a:rPr kumimoji="0" sz="900" b="0" i="0" u="none" strike="noStrike" kern="0" cap="none" spc="0" normalizeH="0" baseline="0" noProof="0" dirty="0">
                <a:ln>
                  <a:noFill/>
                </a:ln>
                <a:solidFill>
                  <a:prstClr val="white"/>
                </a:solidFill>
                <a:effectLst/>
                <a:uLnTx/>
                <a:uFillTx/>
                <a:latin typeface="Arial MT"/>
                <a:ea typeface="+mn-ea"/>
              </a:rPr>
              <a:t>AI by</a:t>
            </a:r>
            <a:r>
              <a:rPr kumimoji="0" sz="900" b="0" i="0" u="none" strike="noStrike" kern="0" cap="none" spc="-10" normalizeH="0" baseline="0" noProof="0" dirty="0">
                <a:ln>
                  <a:noFill/>
                </a:ln>
                <a:solidFill>
                  <a:prstClr val="white"/>
                </a:solidFill>
                <a:effectLst/>
                <a:uLnTx/>
                <a:uFillTx/>
                <a:latin typeface="Arial MT"/>
                <a:ea typeface="+mn-ea"/>
              </a:rPr>
              <a:t> McKinsey</a:t>
            </a:r>
          </a:p>
        </p:txBody>
      </p:sp>
      <p:sp>
        <p:nvSpPr>
          <p:cNvPr id="19" name="object 19"/>
          <p:cNvSpPr txBox="1">
            <a:spLocks noGrp="1"/>
          </p:cNvSpPr>
          <p:nvPr>
            <p:ph type="sldNum" sz="quarter" idx="7"/>
          </p:nvPr>
        </p:nvSpPr>
        <p:spPr>
          <a:prstGeom prst="rect">
            <a:avLst/>
          </a:prstGeom>
        </p:spPr>
        <p:txBody>
          <a:bodyPr vert="horz" wrap="square" lIns="0" tIns="1905" rIns="0" bIns="0" rtlCol="0">
            <a:spAutoFit/>
          </a:bodyPr>
          <a:lstStyle/>
          <a:p>
            <a:pPr marL="38100" marR="0" lvl="0" indent="0" algn="l" defTabSz="914400" rtl="0" eaLnBrk="1" fontAlgn="auto" latinLnBrk="0" hangingPunct="1">
              <a:lnSpc>
                <a:spcPct val="100000"/>
              </a:lnSpc>
              <a:spcBef>
                <a:spcPts val="15"/>
              </a:spcBef>
              <a:spcAft>
                <a:spcPts val="0"/>
              </a:spcAft>
              <a:buClrTx/>
              <a:buSzTx/>
              <a:buFontTx/>
              <a:buNone/>
              <a:tabLst/>
              <a:defRPr/>
            </a:pPr>
            <a:fld id="{81D60167-4931-47E6-BA6A-407CBD079E47}" type="slidenum">
              <a:rPr kumimoji="0" sz="900" b="0" i="0" u="none" strike="noStrike" kern="0" cap="none" spc="-25" normalizeH="0" baseline="0" noProof="0" dirty="0">
                <a:ln>
                  <a:noFill/>
                </a:ln>
                <a:solidFill>
                  <a:prstClr val="white"/>
                </a:solidFill>
                <a:effectLst/>
                <a:uLnTx/>
                <a:uFillTx/>
                <a:latin typeface="Arial MT"/>
                <a:ea typeface="+mn-ea"/>
              </a:rPr>
              <a:pPr marL="38100" marR="0" lvl="0" indent="0" algn="l" defTabSz="914400" rtl="0" eaLnBrk="1" fontAlgn="auto" latinLnBrk="0" hangingPunct="1">
                <a:lnSpc>
                  <a:spcPct val="100000"/>
                </a:lnSpc>
                <a:spcBef>
                  <a:spcPts val="15"/>
                </a:spcBef>
                <a:spcAft>
                  <a:spcPts val="0"/>
                </a:spcAft>
                <a:buClrTx/>
                <a:buSzTx/>
                <a:buFontTx/>
                <a:buNone/>
                <a:tabLst/>
                <a:defRPr/>
              </a:pPr>
              <a:t>9</a:t>
            </a:fld>
            <a:endParaRPr kumimoji="0" sz="900" b="0" i="0" u="none" strike="noStrike" kern="0" cap="none" spc="-25" normalizeH="0" baseline="0" noProof="0" dirty="0">
              <a:ln>
                <a:noFill/>
              </a:ln>
              <a:solidFill>
                <a:prstClr val="white"/>
              </a:solidFill>
              <a:effectLst/>
              <a:uLnTx/>
              <a:uFillTx/>
              <a:latin typeface="Arial MT"/>
              <a:ea typeface="+mn-ea"/>
            </a:endParaRPr>
          </a:p>
        </p:txBody>
      </p:sp>
      <p:sp>
        <p:nvSpPr>
          <p:cNvPr id="15" name="object 15"/>
          <p:cNvSpPr txBox="1"/>
          <p:nvPr/>
        </p:nvSpPr>
        <p:spPr>
          <a:xfrm>
            <a:off x="8149843" y="2854197"/>
            <a:ext cx="3496310" cy="2738755"/>
          </a:xfrm>
          <a:prstGeom prst="rect">
            <a:avLst/>
          </a:prstGeom>
        </p:spPr>
        <p:txBody>
          <a:bodyPr vert="horz" wrap="square" lIns="0" tIns="12700" rIns="0" bIns="0" rtlCol="0">
            <a:spAutoFit/>
          </a:bodyPr>
          <a:lstStyle/>
          <a:p>
            <a:pPr marL="299085" marR="151765" lvl="0" indent="-287020" algn="l" defTabSz="914400" rtl="0" eaLnBrk="1" fontAlgn="auto" latinLnBrk="0" hangingPunct="1">
              <a:lnSpc>
                <a:spcPct val="100000"/>
              </a:lnSpc>
              <a:spcBef>
                <a:spcPts val="100"/>
              </a:spcBef>
              <a:spcAft>
                <a:spcPts val="0"/>
              </a:spcAft>
              <a:buClrTx/>
              <a:buSzPct val="120833"/>
              <a:buFontTx/>
              <a:buChar char="•"/>
              <a:tabLst>
                <a:tab pos="299085" algn="l"/>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The</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dynamics </a:t>
            </a:r>
            <a:r>
              <a:rPr kumimoji="0" sz="1200" b="0" i="0" u="none" strike="noStrike" kern="0" cap="none" spc="0" normalizeH="0" baseline="0" noProof="0" dirty="0">
                <a:ln>
                  <a:noFill/>
                </a:ln>
                <a:solidFill>
                  <a:srgbClr val="FFFFFF"/>
                </a:solidFill>
                <a:effectLst/>
                <a:uLnTx/>
                <a:uFillTx/>
                <a:latin typeface="Arial MT"/>
                <a:ea typeface="+mn-ea"/>
                <a:cs typeface="Arial MT"/>
              </a:rPr>
              <a:t>of</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SEO+GEO</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are</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1" i="0" u="none" strike="noStrike" kern="0" cap="none" spc="-10" normalizeH="0" baseline="0" noProof="0" dirty="0">
                <a:ln>
                  <a:noFill/>
                </a:ln>
                <a:solidFill>
                  <a:srgbClr val="FFFFFF"/>
                </a:solidFill>
                <a:effectLst/>
                <a:uLnTx/>
                <a:uFillTx/>
                <a:latin typeface="Arial"/>
                <a:ea typeface="+mn-ea"/>
                <a:cs typeface="Arial"/>
              </a:rPr>
              <a:t>evolving </a:t>
            </a:r>
            <a:r>
              <a:rPr kumimoji="0" sz="1200" b="1" i="0" u="none" strike="noStrike" kern="0" cap="none" spc="0" normalizeH="0" baseline="0" noProof="0" dirty="0">
                <a:ln>
                  <a:noFill/>
                </a:ln>
                <a:solidFill>
                  <a:srgbClr val="FFFFFF"/>
                </a:solidFill>
                <a:effectLst/>
                <a:uLnTx/>
                <a:uFillTx/>
                <a:latin typeface="Arial"/>
                <a:ea typeface="+mn-ea"/>
                <a:cs typeface="Arial"/>
              </a:rPr>
              <a:t>rapidly</a:t>
            </a:r>
            <a:r>
              <a:rPr kumimoji="0" sz="1200" b="0" i="0" u="none" strike="noStrike" kern="0" cap="none" spc="0" normalizeH="0" baseline="0" noProof="0" dirty="0">
                <a:ln>
                  <a:noFill/>
                </a:ln>
                <a:solidFill>
                  <a:srgbClr val="FFFFFF"/>
                </a:solidFill>
                <a:effectLst/>
                <a:uLnTx/>
                <a:uFillTx/>
                <a:latin typeface="Arial MT"/>
                <a:ea typeface="+mn-ea"/>
                <a:cs typeface="Arial MT"/>
              </a:rPr>
              <a:t>,</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creating</a:t>
            </a:r>
            <a:r>
              <a:rPr kumimoji="0" sz="1200" b="0" i="0" u="none" strike="noStrike" kern="0" cap="none" spc="-5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competitive</a:t>
            </a:r>
            <a:r>
              <a:rPr kumimoji="0" sz="1200" b="0" i="0" u="none" strike="noStrike" kern="0" cap="none" spc="-6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landscape </a:t>
            </a:r>
            <a:r>
              <a:rPr kumimoji="0" sz="1200" b="0" i="0" u="none" strike="noStrike" kern="0" cap="none" spc="0" normalizeH="0" baseline="0" noProof="0" dirty="0">
                <a:ln>
                  <a:noFill/>
                </a:ln>
                <a:solidFill>
                  <a:srgbClr val="FFFFFF"/>
                </a:solidFill>
                <a:effectLst/>
                <a:uLnTx/>
                <a:uFillTx/>
                <a:latin typeface="Arial MT"/>
                <a:ea typeface="+mn-ea"/>
                <a:cs typeface="Arial MT"/>
              </a:rPr>
              <a:t>where</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the</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ultimate</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trajectory</a:t>
            </a:r>
            <a:r>
              <a:rPr kumimoji="0" sz="1200" b="1" i="0" u="none" strike="noStrike" kern="0" cap="none" spc="-5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remains </a:t>
            </a:r>
            <a:r>
              <a:rPr kumimoji="0" sz="1200" b="1" i="0" u="none" strike="noStrike" kern="0" cap="none" spc="0" normalizeH="0" baseline="0" noProof="0" dirty="0">
                <a:ln>
                  <a:noFill/>
                </a:ln>
                <a:solidFill>
                  <a:srgbClr val="FFFFFF"/>
                </a:solidFill>
                <a:effectLst/>
                <a:uLnTx/>
                <a:uFillTx/>
                <a:latin typeface="Arial"/>
                <a:ea typeface="+mn-ea"/>
                <a:cs typeface="Arial"/>
              </a:rPr>
              <a:t>uncertain;</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b</a:t>
            </a:r>
            <a:r>
              <a:rPr kumimoji="0" sz="1200" b="0" i="0" u="none" strike="noStrike" kern="0" cap="none" spc="0" normalizeH="0" baseline="0" noProof="0" dirty="0">
                <a:ln>
                  <a:noFill/>
                </a:ln>
                <a:solidFill>
                  <a:srgbClr val="FFFFFF"/>
                </a:solidFill>
                <a:effectLst/>
                <a:uLnTx/>
                <a:uFillTx/>
                <a:latin typeface="Arial MT"/>
                <a:ea typeface="+mn-ea"/>
                <a:cs typeface="Arial MT"/>
              </a:rPr>
              <a:t>eing</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first</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mover</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could</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create</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50" normalizeH="0" baseline="0" noProof="0" dirty="0">
                <a:ln>
                  <a:noFill/>
                </a:ln>
                <a:solidFill>
                  <a:srgbClr val="FFFFFF"/>
                </a:solidFill>
                <a:effectLst/>
                <a:uLnTx/>
                <a:uFillTx/>
                <a:latin typeface="Arial MT"/>
                <a:ea typeface="+mn-ea"/>
                <a:cs typeface="Arial MT"/>
              </a:rPr>
              <a:t>a </a:t>
            </a:r>
            <a:r>
              <a:rPr kumimoji="0" sz="1200" b="1" i="0" u="none" strike="noStrike" kern="0" cap="none" spc="0" normalizeH="0" baseline="0" noProof="0" dirty="0">
                <a:ln>
                  <a:noFill/>
                </a:ln>
                <a:solidFill>
                  <a:srgbClr val="FFFFFF"/>
                </a:solidFill>
                <a:effectLst/>
                <a:uLnTx/>
                <a:uFillTx/>
                <a:latin typeface="Arial"/>
                <a:ea typeface="+mn-ea"/>
                <a:cs typeface="Arial"/>
              </a:rPr>
              <a:t>competitive</a:t>
            </a:r>
            <a:r>
              <a:rPr kumimoji="0" sz="1200" b="1" i="0" u="none" strike="noStrike" kern="0" cap="none" spc="-6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advantage</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299085" marR="5080" lvl="0" indent="-287020" algn="l" defTabSz="914400" rtl="0" eaLnBrk="1" fontAlgn="auto" latinLnBrk="0" hangingPunct="1">
              <a:lnSpc>
                <a:spcPct val="100000"/>
              </a:lnSpc>
              <a:spcBef>
                <a:spcPts val="600"/>
              </a:spcBef>
              <a:spcAft>
                <a:spcPts val="0"/>
              </a:spcAft>
              <a:buClrTx/>
              <a:buSzPct val="120833"/>
              <a:buFont typeface="Arial MT"/>
              <a:buChar char="•"/>
              <a:tabLst>
                <a:tab pos="299085" algn="l"/>
              </a:tabLst>
              <a:defRPr/>
            </a:pPr>
            <a:r>
              <a:rPr kumimoji="0" sz="1200" b="1" i="0" u="none" strike="noStrike" kern="0" cap="none" spc="0" normalizeH="0" baseline="0" noProof="0" dirty="0">
                <a:ln>
                  <a:noFill/>
                </a:ln>
                <a:solidFill>
                  <a:srgbClr val="FFFFFF"/>
                </a:solidFill>
                <a:effectLst/>
                <a:uLnTx/>
                <a:uFillTx/>
                <a:latin typeface="Arial"/>
                <a:ea typeface="+mn-ea"/>
                <a:cs typeface="Arial"/>
              </a:rPr>
              <a:t>Continuous</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monitoring</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5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improvements </a:t>
            </a:r>
            <a:r>
              <a:rPr kumimoji="0" sz="1200" b="1" i="0" u="none" strike="noStrike" kern="0" cap="none" spc="0" normalizeH="0" baseline="0" noProof="0" dirty="0">
                <a:ln>
                  <a:noFill/>
                </a:ln>
                <a:solidFill>
                  <a:srgbClr val="FFFFFF"/>
                </a:solidFill>
                <a:effectLst/>
                <a:uLnTx/>
                <a:uFillTx/>
                <a:latin typeface="Arial"/>
                <a:ea typeface="+mn-ea"/>
                <a:cs typeface="Arial"/>
              </a:rPr>
              <a:t>of</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the</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content</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overall</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web-</a:t>
            </a:r>
            <a:r>
              <a:rPr kumimoji="0" sz="1200" b="1" i="0" u="none" strike="noStrike" kern="0" cap="none" spc="0" normalizeH="0" baseline="0" noProof="0" dirty="0">
                <a:ln>
                  <a:noFill/>
                </a:ln>
                <a:solidFill>
                  <a:srgbClr val="FFFFFF"/>
                </a:solidFill>
                <a:effectLst/>
                <a:uLnTx/>
                <a:uFillTx/>
                <a:latin typeface="Arial"/>
                <a:ea typeface="+mn-ea"/>
                <a:cs typeface="Arial"/>
              </a:rPr>
              <a:t>presence</a:t>
            </a:r>
            <a:r>
              <a:rPr kumimoji="0" sz="1200" b="1" i="0" u="none" strike="noStrike" kern="0" cap="none" spc="-50" normalizeH="0" baseline="0" noProof="0" dirty="0">
                <a:ln>
                  <a:noFill/>
                </a:ln>
                <a:solidFill>
                  <a:srgbClr val="FFFFFF"/>
                </a:solidFill>
                <a:effectLst/>
                <a:uLnTx/>
                <a:uFillTx/>
                <a:latin typeface="Arial"/>
                <a:ea typeface="+mn-ea"/>
                <a:cs typeface="Arial"/>
              </a:rPr>
              <a:t> </a:t>
            </a:r>
            <a:r>
              <a:rPr kumimoji="0" sz="1200" b="0" i="0" u="none" strike="noStrike" kern="0" cap="none" spc="-25" normalizeH="0" baseline="0" noProof="0" dirty="0">
                <a:ln>
                  <a:noFill/>
                </a:ln>
                <a:solidFill>
                  <a:srgbClr val="FFFFFF"/>
                </a:solidFill>
                <a:effectLst/>
                <a:uLnTx/>
                <a:uFillTx/>
                <a:latin typeface="Arial MT"/>
                <a:ea typeface="+mn-ea"/>
                <a:cs typeface="Arial MT"/>
              </a:rPr>
              <a:t>are </a:t>
            </a:r>
            <a:r>
              <a:rPr kumimoji="0" sz="1200" b="0" i="0" u="none" strike="noStrike" kern="0" cap="none" spc="0" normalizeH="0" baseline="0" noProof="0" dirty="0">
                <a:ln>
                  <a:noFill/>
                </a:ln>
                <a:solidFill>
                  <a:srgbClr val="FFFFFF"/>
                </a:solidFill>
                <a:effectLst/>
                <a:uLnTx/>
                <a:uFillTx/>
                <a:latin typeface="Arial MT"/>
                <a:ea typeface="+mn-ea"/>
                <a:cs typeface="Arial MT"/>
              </a:rPr>
              <a:t>required</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to</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keep</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up</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with</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rapidly</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evolving </a:t>
            </a:r>
            <a:r>
              <a:rPr kumimoji="0" sz="1200" b="1" i="0" u="none" strike="noStrike" kern="0" cap="none" spc="0" normalizeH="0" baseline="0" noProof="0" dirty="0">
                <a:ln>
                  <a:noFill/>
                </a:ln>
                <a:solidFill>
                  <a:srgbClr val="FFFFFF"/>
                </a:solidFill>
                <a:effectLst/>
                <a:uLnTx/>
                <a:uFillTx/>
                <a:latin typeface="Arial"/>
                <a:ea typeface="+mn-ea"/>
                <a:cs typeface="Arial"/>
              </a:rPr>
              <a:t>landscape</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with</a:t>
            </a:r>
            <a:r>
              <a:rPr kumimoji="0" sz="1200" b="0" i="0" u="none" strike="noStrike" kern="0" cap="none" spc="0" normalizeH="0" baseline="0" noProof="0" dirty="0">
                <a:ln>
                  <a:noFill/>
                </a:ln>
                <a:solidFill>
                  <a:srgbClr val="FFFFFF"/>
                </a:solidFill>
                <a:effectLst/>
                <a:uLnTx/>
                <a:uFillTx/>
                <a:latin typeface="Arial MT"/>
                <a:ea typeface="+mn-ea"/>
                <a:cs typeface="Arial MT"/>
              </a:rPr>
              <a:t>,</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e.g.,</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LLM</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model</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retrains,</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25" normalizeH="0" baseline="0" noProof="0" dirty="0">
                <a:ln>
                  <a:noFill/>
                </a:ln>
                <a:solidFill>
                  <a:srgbClr val="FFFFFF"/>
                </a:solidFill>
                <a:effectLst/>
                <a:uLnTx/>
                <a:uFillTx/>
                <a:latin typeface="Arial MT"/>
                <a:ea typeface="+mn-ea"/>
                <a:cs typeface="Arial MT"/>
              </a:rPr>
              <a:t>new </a:t>
            </a:r>
            <a:r>
              <a:rPr kumimoji="0" sz="1200" b="0" i="0" u="none" strike="noStrike" kern="0" cap="none" spc="0" normalizeH="0" baseline="0" noProof="0" dirty="0">
                <a:ln>
                  <a:noFill/>
                </a:ln>
                <a:solidFill>
                  <a:srgbClr val="FFFFFF"/>
                </a:solidFill>
                <a:effectLst/>
                <a:uLnTx/>
                <a:uFillTx/>
                <a:latin typeface="Arial MT"/>
                <a:ea typeface="+mn-ea"/>
                <a:cs typeface="Arial MT"/>
              </a:rPr>
              <a:t>LLM</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functionality,</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new</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use-</a:t>
            </a:r>
            <a:r>
              <a:rPr kumimoji="0" sz="1200" b="0" i="0" u="none" strike="noStrike" kern="0" cap="none" spc="0" normalizeH="0" baseline="0" noProof="0" dirty="0">
                <a:ln>
                  <a:noFill/>
                </a:ln>
                <a:solidFill>
                  <a:srgbClr val="FFFFFF"/>
                </a:solidFill>
                <a:effectLst/>
                <a:uLnTx/>
                <a:uFillTx/>
                <a:latin typeface="Arial MT"/>
                <a:ea typeface="+mn-ea"/>
                <a:cs typeface="Arial MT"/>
              </a:rPr>
              <a:t>case</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patterns,</a:t>
            </a:r>
            <a:r>
              <a:rPr kumimoji="0" sz="1200" b="0" i="0" u="none" strike="noStrike" kern="0" cap="none" spc="-25" normalizeH="0" baseline="0" noProof="0" dirty="0">
                <a:ln>
                  <a:noFill/>
                </a:ln>
                <a:solidFill>
                  <a:srgbClr val="FFFFFF"/>
                </a:solidFill>
                <a:effectLst/>
                <a:uLnTx/>
                <a:uFillTx/>
                <a:latin typeface="Arial MT"/>
                <a:ea typeface="+mn-ea"/>
                <a:cs typeface="Arial MT"/>
              </a:rPr>
              <a:t> and </a:t>
            </a:r>
            <a:r>
              <a:rPr kumimoji="0" sz="1200" b="0" i="0" u="none" strike="noStrike" kern="0" cap="none" spc="0" normalizeH="0" baseline="0" noProof="0" dirty="0">
                <a:ln>
                  <a:noFill/>
                </a:ln>
                <a:solidFill>
                  <a:srgbClr val="FFFFFF"/>
                </a:solidFill>
                <a:effectLst/>
                <a:uLnTx/>
                <a:uFillTx/>
                <a:latin typeface="Arial MT"/>
                <a:ea typeface="+mn-ea"/>
                <a:cs typeface="Arial MT"/>
              </a:rPr>
              <a:t>model</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releases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a:p>
            <a:pPr marL="299085" marR="20320" lvl="0" indent="-287020" algn="l" defTabSz="914400" rtl="0" eaLnBrk="1" fontAlgn="auto" latinLnBrk="0" hangingPunct="1">
              <a:lnSpc>
                <a:spcPct val="100000"/>
              </a:lnSpc>
              <a:spcBef>
                <a:spcPts val="605"/>
              </a:spcBef>
              <a:spcAft>
                <a:spcPts val="0"/>
              </a:spcAft>
              <a:buClrTx/>
              <a:buSzPct val="120833"/>
              <a:buFontTx/>
              <a:buChar char="•"/>
              <a:tabLst>
                <a:tab pos="299085" algn="l"/>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GEO</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is</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not</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one-</a:t>
            </a:r>
            <a:r>
              <a:rPr kumimoji="0" sz="1200" b="1" i="0" u="none" strike="noStrike" kern="0" cap="none" spc="0" normalizeH="0" baseline="0" noProof="0" dirty="0">
                <a:ln>
                  <a:noFill/>
                </a:ln>
                <a:solidFill>
                  <a:srgbClr val="FFFFFF"/>
                </a:solidFill>
                <a:effectLst/>
                <a:uLnTx/>
                <a:uFillTx/>
                <a:latin typeface="Arial"/>
                <a:ea typeface="+mn-ea"/>
                <a:cs typeface="Arial"/>
              </a:rPr>
              <a:t>off</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exercise</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0" i="0" u="none" strike="noStrike" kern="0" cap="none" spc="0" normalizeH="0" baseline="0" noProof="0" dirty="0">
                <a:ln>
                  <a:noFill/>
                </a:ln>
                <a:solidFill>
                  <a:srgbClr val="FFFFFF"/>
                </a:solidFill>
                <a:effectLst/>
                <a:uLnTx/>
                <a:uFillTx/>
                <a:latin typeface="Arial MT"/>
                <a:ea typeface="+mn-ea"/>
                <a:cs typeface="Arial MT"/>
              </a:rPr>
              <a:t>but</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20" normalizeH="0" baseline="0" noProof="0" dirty="0">
                <a:ln>
                  <a:noFill/>
                </a:ln>
                <a:solidFill>
                  <a:srgbClr val="FFFFFF"/>
                </a:solidFill>
                <a:effectLst/>
                <a:uLnTx/>
                <a:uFillTx/>
                <a:latin typeface="Arial MT"/>
                <a:ea typeface="+mn-ea"/>
                <a:cs typeface="Arial MT"/>
              </a:rPr>
              <a:t>must </a:t>
            </a:r>
            <a:r>
              <a:rPr kumimoji="0" sz="1200" b="0" i="0" u="none" strike="noStrike" kern="0" cap="none" spc="0" normalizeH="0" baseline="0" noProof="0" dirty="0">
                <a:ln>
                  <a:noFill/>
                </a:ln>
                <a:solidFill>
                  <a:srgbClr val="FFFFFF"/>
                </a:solidFill>
                <a:effectLst/>
                <a:uLnTx/>
                <a:uFillTx/>
                <a:latin typeface="Arial MT"/>
                <a:ea typeface="+mn-ea"/>
                <a:cs typeface="Arial MT"/>
              </a:rPr>
              <a:t>become</a:t>
            </a:r>
            <a:r>
              <a:rPr kumimoji="0" sz="1200" b="0" i="0" u="none" strike="noStrike" kern="0" cap="none" spc="-70" normalizeH="0" baseline="0" noProof="0" dirty="0">
                <a:ln>
                  <a:noFill/>
                </a:ln>
                <a:solidFill>
                  <a:srgbClr val="FFFFFF"/>
                </a:solidFill>
                <a:effectLst/>
                <a:uLnTx/>
                <a:uFillTx/>
                <a:latin typeface="Arial MT"/>
                <a:ea typeface="+mn-ea"/>
                <a:cs typeface="Arial MT"/>
              </a:rPr>
              <a:t> </a:t>
            </a:r>
            <a:r>
              <a:rPr kumimoji="0" sz="1200" b="1" i="0" u="none" strike="noStrike" kern="0" cap="none" spc="0" normalizeH="0" baseline="0" noProof="0" dirty="0">
                <a:ln>
                  <a:noFill/>
                </a:ln>
                <a:solidFill>
                  <a:srgbClr val="FFFFFF"/>
                </a:solidFill>
                <a:effectLst/>
                <a:uLnTx/>
                <a:uFillTx/>
                <a:latin typeface="Arial"/>
                <a:ea typeface="+mn-ea"/>
                <a:cs typeface="Arial"/>
              </a:rPr>
              <a:t>embedded</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into</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the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operating</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model </a:t>
            </a:r>
            <a:r>
              <a:rPr kumimoji="0" sz="1200" b="0" i="0" u="none" strike="noStrike" kern="0" cap="none" spc="0" normalizeH="0" baseline="0" noProof="0" dirty="0">
                <a:ln>
                  <a:noFill/>
                </a:ln>
                <a:solidFill>
                  <a:srgbClr val="FFFFFF"/>
                </a:solidFill>
                <a:effectLst/>
                <a:uLnTx/>
                <a:uFillTx/>
                <a:latin typeface="Arial MT"/>
                <a:ea typeface="+mn-ea"/>
                <a:cs typeface="Arial MT"/>
              </a:rPr>
              <a:t>with</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clear</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GEO</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strategy</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6" name="object 16"/>
          <p:cNvSpPr txBox="1"/>
          <p:nvPr/>
        </p:nvSpPr>
        <p:spPr>
          <a:xfrm>
            <a:off x="542036" y="1050797"/>
            <a:ext cx="2712085" cy="14795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800" b="1" i="0" u="none" strike="noStrike" kern="0" cap="none" spc="0" normalizeH="0" baseline="0" noProof="0" dirty="0">
                <a:ln>
                  <a:noFill/>
                </a:ln>
                <a:solidFill>
                  <a:srgbClr val="FFFFFF"/>
                </a:solidFill>
                <a:effectLst/>
                <a:uLnTx/>
                <a:uFillTx/>
                <a:latin typeface="Arial"/>
                <a:ea typeface="+mn-ea"/>
                <a:cs typeface="Arial"/>
              </a:rPr>
              <a:t>SUBJECT</a:t>
            </a:r>
            <a:r>
              <a:rPr kumimoji="0" sz="800" b="1" i="0" u="none" strike="noStrike" kern="0" cap="none" spc="-50" normalizeH="0" baseline="0" noProof="0" dirty="0">
                <a:ln>
                  <a:noFill/>
                </a:ln>
                <a:solidFill>
                  <a:srgbClr val="FFFFFF"/>
                </a:solidFill>
                <a:effectLst/>
                <a:uLnTx/>
                <a:uFillTx/>
                <a:latin typeface="Arial"/>
                <a:ea typeface="+mn-ea"/>
                <a:cs typeface="Arial"/>
              </a:rPr>
              <a:t> </a:t>
            </a:r>
            <a:r>
              <a:rPr kumimoji="0" sz="800" b="1" i="0" u="none" strike="noStrike" kern="0" cap="none" spc="0" normalizeH="0" baseline="0" noProof="0" dirty="0">
                <a:ln>
                  <a:noFill/>
                </a:ln>
                <a:solidFill>
                  <a:srgbClr val="FFFFFF"/>
                </a:solidFill>
                <a:effectLst/>
                <a:uLnTx/>
                <a:uFillTx/>
                <a:latin typeface="Arial"/>
                <a:ea typeface="+mn-ea"/>
                <a:cs typeface="Arial"/>
              </a:rPr>
              <a:t>TO</a:t>
            </a:r>
            <a:r>
              <a:rPr kumimoji="0" sz="800" b="1" i="0" u="none" strike="noStrike" kern="0" cap="none" spc="-30" normalizeH="0" baseline="0" noProof="0" dirty="0">
                <a:ln>
                  <a:noFill/>
                </a:ln>
                <a:solidFill>
                  <a:srgbClr val="FFFFFF"/>
                </a:solidFill>
                <a:effectLst/>
                <a:uLnTx/>
                <a:uFillTx/>
                <a:latin typeface="Arial"/>
                <a:ea typeface="+mn-ea"/>
                <a:cs typeface="Arial"/>
              </a:rPr>
              <a:t> </a:t>
            </a:r>
            <a:r>
              <a:rPr kumimoji="0" sz="800" b="1" i="0" u="none" strike="noStrike" kern="0" cap="none" spc="0" normalizeH="0" baseline="0" noProof="0" dirty="0">
                <a:ln>
                  <a:noFill/>
                </a:ln>
                <a:solidFill>
                  <a:srgbClr val="FFFFFF"/>
                </a:solidFill>
                <a:effectLst/>
                <a:uLnTx/>
                <a:uFillTx/>
                <a:latin typeface="Arial"/>
                <a:ea typeface="+mn-ea"/>
                <a:cs typeface="Arial"/>
              </a:rPr>
              <a:t>CHANGE</a:t>
            </a:r>
            <a:r>
              <a:rPr kumimoji="0" sz="800" b="1" i="0" u="none" strike="noStrike" kern="0" cap="none" spc="-15" normalizeH="0" baseline="0" noProof="0" dirty="0">
                <a:ln>
                  <a:noFill/>
                </a:ln>
                <a:solidFill>
                  <a:srgbClr val="FFFFFF"/>
                </a:solidFill>
                <a:effectLst/>
                <a:uLnTx/>
                <a:uFillTx/>
                <a:latin typeface="Arial"/>
                <a:ea typeface="+mn-ea"/>
                <a:cs typeface="Arial"/>
              </a:rPr>
              <a:t> </a:t>
            </a:r>
            <a:r>
              <a:rPr kumimoji="0" sz="800" b="1" i="0" u="none" strike="noStrike" kern="0" cap="none" spc="0" normalizeH="0" baseline="0" noProof="0" dirty="0">
                <a:ln>
                  <a:noFill/>
                </a:ln>
                <a:solidFill>
                  <a:srgbClr val="FFFFFF"/>
                </a:solidFill>
                <a:effectLst/>
                <a:uLnTx/>
                <a:uFillTx/>
                <a:latin typeface="Arial"/>
                <a:ea typeface="+mn-ea"/>
                <a:cs typeface="Arial"/>
              </a:rPr>
              <a:t>AS</a:t>
            </a:r>
            <a:r>
              <a:rPr kumimoji="0" sz="800" b="1" i="0" u="none" strike="noStrike" kern="0" cap="none" spc="-15" normalizeH="0" baseline="0" noProof="0" dirty="0">
                <a:ln>
                  <a:noFill/>
                </a:ln>
                <a:solidFill>
                  <a:srgbClr val="FFFFFF"/>
                </a:solidFill>
                <a:effectLst/>
                <a:uLnTx/>
                <a:uFillTx/>
                <a:latin typeface="Arial"/>
                <a:ea typeface="+mn-ea"/>
                <a:cs typeface="Arial"/>
              </a:rPr>
              <a:t> </a:t>
            </a:r>
            <a:r>
              <a:rPr kumimoji="0" sz="800" b="1" i="0" u="none" strike="noStrike" kern="0" cap="none" spc="0" normalizeH="0" baseline="0" noProof="0" dirty="0">
                <a:ln>
                  <a:noFill/>
                </a:ln>
                <a:solidFill>
                  <a:srgbClr val="FFFFFF"/>
                </a:solidFill>
                <a:effectLst/>
                <a:uLnTx/>
                <a:uFillTx/>
                <a:latin typeface="Arial"/>
                <a:ea typeface="+mn-ea"/>
                <a:cs typeface="Arial"/>
              </a:rPr>
              <a:t>RAPIDLY</a:t>
            </a:r>
            <a:r>
              <a:rPr kumimoji="0" sz="800" b="1" i="0" u="none" strike="noStrike" kern="0" cap="none" spc="-15" normalizeH="0" baseline="0" noProof="0" dirty="0">
                <a:ln>
                  <a:noFill/>
                </a:ln>
                <a:solidFill>
                  <a:srgbClr val="FFFFFF"/>
                </a:solidFill>
                <a:effectLst/>
                <a:uLnTx/>
                <a:uFillTx/>
                <a:latin typeface="Arial"/>
                <a:ea typeface="+mn-ea"/>
                <a:cs typeface="Arial"/>
              </a:rPr>
              <a:t> </a:t>
            </a:r>
            <a:r>
              <a:rPr kumimoji="0" sz="800" b="1" i="0" u="none" strike="noStrike" kern="0" cap="none" spc="0" normalizeH="0" baseline="0" noProof="0" dirty="0">
                <a:ln>
                  <a:noFill/>
                </a:ln>
                <a:solidFill>
                  <a:srgbClr val="FFFFFF"/>
                </a:solidFill>
                <a:effectLst/>
                <a:uLnTx/>
                <a:uFillTx/>
                <a:latin typeface="Arial"/>
                <a:ea typeface="+mn-ea"/>
                <a:cs typeface="Arial"/>
              </a:rPr>
              <a:t>EVOLVING</a:t>
            </a:r>
            <a:r>
              <a:rPr kumimoji="0" sz="800" b="1" i="0" u="none" strike="noStrike" kern="0" cap="none" spc="-55" normalizeH="0" baseline="0" noProof="0" dirty="0">
                <a:ln>
                  <a:noFill/>
                </a:ln>
                <a:solidFill>
                  <a:srgbClr val="FFFFFF"/>
                </a:solidFill>
                <a:effectLst/>
                <a:uLnTx/>
                <a:uFillTx/>
                <a:latin typeface="Arial"/>
                <a:ea typeface="+mn-ea"/>
                <a:cs typeface="Arial"/>
              </a:rPr>
              <a:t> </a:t>
            </a:r>
            <a:r>
              <a:rPr kumimoji="0" sz="800" b="1" i="0" u="none" strike="noStrike" kern="0" cap="none" spc="-20" normalizeH="0" baseline="0" noProof="0" dirty="0">
                <a:ln>
                  <a:noFill/>
                </a:ln>
                <a:solidFill>
                  <a:srgbClr val="FFFFFF"/>
                </a:solidFill>
                <a:effectLst/>
                <a:uLnTx/>
                <a:uFillTx/>
                <a:latin typeface="Arial"/>
                <a:ea typeface="+mn-ea"/>
                <a:cs typeface="Arial"/>
              </a:rPr>
              <a:t>SPACE</a:t>
            </a:r>
            <a:endParaRPr kumimoji="0" sz="8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7" name="object 17"/>
          <p:cNvSpPr txBox="1"/>
          <p:nvPr/>
        </p:nvSpPr>
        <p:spPr>
          <a:xfrm>
            <a:off x="4167632" y="6146393"/>
            <a:ext cx="7410450" cy="392430"/>
          </a:xfrm>
          <a:prstGeom prst="rect">
            <a:avLst/>
          </a:prstGeom>
        </p:spPr>
        <p:txBody>
          <a:bodyPr vert="horz" wrap="square" lIns="0" tIns="12700" rIns="0" bIns="0" rtlCol="0">
            <a:spAutoFit/>
          </a:bodyPr>
          <a:lstStyle/>
          <a:p>
            <a:pPr marL="12700" marR="5080" lvl="0" indent="0" algn="l" defTabSz="914400" rtl="0" eaLnBrk="1" fontAlgn="auto" latinLnBrk="0" hangingPunct="1">
              <a:lnSpc>
                <a:spcPct val="100000"/>
              </a:lnSpc>
              <a:spcBef>
                <a:spcPts val="100"/>
              </a:spcBef>
              <a:spcAft>
                <a:spcPts val="0"/>
              </a:spcAft>
              <a:buClrTx/>
              <a:buSzTx/>
              <a:buFontTx/>
              <a:buNone/>
              <a:tabLst/>
              <a:defRPr/>
            </a:pPr>
            <a:r>
              <a:rPr kumimoji="0" sz="800" b="0" i="0" u="none" strike="noStrike" kern="0" cap="none" spc="0" normalizeH="0" baseline="0" noProof="0" dirty="0">
                <a:ln>
                  <a:noFill/>
                </a:ln>
                <a:solidFill>
                  <a:srgbClr val="FFFFFF"/>
                </a:solidFill>
                <a:effectLst/>
                <a:uLnTx/>
                <a:uFillTx/>
                <a:latin typeface="Arial MT"/>
                <a:ea typeface="+mn-ea"/>
                <a:cs typeface="Arial MT"/>
              </a:rPr>
              <a:t>1.</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Indexing</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timelines</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vary</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from</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hours to</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several</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weeks.</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New</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websites</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often</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take</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longer</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due</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to</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quality</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10" normalizeH="0" baseline="0" noProof="0" dirty="0">
                <a:ln>
                  <a:noFill/>
                </a:ln>
                <a:solidFill>
                  <a:srgbClr val="FFFFFF"/>
                </a:solidFill>
                <a:effectLst/>
                <a:uLnTx/>
                <a:uFillTx/>
                <a:latin typeface="Arial MT"/>
                <a:ea typeface="+mn-ea"/>
                <a:cs typeface="Arial MT"/>
              </a:rPr>
              <a:t> trustworthiness </a:t>
            </a:r>
            <a:r>
              <a:rPr kumimoji="0" sz="800" b="0" i="0" u="none" strike="noStrike" kern="0" cap="none" spc="0" normalizeH="0" baseline="0" noProof="0" dirty="0">
                <a:ln>
                  <a:noFill/>
                </a:ln>
                <a:solidFill>
                  <a:srgbClr val="FFFFFF"/>
                </a:solidFill>
                <a:effectLst/>
                <a:uLnTx/>
                <a:uFillTx/>
                <a:latin typeface="Arial MT"/>
                <a:ea typeface="+mn-ea"/>
                <a:cs typeface="Arial MT"/>
              </a:rPr>
              <a:t>assessments,</a:t>
            </a:r>
            <a:r>
              <a:rPr kumimoji="0" sz="800" b="0" i="0" u="none" strike="noStrike" kern="0" cap="none" spc="-4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while</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new</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content may</a:t>
            </a:r>
            <a:r>
              <a:rPr kumimoji="0" sz="800" b="0" i="0" u="none" strike="noStrike" kern="0" cap="none" spc="-35" normalizeH="0" baseline="0" noProof="0" dirty="0">
                <a:ln>
                  <a:noFill/>
                </a:ln>
                <a:solidFill>
                  <a:srgbClr val="FFFFFF"/>
                </a:solidFill>
                <a:effectLst/>
                <a:uLnTx/>
                <a:uFillTx/>
                <a:latin typeface="Arial MT"/>
                <a:ea typeface="+mn-ea"/>
                <a:cs typeface="Arial MT"/>
              </a:rPr>
              <a:t> </a:t>
            </a:r>
            <a:r>
              <a:rPr kumimoji="0" sz="800" b="0" i="0" u="none" strike="noStrike" kern="0" cap="none" spc="-25" normalizeH="0" baseline="0" noProof="0" dirty="0">
                <a:ln>
                  <a:noFill/>
                </a:ln>
                <a:solidFill>
                  <a:srgbClr val="FFFFFF"/>
                </a:solidFill>
                <a:effectLst/>
                <a:uLnTx/>
                <a:uFillTx/>
                <a:latin typeface="Arial MT"/>
                <a:ea typeface="+mn-ea"/>
                <a:cs typeface="Arial MT"/>
              </a:rPr>
              <a:t>be</a:t>
            </a:r>
            <a:r>
              <a:rPr kumimoji="0" sz="800" b="0" i="0" u="none" strike="noStrike" kern="0" cap="none" spc="0" normalizeH="0" baseline="0" noProof="0" dirty="0">
                <a:ln>
                  <a:noFill/>
                </a:ln>
                <a:solidFill>
                  <a:srgbClr val="FFFFFF"/>
                </a:solidFill>
                <a:effectLst/>
                <a:uLnTx/>
                <a:uFillTx/>
                <a:latin typeface="Arial MT"/>
                <a:ea typeface="+mn-ea"/>
                <a:cs typeface="Arial MT"/>
              </a:rPr>
              <a:t> indexed faster,</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within</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hours</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to</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days,</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if</a:t>
            </a:r>
            <a:r>
              <a:rPr kumimoji="0" sz="800" b="0" i="0" u="none" strike="noStrike" kern="0" cap="none" spc="-3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aided</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by</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XML</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sitemaps,</a:t>
            </a:r>
            <a:r>
              <a:rPr kumimoji="0" sz="800" b="0" i="0" u="none" strike="noStrike" kern="0" cap="none" spc="-5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backlinks,</a:t>
            </a:r>
            <a:r>
              <a:rPr kumimoji="0" sz="800" b="0" i="0" u="none" strike="noStrike" kern="0" cap="none" spc="-4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and</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strong</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technical</a:t>
            </a:r>
            <a:r>
              <a:rPr kumimoji="0" sz="800" b="0" i="0" u="none" strike="noStrike" kern="0" cap="none" spc="-3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setup.</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Overall</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speed</a:t>
            </a:r>
            <a:r>
              <a:rPr kumimoji="0" sz="800" b="0" i="0" u="none" strike="noStrike" kern="0" cap="none" spc="-15"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depends</a:t>
            </a:r>
            <a:r>
              <a:rPr kumimoji="0" sz="800" b="0" i="0" u="none" strike="noStrike" kern="0" cap="none" spc="4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on</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site</a:t>
            </a:r>
            <a:r>
              <a:rPr kumimoji="0" sz="800" b="0" i="0" u="none" strike="noStrike" kern="0" cap="none" spc="-5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authority,</a:t>
            </a:r>
            <a:r>
              <a:rPr kumimoji="0" sz="800" b="0" i="0" u="none" strike="noStrike" kern="0" cap="none" spc="-1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technical</a:t>
            </a:r>
            <a:r>
              <a:rPr kumimoji="0" sz="800" b="0" i="0" u="none" strike="noStrike" kern="0" cap="none" spc="-20" normalizeH="0" baseline="0" noProof="0" dirty="0">
                <a:ln>
                  <a:noFill/>
                </a:ln>
                <a:solidFill>
                  <a:srgbClr val="FFFFFF"/>
                </a:solidFill>
                <a:effectLst/>
                <a:uLnTx/>
                <a:uFillTx/>
                <a:latin typeface="Arial MT"/>
                <a:ea typeface="+mn-ea"/>
                <a:cs typeface="Arial MT"/>
              </a:rPr>
              <a:t> </a:t>
            </a:r>
            <a:r>
              <a:rPr kumimoji="0" sz="800" b="0" i="0" u="none" strike="noStrike" kern="0" cap="none" spc="0" normalizeH="0" baseline="0" noProof="0" dirty="0">
                <a:ln>
                  <a:noFill/>
                </a:ln>
                <a:solidFill>
                  <a:srgbClr val="FFFFFF"/>
                </a:solidFill>
                <a:effectLst/>
                <a:uLnTx/>
                <a:uFillTx/>
                <a:latin typeface="Arial MT"/>
                <a:ea typeface="+mn-ea"/>
                <a:cs typeface="Arial MT"/>
              </a:rPr>
              <a:t>health,</a:t>
            </a:r>
            <a:r>
              <a:rPr kumimoji="0" sz="800" b="0" i="0" u="none" strike="noStrike" kern="0" cap="none" spc="-25" normalizeH="0" baseline="0" noProof="0" dirty="0">
                <a:ln>
                  <a:noFill/>
                </a:ln>
                <a:solidFill>
                  <a:srgbClr val="FFFFFF"/>
                </a:solidFill>
                <a:effectLst/>
                <a:uLnTx/>
                <a:uFillTx/>
                <a:latin typeface="Arial MT"/>
                <a:ea typeface="+mn-ea"/>
                <a:cs typeface="Arial MT"/>
              </a:rPr>
              <a:t> and</a:t>
            </a:r>
            <a:r>
              <a:rPr kumimoji="0" sz="800" b="0" i="0" u="none" strike="noStrike" kern="0" cap="none" spc="0" normalizeH="0" baseline="0" noProof="0" dirty="0">
                <a:ln>
                  <a:noFill/>
                </a:ln>
                <a:solidFill>
                  <a:srgbClr val="FFFFFF"/>
                </a:solidFill>
                <a:effectLst/>
                <a:uLnTx/>
                <a:uFillTx/>
                <a:latin typeface="Arial MT"/>
                <a:ea typeface="+mn-ea"/>
                <a:cs typeface="Arial MT"/>
              </a:rPr>
              <a:t> content</a:t>
            </a:r>
            <a:r>
              <a:rPr kumimoji="0" sz="800" b="0" i="0" u="none" strike="noStrike" kern="0" cap="none" spc="-25" normalizeH="0" baseline="0" noProof="0" dirty="0">
                <a:ln>
                  <a:noFill/>
                </a:ln>
                <a:solidFill>
                  <a:srgbClr val="FFFFFF"/>
                </a:solidFill>
                <a:effectLst/>
                <a:uLnTx/>
                <a:uFillTx/>
                <a:latin typeface="Arial MT"/>
                <a:ea typeface="+mn-ea"/>
                <a:cs typeface="Arial MT"/>
              </a:rPr>
              <a:t> </a:t>
            </a:r>
            <a:r>
              <a:rPr kumimoji="0" sz="800" b="0" i="0" u="none" strike="noStrike" kern="0" cap="none" spc="-10" normalizeH="0" baseline="0" noProof="0" dirty="0">
                <a:ln>
                  <a:noFill/>
                </a:ln>
                <a:solidFill>
                  <a:srgbClr val="FFFFFF"/>
                </a:solidFill>
                <a:effectLst/>
                <a:uLnTx/>
                <a:uFillTx/>
                <a:latin typeface="Arial MT"/>
                <a:ea typeface="+mn-ea"/>
                <a:cs typeface="Arial MT"/>
              </a:rPr>
              <a:t>quality</a:t>
            </a:r>
            <a:endParaRPr kumimoji="0" sz="800" b="0" i="0" u="none" strike="noStrike" kern="0" cap="none" spc="0" normalizeH="0" baseline="0" noProof="0">
              <a:ln>
                <a:noFill/>
              </a:ln>
              <a:solidFill>
                <a:sysClr val="windowText" lastClr="000000"/>
              </a:solidFill>
              <a:effectLst/>
              <a:uLnTx/>
              <a:uFillTx/>
              <a:latin typeface="Arial MT"/>
              <a:ea typeface="+mn-ea"/>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1561" y="998600"/>
            <a:ext cx="11116310" cy="5400675"/>
            <a:chOff x="551561" y="998600"/>
            <a:chExt cx="11116310" cy="5400675"/>
          </a:xfrm>
        </p:grpSpPr>
        <p:pic>
          <p:nvPicPr>
            <p:cNvPr id="3" name="object 3"/>
            <p:cNvPicPr/>
            <p:nvPr/>
          </p:nvPicPr>
          <p:blipFill>
            <a:blip r:embed="rId2" cstate="print"/>
            <a:stretch>
              <a:fillRect/>
            </a:stretch>
          </p:blipFill>
          <p:spPr>
            <a:xfrm>
              <a:off x="10490834" y="998600"/>
              <a:ext cx="1176883" cy="5400548"/>
            </a:xfrm>
            <a:prstGeom prst="rect">
              <a:avLst/>
            </a:prstGeom>
          </p:spPr>
        </p:pic>
        <p:sp>
          <p:nvSpPr>
            <p:cNvPr id="4" name="object 4"/>
            <p:cNvSpPr/>
            <p:nvPr/>
          </p:nvSpPr>
          <p:spPr>
            <a:xfrm>
              <a:off x="554736" y="2240279"/>
              <a:ext cx="11091545" cy="3678554"/>
            </a:xfrm>
            <a:custGeom>
              <a:avLst/>
              <a:gdLst/>
              <a:ahLst/>
              <a:cxnLst/>
              <a:rect l="l" t="t" r="r" b="b"/>
              <a:pathLst>
                <a:path w="11091545" h="3678554">
                  <a:moveTo>
                    <a:pt x="0" y="1039114"/>
                  </a:moveTo>
                  <a:lnTo>
                    <a:pt x="11091037" y="1039114"/>
                  </a:lnTo>
                </a:path>
                <a:path w="11091545" h="3678554">
                  <a:moveTo>
                    <a:pt x="0" y="2624455"/>
                  </a:moveTo>
                  <a:lnTo>
                    <a:pt x="11091037" y="2624455"/>
                  </a:lnTo>
                </a:path>
                <a:path w="11091545" h="3678554">
                  <a:moveTo>
                    <a:pt x="6301232" y="519557"/>
                  </a:moveTo>
                  <a:lnTo>
                    <a:pt x="11091037" y="519557"/>
                  </a:lnTo>
                </a:path>
                <a:path w="11091545" h="3678554">
                  <a:moveTo>
                    <a:pt x="6301232" y="1585341"/>
                  </a:moveTo>
                  <a:lnTo>
                    <a:pt x="11091037" y="1585341"/>
                  </a:lnTo>
                </a:path>
                <a:path w="11091545" h="3678554">
                  <a:moveTo>
                    <a:pt x="6301232" y="2104898"/>
                  </a:moveTo>
                  <a:lnTo>
                    <a:pt x="11091037" y="2104898"/>
                  </a:lnTo>
                </a:path>
                <a:path w="11091545" h="3678554">
                  <a:moveTo>
                    <a:pt x="6301232" y="3151378"/>
                  </a:moveTo>
                  <a:lnTo>
                    <a:pt x="11091037" y="3151378"/>
                  </a:lnTo>
                </a:path>
                <a:path w="11091545" h="3678554">
                  <a:moveTo>
                    <a:pt x="6301232" y="3678326"/>
                  </a:moveTo>
                  <a:lnTo>
                    <a:pt x="11091037" y="3678326"/>
                  </a:lnTo>
                </a:path>
                <a:path w="11091545" h="3678554">
                  <a:moveTo>
                    <a:pt x="6301232" y="0"/>
                  </a:moveTo>
                  <a:lnTo>
                    <a:pt x="11091037" y="0"/>
                  </a:lnTo>
                </a:path>
              </a:pathLst>
            </a:custGeom>
            <a:ln w="6350">
              <a:solidFill>
                <a:srgbClr val="7E7E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 name="object 5"/>
            <p:cNvSpPr/>
            <p:nvPr/>
          </p:nvSpPr>
          <p:spPr>
            <a:xfrm>
              <a:off x="10594593" y="1795779"/>
              <a:ext cx="1051560" cy="0"/>
            </a:xfrm>
            <a:custGeom>
              <a:avLst/>
              <a:gdLst/>
              <a:ahLst/>
              <a:cxnLst/>
              <a:rect l="l" t="t" r="r" b="b"/>
              <a:pathLst>
                <a:path w="1051559">
                  <a:moveTo>
                    <a:pt x="0" y="0"/>
                  </a:moveTo>
                  <a:lnTo>
                    <a:pt x="1051178"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6" name="object 6"/>
          <p:cNvSpPr txBox="1">
            <a:spLocks noGrp="1"/>
          </p:cNvSpPr>
          <p:nvPr>
            <p:ph type="title"/>
          </p:nvPr>
        </p:nvSpPr>
        <p:spPr>
          <a:prstGeom prst="rect">
            <a:avLst/>
          </a:prstGeom>
        </p:spPr>
        <p:txBody>
          <a:bodyPr vert="horz" wrap="square" lIns="0" tIns="12065" rIns="0" bIns="0" rtlCol="0">
            <a:spAutoFit/>
          </a:bodyPr>
          <a:lstStyle/>
          <a:p>
            <a:pPr marL="20955">
              <a:lnSpc>
                <a:spcPct val="100000"/>
              </a:lnSpc>
              <a:spcBef>
                <a:spcPts val="95"/>
              </a:spcBef>
            </a:pPr>
            <a:r>
              <a:rPr sz="2500" dirty="0"/>
              <a:t>SEO</a:t>
            </a:r>
            <a:r>
              <a:rPr sz="2500" spc="-35" dirty="0"/>
              <a:t> </a:t>
            </a:r>
            <a:r>
              <a:rPr sz="2500" dirty="0"/>
              <a:t>in</a:t>
            </a:r>
            <a:r>
              <a:rPr sz="2500" spc="-25" dirty="0"/>
              <a:t> </a:t>
            </a:r>
            <a:r>
              <a:rPr sz="2500" dirty="0"/>
              <a:t>the</a:t>
            </a:r>
            <a:r>
              <a:rPr sz="2500" spc="-30" dirty="0"/>
              <a:t> </a:t>
            </a:r>
            <a:r>
              <a:rPr sz="2500" dirty="0"/>
              <a:t>age</a:t>
            </a:r>
            <a:r>
              <a:rPr sz="2500" spc="-30" dirty="0"/>
              <a:t> </a:t>
            </a:r>
            <a:r>
              <a:rPr sz="2500" dirty="0"/>
              <a:t>of</a:t>
            </a:r>
            <a:r>
              <a:rPr sz="2500" spc="-35" dirty="0"/>
              <a:t> </a:t>
            </a:r>
            <a:r>
              <a:rPr sz="2500" dirty="0"/>
              <a:t>GenAI</a:t>
            </a:r>
            <a:r>
              <a:rPr sz="2500" spc="-30" dirty="0"/>
              <a:t> </a:t>
            </a:r>
            <a:r>
              <a:rPr sz="2500" dirty="0"/>
              <a:t>is</a:t>
            </a:r>
            <a:r>
              <a:rPr sz="2500" spc="-25" dirty="0"/>
              <a:t> </a:t>
            </a:r>
            <a:r>
              <a:rPr sz="2500" dirty="0"/>
              <a:t>a</a:t>
            </a:r>
            <a:r>
              <a:rPr sz="2500" spc="-30" dirty="0"/>
              <a:t> </a:t>
            </a:r>
            <a:r>
              <a:rPr sz="2500" dirty="0"/>
              <a:t>rapidly</a:t>
            </a:r>
            <a:r>
              <a:rPr sz="2500" spc="-20" dirty="0"/>
              <a:t> </a:t>
            </a:r>
            <a:r>
              <a:rPr sz="2500" dirty="0"/>
              <a:t>evolving</a:t>
            </a:r>
            <a:r>
              <a:rPr sz="2500" spc="-30" dirty="0"/>
              <a:t> </a:t>
            </a:r>
            <a:r>
              <a:rPr sz="2500" dirty="0"/>
              <a:t>space</a:t>
            </a:r>
            <a:r>
              <a:rPr sz="2500" spc="-30" dirty="0"/>
              <a:t> </a:t>
            </a:r>
            <a:r>
              <a:rPr sz="2500" dirty="0"/>
              <a:t>with</a:t>
            </a:r>
            <a:r>
              <a:rPr sz="2500" spc="-30" dirty="0"/>
              <a:t> </a:t>
            </a:r>
            <a:r>
              <a:rPr sz="2500" spc="-20" dirty="0"/>
              <a:t>many</a:t>
            </a:r>
            <a:endParaRPr sz="2500"/>
          </a:p>
          <a:p>
            <a:pPr marL="20955">
              <a:lnSpc>
                <a:spcPct val="100000"/>
              </a:lnSpc>
              <a:spcBef>
                <a:spcPts val="5"/>
              </a:spcBef>
            </a:pPr>
            <a:r>
              <a:rPr sz="2500" dirty="0"/>
              <a:t>solutions</a:t>
            </a:r>
            <a:r>
              <a:rPr sz="2500" spc="-65" dirty="0"/>
              <a:t> </a:t>
            </a:r>
            <a:r>
              <a:rPr sz="2500" dirty="0"/>
              <a:t>for</a:t>
            </a:r>
            <a:r>
              <a:rPr sz="2500" spc="-65" dirty="0"/>
              <a:t> </a:t>
            </a:r>
            <a:r>
              <a:rPr sz="2500" dirty="0"/>
              <a:t>GEO</a:t>
            </a:r>
            <a:r>
              <a:rPr sz="2500" spc="-65" dirty="0"/>
              <a:t> </a:t>
            </a:r>
            <a:r>
              <a:rPr sz="2500" dirty="0"/>
              <a:t>flooding</a:t>
            </a:r>
            <a:r>
              <a:rPr sz="2500" spc="-70" dirty="0"/>
              <a:t> </a:t>
            </a:r>
            <a:r>
              <a:rPr sz="2500" dirty="0"/>
              <a:t>the</a:t>
            </a:r>
            <a:r>
              <a:rPr sz="2500" spc="-70" dirty="0"/>
              <a:t> </a:t>
            </a:r>
            <a:r>
              <a:rPr sz="2500" spc="-10" dirty="0"/>
              <a:t>market…</a:t>
            </a:r>
            <a:endParaRPr sz="2500"/>
          </a:p>
        </p:txBody>
      </p:sp>
      <p:sp>
        <p:nvSpPr>
          <p:cNvPr id="7" name="object 7"/>
          <p:cNvSpPr/>
          <p:nvPr/>
        </p:nvSpPr>
        <p:spPr>
          <a:xfrm>
            <a:off x="559460" y="1231519"/>
            <a:ext cx="654050" cy="0"/>
          </a:xfrm>
          <a:custGeom>
            <a:avLst/>
            <a:gdLst/>
            <a:ahLst/>
            <a:cxnLst/>
            <a:rect l="l" t="t" r="r" b="b"/>
            <a:pathLst>
              <a:path w="654050">
                <a:moveTo>
                  <a:pt x="0" y="0"/>
                </a:moveTo>
                <a:lnTo>
                  <a:pt x="654024" y="0"/>
                </a:lnTo>
              </a:path>
            </a:pathLst>
          </a:custGeom>
          <a:ln w="419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 name="object 8"/>
          <p:cNvSpPr txBox="1"/>
          <p:nvPr/>
        </p:nvSpPr>
        <p:spPr>
          <a:xfrm>
            <a:off x="546912" y="1058621"/>
            <a:ext cx="2109470" cy="1631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tab pos="1016000" algn="l"/>
              </a:tabLst>
              <a:defRPr/>
            </a:pPr>
            <a:r>
              <a:rPr kumimoji="0" sz="900" b="1" i="0" u="none" strike="noStrike" kern="0" cap="none" spc="-10" normalizeH="0" baseline="0" noProof="0" dirty="0">
                <a:ln>
                  <a:noFill/>
                </a:ln>
                <a:solidFill>
                  <a:srgbClr val="FFFFFF"/>
                </a:solidFill>
                <a:effectLst/>
                <a:uLnTx/>
                <a:uFillTx/>
                <a:latin typeface="Arial"/>
                <a:ea typeface="+mn-ea"/>
                <a:cs typeface="Arial"/>
              </a:rPr>
              <a:t>Illustrative</a:t>
            </a:r>
            <a:r>
              <a:rPr kumimoji="0" sz="900" b="1" i="0" u="none" strike="noStrike" kern="0" cap="none" spc="0" normalizeH="0" baseline="0" noProof="0" dirty="0">
                <a:ln>
                  <a:noFill/>
                </a:ln>
                <a:solidFill>
                  <a:srgbClr val="FFFFFF"/>
                </a:solidFill>
                <a:effectLst/>
                <a:uLnTx/>
                <a:uFillTx/>
                <a:latin typeface="Arial"/>
                <a:ea typeface="+mn-ea"/>
                <a:cs typeface="Arial"/>
              </a:rPr>
              <a:t>	NOT</a:t>
            </a:r>
            <a:r>
              <a:rPr kumimoji="0" sz="900" b="1" i="0" u="none" strike="noStrike" kern="0" cap="none" spc="185" normalizeH="0" baseline="0" noProof="0" dirty="0">
                <a:ln>
                  <a:noFill/>
                </a:ln>
                <a:solidFill>
                  <a:srgbClr val="FFFFFF"/>
                </a:solidFill>
                <a:effectLst/>
                <a:uLnTx/>
                <a:uFillTx/>
                <a:latin typeface="Arial"/>
                <a:ea typeface="+mn-ea"/>
                <a:cs typeface="Arial"/>
              </a:rPr>
              <a:t> </a:t>
            </a:r>
            <a:r>
              <a:rPr kumimoji="0" sz="900" b="1" i="0" u="none" strike="noStrike" kern="0" cap="none" spc="-10" normalizeH="0" baseline="0" noProof="0" dirty="0">
                <a:ln>
                  <a:noFill/>
                </a:ln>
                <a:solidFill>
                  <a:srgbClr val="FFFFFF"/>
                </a:solidFill>
                <a:effectLst/>
                <a:uLnTx/>
                <a:uFillTx/>
                <a:latin typeface="Arial"/>
                <a:ea typeface="+mn-ea"/>
                <a:cs typeface="Arial"/>
              </a:rPr>
              <a:t>EXHAUSTIVE</a:t>
            </a:r>
            <a:endParaRPr kumimoji="0" sz="9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9" name="object 9"/>
          <p:cNvSpPr/>
          <p:nvPr/>
        </p:nvSpPr>
        <p:spPr>
          <a:xfrm>
            <a:off x="1562735" y="1231519"/>
            <a:ext cx="1102995" cy="0"/>
          </a:xfrm>
          <a:custGeom>
            <a:avLst/>
            <a:gdLst/>
            <a:ahLst/>
            <a:cxnLst/>
            <a:rect l="l" t="t" r="r" b="b"/>
            <a:pathLst>
              <a:path w="1102995">
                <a:moveTo>
                  <a:pt x="0" y="0"/>
                </a:moveTo>
                <a:lnTo>
                  <a:pt x="1102867" y="0"/>
                </a:lnTo>
              </a:path>
            </a:pathLst>
          </a:custGeom>
          <a:ln w="419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 name="object 10"/>
          <p:cNvSpPr/>
          <p:nvPr/>
        </p:nvSpPr>
        <p:spPr>
          <a:xfrm>
            <a:off x="563206" y="1795779"/>
            <a:ext cx="2102485" cy="0"/>
          </a:xfrm>
          <a:custGeom>
            <a:avLst/>
            <a:gdLst/>
            <a:ahLst/>
            <a:cxnLst/>
            <a:rect l="l" t="t" r="r" b="b"/>
            <a:pathLst>
              <a:path w="2102485">
                <a:moveTo>
                  <a:pt x="0" y="0"/>
                </a:moveTo>
                <a:lnTo>
                  <a:pt x="2102396"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 name="object 11"/>
          <p:cNvSpPr txBox="1"/>
          <p:nvPr/>
        </p:nvSpPr>
        <p:spPr>
          <a:xfrm>
            <a:off x="550570" y="1486865"/>
            <a:ext cx="1289685" cy="240029"/>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FFFFFF"/>
                </a:solidFill>
                <a:effectLst/>
                <a:uLnTx/>
                <a:uFillTx/>
                <a:latin typeface="Arial"/>
                <a:ea typeface="+mn-ea"/>
                <a:cs typeface="Arial"/>
              </a:rPr>
              <a:t>Provider</a:t>
            </a:r>
            <a:r>
              <a:rPr kumimoji="0" sz="1400" b="1" i="0" u="none" strike="noStrike" kern="0" cap="none" spc="-45" normalizeH="0" baseline="0" noProof="0" dirty="0">
                <a:ln>
                  <a:noFill/>
                </a:ln>
                <a:solidFill>
                  <a:srgbClr val="FFFFFF"/>
                </a:solidFill>
                <a:effectLst/>
                <a:uLnTx/>
                <a:uFillTx/>
                <a:latin typeface="Arial"/>
                <a:ea typeface="+mn-ea"/>
                <a:cs typeface="Arial"/>
              </a:rPr>
              <a:t> </a:t>
            </a:r>
            <a:r>
              <a:rPr kumimoji="0" sz="1400" b="1" i="0" u="none" strike="noStrike" kern="0" cap="none" spc="-10" normalizeH="0" baseline="0" noProof="0" dirty="0">
                <a:ln>
                  <a:noFill/>
                </a:ln>
                <a:solidFill>
                  <a:srgbClr val="FFFFFF"/>
                </a:solidFill>
                <a:effectLst/>
                <a:uLnTx/>
                <a:uFillTx/>
                <a:latin typeface="Arial"/>
                <a:ea typeface="+mn-ea"/>
                <a:cs typeface="Arial"/>
              </a:rPr>
              <a:t>Types</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2" name="object 12"/>
          <p:cNvSpPr txBox="1"/>
          <p:nvPr/>
        </p:nvSpPr>
        <p:spPr>
          <a:xfrm>
            <a:off x="1201013" y="4921707"/>
            <a:ext cx="1451610" cy="453390"/>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FFFFFF"/>
                </a:solidFill>
                <a:effectLst/>
                <a:uLnTx/>
                <a:uFillTx/>
                <a:latin typeface="Arial"/>
                <a:ea typeface="+mn-ea"/>
                <a:cs typeface="Arial"/>
              </a:rPr>
              <a:t>Large</a:t>
            </a:r>
            <a:r>
              <a:rPr kumimoji="0" sz="1400" b="1" i="0" u="none" strike="noStrike" kern="0" cap="none" spc="-35" normalizeH="0" baseline="0" noProof="0" dirty="0">
                <a:ln>
                  <a:noFill/>
                </a:ln>
                <a:solidFill>
                  <a:srgbClr val="FFFFFF"/>
                </a:solidFill>
                <a:effectLst/>
                <a:uLnTx/>
                <a:uFillTx/>
                <a:latin typeface="Arial"/>
                <a:ea typeface="+mn-ea"/>
                <a:cs typeface="Arial"/>
              </a:rPr>
              <a:t> </a:t>
            </a:r>
            <a:r>
              <a:rPr kumimoji="0" sz="1400" b="1" i="0" u="none" strike="noStrike" kern="0" cap="none" spc="-10" normalizeH="0" baseline="0" noProof="0" dirty="0">
                <a:ln>
                  <a:noFill/>
                </a:ln>
                <a:solidFill>
                  <a:srgbClr val="FFFFFF"/>
                </a:solidFill>
                <a:effectLst/>
                <a:uLnTx/>
                <a:uFillTx/>
                <a:latin typeface="Arial"/>
                <a:ea typeface="+mn-ea"/>
                <a:cs typeface="Arial"/>
              </a:rPr>
              <a:t>MarTech</a:t>
            </a:r>
            <a:r>
              <a:rPr kumimoji="0" sz="1400" b="1" i="0" u="none" strike="noStrike" kern="0" cap="none" spc="-60" normalizeH="0" baseline="0" noProof="0" dirty="0">
                <a:ln>
                  <a:noFill/>
                </a:ln>
                <a:solidFill>
                  <a:srgbClr val="FFFFFF"/>
                </a:solidFill>
                <a:effectLst/>
                <a:uLnTx/>
                <a:uFillTx/>
                <a:latin typeface="Arial"/>
                <a:ea typeface="+mn-ea"/>
                <a:cs typeface="Arial"/>
              </a:rPr>
              <a:t> </a:t>
            </a:r>
            <a:r>
              <a:rPr kumimoji="0" sz="1400" b="1" i="0" u="none" strike="noStrike" kern="0" cap="none" spc="-50" normalizeH="0" baseline="0" noProof="0" dirty="0">
                <a:ln>
                  <a:noFill/>
                </a:ln>
                <a:solidFill>
                  <a:srgbClr val="FFFFFF"/>
                </a:solidFill>
                <a:effectLst/>
                <a:uLnTx/>
                <a:uFillTx/>
                <a:latin typeface="Arial"/>
                <a:ea typeface="+mn-ea"/>
                <a:cs typeface="Arial"/>
              </a:rPr>
              <a:t>&amp;</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a:ln>
                  <a:noFill/>
                </a:ln>
                <a:solidFill>
                  <a:srgbClr val="FFFFFF"/>
                </a:solidFill>
                <a:effectLst/>
                <a:uLnTx/>
                <a:uFillTx/>
                <a:latin typeface="Arial"/>
                <a:ea typeface="+mn-ea"/>
                <a:cs typeface="Arial"/>
              </a:rPr>
              <a:t>Analytics</a:t>
            </a:r>
            <a:r>
              <a:rPr kumimoji="0" sz="1400" b="1" i="0" u="none" strike="noStrike" kern="0" cap="none" spc="-70" normalizeH="0" baseline="0" noProof="0" dirty="0">
                <a:ln>
                  <a:noFill/>
                </a:ln>
                <a:solidFill>
                  <a:srgbClr val="FFFFFF"/>
                </a:solidFill>
                <a:effectLst/>
                <a:uLnTx/>
                <a:uFillTx/>
                <a:latin typeface="Arial"/>
                <a:ea typeface="+mn-ea"/>
                <a:cs typeface="Arial"/>
              </a:rPr>
              <a:t> </a:t>
            </a:r>
            <a:r>
              <a:rPr kumimoji="0" sz="1400" b="1" i="0" u="none" strike="noStrike" kern="0" cap="none" spc="-20" normalizeH="0" baseline="0" noProof="0" dirty="0">
                <a:ln>
                  <a:noFill/>
                </a:ln>
                <a:solidFill>
                  <a:srgbClr val="FFFFFF"/>
                </a:solidFill>
                <a:effectLst/>
                <a:uLnTx/>
                <a:uFillTx/>
                <a:latin typeface="Arial"/>
                <a:ea typeface="+mn-ea"/>
                <a:cs typeface="Arial"/>
              </a:rPr>
              <a:t>Firms</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3" name="object 13"/>
          <p:cNvSpPr txBox="1"/>
          <p:nvPr/>
        </p:nvSpPr>
        <p:spPr>
          <a:xfrm>
            <a:off x="1201013" y="3336416"/>
            <a:ext cx="1437005" cy="66611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FFFFFF"/>
                </a:solidFill>
                <a:effectLst/>
                <a:uLnTx/>
                <a:uFillTx/>
                <a:latin typeface="Arial"/>
                <a:ea typeface="+mn-ea"/>
                <a:cs typeface="Arial"/>
              </a:rPr>
              <a:t>Specialized</a:t>
            </a:r>
            <a:r>
              <a:rPr kumimoji="0" sz="1400" b="1" i="0" u="none" strike="noStrike" kern="0" cap="none" spc="-70" normalizeH="0" baseline="0" noProof="0" dirty="0">
                <a:ln>
                  <a:noFill/>
                </a:ln>
                <a:solidFill>
                  <a:srgbClr val="FFFFFF"/>
                </a:solidFill>
                <a:effectLst/>
                <a:uLnTx/>
                <a:uFillTx/>
                <a:latin typeface="Arial"/>
                <a:ea typeface="+mn-ea"/>
                <a:cs typeface="Arial"/>
              </a:rPr>
              <a:t> </a:t>
            </a:r>
            <a:r>
              <a:rPr kumimoji="0" sz="1400" b="1" i="0" u="none" strike="noStrike" kern="0" cap="none" spc="-25" normalizeH="0" baseline="0" noProof="0" dirty="0">
                <a:ln>
                  <a:noFill/>
                </a:ln>
                <a:solidFill>
                  <a:srgbClr val="FFFFFF"/>
                </a:solidFill>
                <a:effectLst/>
                <a:uLnTx/>
                <a:uFillTx/>
                <a:latin typeface="Arial"/>
                <a:ea typeface="+mn-ea"/>
                <a:cs typeface="Arial"/>
              </a:rPr>
              <a:t>GEO </a:t>
            </a:r>
            <a:r>
              <a:rPr kumimoji="0" sz="1400" b="1" i="0" u="none" strike="noStrike" kern="0" cap="none" spc="0" normalizeH="0" baseline="0" noProof="0" dirty="0">
                <a:ln>
                  <a:noFill/>
                </a:ln>
                <a:solidFill>
                  <a:srgbClr val="FFFFFF"/>
                </a:solidFill>
                <a:effectLst/>
                <a:uLnTx/>
                <a:uFillTx/>
                <a:latin typeface="Arial"/>
                <a:ea typeface="+mn-ea"/>
                <a:cs typeface="Arial"/>
              </a:rPr>
              <a:t>Agencies</a:t>
            </a:r>
            <a:r>
              <a:rPr kumimoji="0" sz="1400" b="1" i="0" u="none" strike="noStrike" kern="0" cap="none" spc="-70" normalizeH="0" baseline="0" noProof="0" dirty="0">
                <a:ln>
                  <a:noFill/>
                </a:ln>
                <a:solidFill>
                  <a:srgbClr val="FFFFFF"/>
                </a:solidFill>
                <a:effectLst/>
                <a:uLnTx/>
                <a:uFillTx/>
                <a:latin typeface="Arial"/>
                <a:ea typeface="+mn-ea"/>
                <a:cs typeface="Arial"/>
              </a:rPr>
              <a:t> </a:t>
            </a:r>
            <a:r>
              <a:rPr kumimoji="0" sz="1400" b="1" i="0" u="none" strike="noStrike" kern="0" cap="none" spc="-50" normalizeH="0" baseline="0" noProof="0" dirty="0">
                <a:ln>
                  <a:noFill/>
                </a:ln>
                <a:solidFill>
                  <a:srgbClr val="FFFFFF"/>
                </a:solidFill>
                <a:effectLst/>
                <a:uLnTx/>
                <a:uFillTx/>
                <a:latin typeface="Arial"/>
                <a:ea typeface="+mn-ea"/>
                <a:cs typeface="Arial"/>
              </a:rPr>
              <a:t>&amp; </a:t>
            </a:r>
            <a:r>
              <a:rPr kumimoji="0" sz="1400" b="1" i="0" u="none" strike="noStrike" kern="0" cap="none" spc="-10" normalizeH="0" baseline="0" noProof="0" dirty="0">
                <a:ln>
                  <a:noFill/>
                </a:ln>
                <a:solidFill>
                  <a:srgbClr val="FFFFFF"/>
                </a:solidFill>
                <a:effectLst/>
                <a:uLnTx/>
                <a:uFillTx/>
                <a:latin typeface="Arial"/>
                <a:ea typeface="+mn-ea"/>
                <a:cs typeface="Arial"/>
              </a:rPr>
              <a:t>Consultancies</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4" name="object 14"/>
          <p:cNvSpPr txBox="1"/>
          <p:nvPr/>
        </p:nvSpPr>
        <p:spPr>
          <a:xfrm>
            <a:off x="1201013" y="1852676"/>
            <a:ext cx="1468120" cy="666115"/>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FFFFFF"/>
                </a:solidFill>
                <a:effectLst/>
                <a:uLnTx/>
                <a:uFillTx/>
                <a:latin typeface="Arial"/>
                <a:ea typeface="+mn-ea"/>
                <a:cs typeface="Arial"/>
              </a:rPr>
              <a:t>SEO/Data </a:t>
            </a:r>
            <a:r>
              <a:rPr kumimoji="0" sz="1400" b="1" i="0" u="none" strike="noStrike" kern="0" cap="none" spc="0" normalizeH="0" baseline="0" noProof="0" dirty="0">
                <a:ln>
                  <a:noFill/>
                </a:ln>
                <a:solidFill>
                  <a:srgbClr val="FFFFFF"/>
                </a:solidFill>
                <a:effectLst/>
                <a:uLnTx/>
                <a:uFillTx/>
                <a:latin typeface="Arial"/>
                <a:ea typeface="+mn-ea"/>
                <a:cs typeface="Arial"/>
              </a:rPr>
              <a:t>Platforms</a:t>
            </a:r>
            <a:r>
              <a:rPr kumimoji="0" sz="1400" b="1" i="0" u="none" strike="noStrike" kern="0" cap="none" spc="-55" normalizeH="0" baseline="0" noProof="0" dirty="0">
                <a:ln>
                  <a:noFill/>
                </a:ln>
                <a:solidFill>
                  <a:srgbClr val="FFFFFF"/>
                </a:solidFill>
                <a:effectLst/>
                <a:uLnTx/>
                <a:uFillTx/>
                <a:latin typeface="Arial"/>
                <a:ea typeface="+mn-ea"/>
                <a:cs typeface="Arial"/>
              </a:rPr>
              <a:t> </a:t>
            </a:r>
            <a:r>
              <a:rPr kumimoji="0" sz="1400" b="1" i="0" u="none" strike="noStrike" kern="0" cap="none" spc="-20" normalizeH="0" baseline="0" noProof="0" dirty="0">
                <a:ln>
                  <a:noFill/>
                </a:ln>
                <a:solidFill>
                  <a:srgbClr val="FFFFFF"/>
                </a:solidFill>
                <a:effectLst/>
                <a:uLnTx/>
                <a:uFillTx/>
                <a:latin typeface="Arial"/>
                <a:ea typeface="+mn-ea"/>
                <a:cs typeface="Arial"/>
              </a:rPr>
              <a:t>with </a:t>
            </a:r>
            <a:r>
              <a:rPr kumimoji="0" sz="1400" b="1" i="0" u="none" strike="noStrike" kern="0" cap="none" spc="0" normalizeH="0" baseline="0" noProof="0" dirty="0">
                <a:ln>
                  <a:noFill/>
                </a:ln>
                <a:solidFill>
                  <a:srgbClr val="FFFFFF"/>
                </a:solidFill>
                <a:effectLst/>
                <a:uLnTx/>
                <a:uFillTx/>
                <a:latin typeface="Arial"/>
                <a:ea typeface="+mn-ea"/>
                <a:cs typeface="Arial"/>
              </a:rPr>
              <a:t>GEO</a:t>
            </a:r>
            <a:r>
              <a:rPr kumimoji="0" sz="1400" b="1" i="0" u="none" strike="noStrike" kern="0" cap="none" spc="-10" normalizeH="0" baseline="0" noProof="0" dirty="0">
                <a:ln>
                  <a:noFill/>
                </a:ln>
                <a:solidFill>
                  <a:srgbClr val="FFFFFF"/>
                </a:solidFill>
                <a:effectLst/>
                <a:uLnTx/>
                <a:uFillTx/>
                <a:latin typeface="Arial"/>
                <a:ea typeface="+mn-ea"/>
                <a:cs typeface="Arial"/>
              </a:rPr>
              <a:t> Capabilities</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5" name="object 15"/>
          <p:cNvSpPr/>
          <p:nvPr/>
        </p:nvSpPr>
        <p:spPr>
          <a:xfrm>
            <a:off x="9558908" y="1795779"/>
            <a:ext cx="828040" cy="0"/>
          </a:xfrm>
          <a:custGeom>
            <a:avLst/>
            <a:gdLst/>
            <a:ahLst/>
            <a:cxnLst/>
            <a:rect l="l" t="t" r="r" b="b"/>
            <a:pathLst>
              <a:path w="828040">
                <a:moveTo>
                  <a:pt x="0" y="0"/>
                </a:moveTo>
                <a:lnTo>
                  <a:pt x="827786"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6" name="object 16"/>
          <p:cNvSpPr txBox="1"/>
          <p:nvPr/>
        </p:nvSpPr>
        <p:spPr>
          <a:xfrm>
            <a:off x="9547352" y="1486865"/>
            <a:ext cx="775335" cy="240029"/>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FFFFFF"/>
                </a:solidFill>
                <a:effectLst/>
                <a:uLnTx/>
                <a:uFillTx/>
                <a:latin typeface="Arial"/>
                <a:ea typeface="+mn-ea"/>
                <a:cs typeface="Arial"/>
              </a:rPr>
              <a:t>Founded</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7" name="object 17"/>
          <p:cNvSpPr txBox="1"/>
          <p:nvPr/>
        </p:nvSpPr>
        <p:spPr>
          <a:xfrm>
            <a:off x="9601327" y="1874011"/>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2024</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8" name="object 18"/>
          <p:cNvSpPr txBox="1"/>
          <p:nvPr/>
        </p:nvSpPr>
        <p:spPr>
          <a:xfrm>
            <a:off x="9601327" y="3358134"/>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2018</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9" name="object 19"/>
          <p:cNvSpPr txBox="1"/>
          <p:nvPr/>
        </p:nvSpPr>
        <p:spPr>
          <a:xfrm>
            <a:off x="9601327" y="3904233"/>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2014</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0" name="object 20"/>
          <p:cNvSpPr txBox="1"/>
          <p:nvPr/>
        </p:nvSpPr>
        <p:spPr>
          <a:xfrm>
            <a:off x="9601327" y="4423917"/>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2009</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1" name="object 21"/>
          <p:cNvSpPr txBox="1"/>
          <p:nvPr/>
        </p:nvSpPr>
        <p:spPr>
          <a:xfrm>
            <a:off x="9601327" y="4943602"/>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2012</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2" name="object 22"/>
          <p:cNvSpPr txBox="1"/>
          <p:nvPr/>
        </p:nvSpPr>
        <p:spPr>
          <a:xfrm>
            <a:off x="9601327" y="2318765"/>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2023</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3" name="object 23"/>
          <p:cNvSpPr txBox="1"/>
          <p:nvPr/>
        </p:nvSpPr>
        <p:spPr>
          <a:xfrm>
            <a:off x="9601327" y="5470652"/>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2005</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4" name="object 24"/>
          <p:cNvSpPr txBox="1"/>
          <p:nvPr/>
        </p:nvSpPr>
        <p:spPr>
          <a:xfrm>
            <a:off x="9601327" y="5997955"/>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2013</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5" name="object 25"/>
          <p:cNvSpPr txBox="1"/>
          <p:nvPr/>
        </p:nvSpPr>
        <p:spPr>
          <a:xfrm>
            <a:off x="9601327" y="2838450"/>
            <a:ext cx="36703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20" normalizeH="0" baseline="0" noProof="0" dirty="0">
                <a:ln>
                  <a:noFill/>
                </a:ln>
                <a:solidFill>
                  <a:srgbClr val="FFFFFF"/>
                </a:solidFill>
                <a:effectLst/>
                <a:uLnTx/>
                <a:uFillTx/>
                <a:latin typeface="Arial MT"/>
                <a:ea typeface="+mn-ea"/>
                <a:cs typeface="Arial MT"/>
              </a:rPr>
              <a:t>2008</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26" name="object 26"/>
          <p:cNvSpPr txBox="1"/>
          <p:nvPr/>
        </p:nvSpPr>
        <p:spPr>
          <a:xfrm>
            <a:off x="10583036" y="1097407"/>
            <a:ext cx="1025525" cy="666115"/>
          </a:xfrm>
          <a:prstGeom prst="rect">
            <a:avLst/>
          </a:prstGeom>
        </p:spPr>
        <p:txBody>
          <a:bodyPr vert="horz" wrap="square" lIns="0" tIns="13335" rIns="0" bIns="0" rtlCol="0">
            <a:spAutoFit/>
          </a:bodyPr>
          <a:lstStyle/>
          <a:p>
            <a:pPr marL="12700" marR="22225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10" normalizeH="0" baseline="0" noProof="0" dirty="0">
                <a:ln>
                  <a:noFill/>
                </a:ln>
                <a:solidFill>
                  <a:srgbClr val="FFFFFF"/>
                </a:solidFill>
                <a:effectLst/>
                <a:uLnTx/>
                <a:uFillTx/>
                <a:latin typeface="Arial"/>
                <a:ea typeface="+mn-ea"/>
                <a:cs typeface="Arial"/>
              </a:rPr>
              <a:t>Reported </a:t>
            </a:r>
            <a:r>
              <a:rPr kumimoji="0" sz="1400" b="1" i="0" u="none" strike="noStrike" kern="0" cap="none" spc="-25" normalizeH="0" baseline="0" noProof="0" dirty="0">
                <a:ln>
                  <a:noFill/>
                </a:ln>
                <a:solidFill>
                  <a:srgbClr val="FFFFFF"/>
                </a:solidFill>
                <a:effectLst/>
                <a:uLnTx/>
                <a:uFillTx/>
                <a:latin typeface="Arial"/>
                <a:ea typeface="+mn-ea"/>
                <a:cs typeface="Arial"/>
              </a:rPr>
              <a:t>GEO</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0" cap="none" spc="-10" normalizeH="0" baseline="0" noProof="0" dirty="0">
                <a:ln>
                  <a:noFill/>
                </a:ln>
                <a:solidFill>
                  <a:srgbClr val="FFFFFF"/>
                </a:solidFill>
                <a:effectLst/>
                <a:uLnTx/>
                <a:uFillTx/>
                <a:latin typeface="Arial"/>
                <a:ea typeface="+mn-ea"/>
                <a:cs typeface="Arial"/>
              </a:rPr>
              <a:t>Capabilities</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grpSp>
        <p:nvGrpSpPr>
          <p:cNvPr id="27" name="object 27"/>
          <p:cNvGrpSpPr/>
          <p:nvPr/>
        </p:nvGrpSpPr>
        <p:grpSpPr>
          <a:xfrm>
            <a:off x="606019" y="984122"/>
            <a:ext cx="8655685" cy="5405755"/>
            <a:chOff x="606019" y="984122"/>
            <a:chExt cx="8655685" cy="5405755"/>
          </a:xfrm>
        </p:grpSpPr>
        <p:sp>
          <p:nvSpPr>
            <p:cNvPr id="28" name="object 28"/>
            <p:cNvSpPr/>
            <p:nvPr/>
          </p:nvSpPr>
          <p:spPr>
            <a:xfrm>
              <a:off x="4035425" y="1003172"/>
              <a:ext cx="0" cy="304800"/>
            </a:xfrm>
            <a:custGeom>
              <a:avLst/>
              <a:gdLst/>
              <a:ahLst/>
              <a:cxnLst/>
              <a:rect l="l" t="t" r="r" b="b"/>
              <a:pathLst>
                <a:path h="304800">
                  <a:moveTo>
                    <a:pt x="0" y="304291"/>
                  </a:moveTo>
                  <a:lnTo>
                    <a:pt x="0" y="0"/>
                  </a:lnTo>
                </a:path>
              </a:pathLst>
            </a:custGeom>
            <a:ln w="38100">
              <a:solidFill>
                <a:srgbClr val="92D0F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9" name="object 29"/>
            <p:cNvSpPr/>
            <p:nvPr/>
          </p:nvSpPr>
          <p:spPr>
            <a:xfrm>
              <a:off x="5564123" y="1003172"/>
              <a:ext cx="0" cy="304800"/>
            </a:xfrm>
            <a:custGeom>
              <a:avLst/>
              <a:gdLst/>
              <a:ahLst/>
              <a:cxnLst/>
              <a:rect l="l" t="t" r="r" b="b"/>
              <a:pathLst>
                <a:path h="304800">
                  <a:moveTo>
                    <a:pt x="0" y="304291"/>
                  </a:moveTo>
                  <a:lnTo>
                    <a:pt x="0" y="0"/>
                  </a:lnTo>
                </a:path>
              </a:pathLst>
            </a:custGeom>
            <a:ln w="3810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0" name="object 30"/>
            <p:cNvSpPr/>
            <p:nvPr/>
          </p:nvSpPr>
          <p:spPr>
            <a:xfrm>
              <a:off x="6558407" y="1003172"/>
              <a:ext cx="0" cy="304800"/>
            </a:xfrm>
            <a:custGeom>
              <a:avLst/>
              <a:gdLst/>
              <a:ahLst/>
              <a:cxnLst/>
              <a:rect l="l" t="t" r="r" b="b"/>
              <a:pathLst>
                <a:path h="304800">
                  <a:moveTo>
                    <a:pt x="0" y="304291"/>
                  </a:moveTo>
                  <a:lnTo>
                    <a:pt x="0" y="0"/>
                  </a:lnTo>
                </a:path>
              </a:pathLst>
            </a:custGeom>
            <a:ln w="38100">
              <a:solidFill>
                <a:srgbClr val="0F5A85"/>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1" name="object 31"/>
            <p:cNvSpPr/>
            <p:nvPr/>
          </p:nvSpPr>
          <p:spPr>
            <a:xfrm>
              <a:off x="610464" y="1948282"/>
              <a:ext cx="407034" cy="262255"/>
            </a:xfrm>
            <a:custGeom>
              <a:avLst/>
              <a:gdLst/>
              <a:ahLst/>
              <a:cxnLst/>
              <a:rect l="l" t="t" r="r" b="b"/>
              <a:pathLst>
                <a:path w="407034" h="262255">
                  <a:moveTo>
                    <a:pt x="406925" y="261886"/>
                  </a:moveTo>
                  <a:lnTo>
                    <a:pt x="200179" y="261886"/>
                  </a:lnTo>
                  <a:lnTo>
                    <a:pt x="0" y="261886"/>
                  </a:lnTo>
                  <a:lnTo>
                    <a:pt x="0" y="0"/>
                  </a:lnTo>
                  <a:lnTo>
                    <a:pt x="406925" y="0"/>
                  </a:lnTo>
                  <a:lnTo>
                    <a:pt x="406925" y="261886"/>
                  </a:lnTo>
                  <a:close/>
                </a:path>
              </a:pathLst>
            </a:custGeom>
            <a:ln w="875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2" name="object 32"/>
            <p:cNvPicPr/>
            <p:nvPr/>
          </p:nvPicPr>
          <p:blipFill>
            <a:blip r:embed="rId3" cstate="print"/>
            <a:stretch>
              <a:fillRect/>
            </a:stretch>
          </p:blipFill>
          <p:spPr>
            <a:xfrm>
              <a:off x="627748" y="1964910"/>
              <a:ext cx="372358" cy="342179"/>
            </a:xfrm>
            <a:prstGeom prst="rect">
              <a:avLst/>
            </a:prstGeom>
          </p:spPr>
        </p:pic>
        <p:sp>
          <p:nvSpPr>
            <p:cNvPr id="33" name="object 33"/>
            <p:cNvSpPr/>
            <p:nvPr/>
          </p:nvSpPr>
          <p:spPr>
            <a:xfrm>
              <a:off x="678064" y="3628950"/>
              <a:ext cx="322580" cy="141605"/>
            </a:xfrm>
            <a:custGeom>
              <a:avLst/>
              <a:gdLst/>
              <a:ahLst/>
              <a:cxnLst/>
              <a:rect l="l" t="t" r="r" b="b"/>
              <a:pathLst>
                <a:path w="322580" h="141604">
                  <a:moveTo>
                    <a:pt x="1968" y="30028"/>
                  </a:moveTo>
                  <a:lnTo>
                    <a:pt x="165396" y="30028"/>
                  </a:lnTo>
                  <a:lnTo>
                    <a:pt x="190337" y="56282"/>
                  </a:lnTo>
                  <a:lnTo>
                    <a:pt x="190337" y="56938"/>
                  </a:lnTo>
                  <a:lnTo>
                    <a:pt x="188101" y="66189"/>
                  </a:lnTo>
                  <a:lnTo>
                    <a:pt x="182789" y="73840"/>
                  </a:lnTo>
                  <a:lnTo>
                    <a:pt x="175015" y="79275"/>
                  </a:lnTo>
                  <a:lnTo>
                    <a:pt x="165396" y="81880"/>
                  </a:lnTo>
                  <a:lnTo>
                    <a:pt x="118140" y="81880"/>
                  </a:lnTo>
                </a:path>
                <a:path w="322580" h="141604">
                  <a:moveTo>
                    <a:pt x="186399" y="70065"/>
                  </a:moveTo>
                  <a:lnTo>
                    <a:pt x="221184" y="70065"/>
                  </a:lnTo>
                  <a:lnTo>
                    <a:pt x="250063" y="39217"/>
                  </a:lnTo>
                  <a:lnTo>
                    <a:pt x="278942" y="6399"/>
                  </a:lnTo>
                  <a:lnTo>
                    <a:pt x="286562" y="1845"/>
                  </a:lnTo>
                  <a:lnTo>
                    <a:pt x="295104" y="0"/>
                  </a:lnTo>
                  <a:lnTo>
                    <a:pt x="303770" y="861"/>
                  </a:lnTo>
                  <a:lnTo>
                    <a:pt x="311759" y="4430"/>
                  </a:lnTo>
                  <a:lnTo>
                    <a:pt x="318609" y="11137"/>
                  </a:lnTo>
                  <a:lnTo>
                    <a:pt x="322260" y="19690"/>
                  </a:lnTo>
                  <a:lnTo>
                    <a:pt x="322465" y="28982"/>
                  </a:lnTo>
                  <a:lnTo>
                    <a:pt x="318978" y="37904"/>
                  </a:lnTo>
                  <a:lnTo>
                    <a:pt x="318978" y="38560"/>
                  </a:lnTo>
                  <a:lnTo>
                    <a:pt x="318322" y="38560"/>
                  </a:lnTo>
                  <a:lnTo>
                    <a:pt x="317666" y="39217"/>
                  </a:lnTo>
                  <a:lnTo>
                    <a:pt x="282880" y="91069"/>
                  </a:lnTo>
                  <a:lnTo>
                    <a:pt x="257939" y="129137"/>
                  </a:lnTo>
                  <a:lnTo>
                    <a:pt x="252442" y="134408"/>
                  </a:lnTo>
                  <a:lnTo>
                    <a:pt x="245961" y="138325"/>
                  </a:lnTo>
                  <a:lnTo>
                    <a:pt x="238741" y="140766"/>
                  </a:lnTo>
                  <a:lnTo>
                    <a:pt x="231029" y="141607"/>
                  </a:lnTo>
                  <a:lnTo>
                    <a:pt x="59726" y="141607"/>
                  </a:lnTo>
                  <a:lnTo>
                    <a:pt x="55788" y="141607"/>
                  </a:lnTo>
                  <a:lnTo>
                    <a:pt x="49225" y="139638"/>
                  </a:lnTo>
                  <a:lnTo>
                    <a:pt x="45287" y="139638"/>
                  </a:lnTo>
                  <a:lnTo>
                    <a:pt x="26253" y="129136"/>
                  </a:lnTo>
                  <a:lnTo>
                    <a:pt x="0" y="116010"/>
                  </a:lnTo>
                </a:path>
              </a:pathLst>
            </a:custGeom>
            <a:ln w="875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4" name="object 34"/>
            <p:cNvPicPr/>
            <p:nvPr/>
          </p:nvPicPr>
          <p:blipFill>
            <a:blip r:embed="rId4" cstate="print"/>
            <a:stretch>
              <a:fillRect/>
            </a:stretch>
          </p:blipFill>
          <p:spPr>
            <a:xfrm>
              <a:off x="606088" y="3399937"/>
              <a:ext cx="415676" cy="388124"/>
            </a:xfrm>
            <a:prstGeom prst="rect">
              <a:avLst/>
            </a:prstGeom>
          </p:spPr>
        </p:pic>
        <p:sp>
          <p:nvSpPr>
            <p:cNvPr id="35" name="object 35"/>
            <p:cNvSpPr/>
            <p:nvPr/>
          </p:nvSpPr>
          <p:spPr>
            <a:xfrm>
              <a:off x="789641" y="5049431"/>
              <a:ext cx="226060" cy="307340"/>
            </a:xfrm>
            <a:custGeom>
              <a:avLst/>
              <a:gdLst/>
              <a:ahLst/>
              <a:cxnLst/>
              <a:rect l="l" t="t" r="r" b="b"/>
              <a:pathLst>
                <a:path w="226059" h="307339">
                  <a:moveTo>
                    <a:pt x="72196" y="0"/>
                  </a:moveTo>
                  <a:lnTo>
                    <a:pt x="72196" y="307173"/>
                  </a:lnTo>
                </a:path>
                <a:path w="226059" h="307339">
                  <a:moveTo>
                    <a:pt x="35442" y="153587"/>
                  </a:moveTo>
                  <a:lnTo>
                    <a:pt x="225779" y="153587"/>
                  </a:lnTo>
                </a:path>
                <a:path w="226059" h="307339">
                  <a:moveTo>
                    <a:pt x="72196" y="0"/>
                  </a:moveTo>
                  <a:lnTo>
                    <a:pt x="105393" y="11896"/>
                  </a:lnTo>
                  <a:lnTo>
                    <a:pt x="132989" y="44468"/>
                  </a:lnTo>
                  <a:lnTo>
                    <a:pt x="151849" y="93038"/>
                  </a:lnTo>
                  <a:lnTo>
                    <a:pt x="158833" y="152931"/>
                  </a:lnTo>
                  <a:lnTo>
                    <a:pt x="151941" y="213028"/>
                  </a:lnTo>
                  <a:lnTo>
                    <a:pt x="133236" y="262049"/>
                  </a:lnTo>
                  <a:lnTo>
                    <a:pt x="105669" y="295072"/>
                  </a:lnTo>
                  <a:lnTo>
                    <a:pt x="72196" y="307173"/>
                  </a:lnTo>
                </a:path>
                <a:path w="226059" h="307339">
                  <a:moveTo>
                    <a:pt x="181804" y="45288"/>
                  </a:moveTo>
                  <a:lnTo>
                    <a:pt x="166801" y="57687"/>
                  </a:lnTo>
                  <a:lnTo>
                    <a:pt x="142014" y="67686"/>
                  </a:lnTo>
                  <a:lnTo>
                    <a:pt x="109720" y="74363"/>
                  </a:lnTo>
                  <a:lnTo>
                    <a:pt x="72196" y="76793"/>
                  </a:lnTo>
                </a:path>
                <a:path w="226059" h="307339">
                  <a:moveTo>
                    <a:pt x="0" y="241539"/>
                  </a:moveTo>
                  <a:lnTo>
                    <a:pt x="6030" y="239693"/>
                  </a:lnTo>
                  <a:lnTo>
                    <a:pt x="12306" y="238093"/>
                  </a:lnTo>
                  <a:lnTo>
                    <a:pt x="18828" y="236739"/>
                  </a:lnTo>
                  <a:lnTo>
                    <a:pt x="25597" y="235631"/>
                  </a:lnTo>
                  <a:lnTo>
                    <a:pt x="36765" y="233909"/>
                  </a:lnTo>
                  <a:lnTo>
                    <a:pt x="48486" y="232678"/>
                  </a:lnTo>
                  <a:lnTo>
                    <a:pt x="60577" y="231939"/>
                  </a:lnTo>
                  <a:lnTo>
                    <a:pt x="72853" y="231693"/>
                  </a:lnTo>
                  <a:lnTo>
                    <a:pt x="109259" y="233909"/>
                  </a:lnTo>
                  <a:lnTo>
                    <a:pt x="141112" y="240062"/>
                  </a:lnTo>
                  <a:lnTo>
                    <a:pt x="166073" y="249415"/>
                  </a:lnTo>
                  <a:lnTo>
                    <a:pt x="181804" y="261229"/>
                  </a:lnTo>
                </a:path>
              </a:pathLst>
            </a:custGeom>
            <a:ln w="875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6" name="object 36"/>
            <p:cNvSpPr/>
            <p:nvPr/>
          </p:nvSpPr>
          <p:spPr>
            <a:xfrm>
              <a:off x="773232" y="5049226"/>
              <a:ext cx="242570" cy="307340"/>
            </a:xfrm>
            <a:custGeom>
              <a:avLst/>
              <a:gdLst/>
              <a:ahLst/>
              <a:cxnLst/>
              <a:rect l="l" t="t" r="r" b="b"/>
              <a:pathLst>
                <a:path w="242569" h="307339">
                  <a:moveTo>
                    <a:pt x="0" y="279155"/>
                  </a:moveTo>
                  <a:lnTo>
                    <a:pt x="1312" y="280468"/>
                  </a:lnTo>
                  <a:lnTo>
                    <a:pt x="3281" y="281124"/>
                  </a:lnTo>
                  <a:lnTo>
                    <a:pt x="4594" y="282437"/>
                  </a:lnTo>
                  <a:lnTo>
                    <a:pt x="11106" y="286631"/>
                  </a:lnTo>
                  <a:lnTo>
                    <a:pt x="17803" y="290395"/>
                  </a:lnTo>
                  <a:lnTo>
                    <a:pt x="24622" y="293790"/>
                  </a:lnTo>
                  <a:lnTo>
                    <a:pt x="31504" y="296877"/>
                  </a:lnTo>
                  <a:lnTo>
                    <a:pt x="66833" y="306066"/>
                  </a:lnTo>
                  <a:lnTo>
                    <a:pt x="102962" y="306886"/>
                  </a:lnTo>
                  <a:lnTo>
                    <a:pt x="138476" y="299092"/>
                  </a:lnTo>
                  <a:lnTo>
                    <a:pt x="171959" y="282437"/>
                  </a:lnTo>
                  <a:lnTo>
                    <a:pt x="208620" y="249483"/>
                  </a:lnTo>
                  <a:lnTo>
                    <a:pt x="232269" y="208149"/>
                  </a:lnTo>
                  <a:lnTo>
                    <a:pt x="242182" y="162025"/>
                  </a:lnTo>
                  <a:lnTo>
                    <a:pt x="237635" y="114705"/>
                  </a:lnTo>
                  <a:lnTo>
                    <a:pt x="217903" y="69778"/>
                  </a:lnTo>
                  <a:lnTo>
                    <a:pt x="183496" y="32243"/>
                  </a:lnTo>
                  <a:lnTo>
                    <a:pt x="140045" y="8737"/>
                  </a:lnTo>
                  <a:lnTo>
                    <a:pt x="91548" y="0"/>
                  </a:lnTo>
                  <a:lnTo>
                    <a:pt x="42005" y="6768"/>
                  </a:lnTo>
                </a:path>
              </a:pathLst>
            </a:custGeom>
            <a:ln w="875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7" name="object 37"/>
            <p:cNvSpPr/>
            <p:nvPr/>
          </p:nvSpPr>
          <p:spPr>
            <a:xfrm>
              <a:off x="612433" y="5052057"/>
              <a:ext cx="225425" cy="306070"/>
            </a:xfrm>
            <a:custGeom>
              <a:avLst/>
              <a:gdLst/>
              <a:ahLst/>
              <a:cxnLst/>
              <a:rect l="l" t="t" r="r" b="b"/>
              <a:pathLst>
                <a:path w="225425" h="306070">
                  <a:moveTo>
                    <a:pt x="28878" y="136522"/>
                  </a:moveTo>
                  <a:lnTo>
                    <a:pt x="42002" y="305861"/>
                  </a:lnTo>
                  <a:lnTo>
                    <a:pt x="124700" y="305861"/>
                  </a:lnTo>
                  <a:lnTo>
                    <a:pt x="143078" y="66948"/>
                  </a:lnTo>
                  <a:lnTo>
                    <a:pt x="196241" y="126676"/>
                  </a:lnTo>
                  <a:lnTo>
                    <a:pt x="225120" y="99766"/>
                  </a:lnTo>
                  <a:lnTo>
                    <a:pt x="149641" y="15752"/>
                  </a:lnTo>
                  <a:lnTo>
                    <a:pt x="113543" y="0"/>
                  </a:lnTo>
                  <a:lnTo>
                    <a:pt x="57098" y="0"/>
                  </a:lnTo>
                  <a:lnTo>
                    <a:pt x="14552" y="26305"/>
                  </a:lnTo>
                  <a:lnTo>
                    <a:pt x="0" y="168027"/>
                  </a:lnTo>
                  <a:lnTo>
                    <a:pt x="31504" y="168027"/>
                  </a:lnTo>
                </a:path>
              </a:pathLst>
            </a:custGeom>
            <a:ln w="8751">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8" name="object 38"/>
            <p:cNvPicPr/>
            <p:nvPr/>
          </p:nvPicPr>
          <p:blipFill>
            <a:blip r:embed="rId5" cstate="print"/>
            <a:stretch>
              <a:fillRect/>
            </a:stretch>
          </p:blipFill>
          <p:spPr>
            <a:xfrm>
              <a:off x="650717" y="4946602"/>
              <a:ext cx="90136" cy="90139"/>
            </a:xfrm>
            <a:prstGeom prst="rect">
              <a:avLst/>
            </a:prstGeom>
          </p:spPr>
        </p:pic>
        <p:sp>
          <p:nvSpPr>
            <p:cNvPr id="39" name="object 39"/>
            <p:cNvSpPr/>
            <p:nvPr/>
          </p:nvSpPr>
          <p:spPr>
            <a:xfrm>
              <a:off x="6664705" y="1795779"/>
              <a:ext cx="2590800" cy="0"/>
            </a:xfrm>
            <a:custGeom>
              <a:avLst/>
              <a:gdLst/>
              <a:ahLst/>
              <a:cxnLst/>
              <a:rect l="l" t="t" r="r" b="b"/>
              <a:pathLst>
                <a:path w="2590800">
                  <a:moveTo>
                    <a:pt x="0" y="0"/>
                  </a:moveTo>
                  <a:lnTo>
                    <a:pt x="2590546"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40" name="object 40"/>
            <p:cNvPicPr/>
            <p:nvPr/>
          </p:nvPicPr>
          <p:blipFill>
            <a:blip r:embed="rId6" cstate="print"/>
            <a:stretch>
              <a:fillRect/>
            </a:stretch>
          </p:blipFill>
          <p:spPr>
            <a:xfrm>
              <a:off x="6893433" y="2315387"/>
              <a:ext cx="2361946" cy="376758"/>
            </a:xfrm>
            <a:prstGeom prst="rect">
              <a:avLst/>
            </a:prstGeom>
          </p:spPr>
        </p:pic>
        <p:pic>
          <p:nvPicPr>
            <p:cNvPr id="41" name="object 41"/>
            <p:cNvPicPr/>
            <p:nvPr/>
          </p:nvPicPr>
          <p:blipFill>
            <a:blip r:embed="rId7" cstate="print"/>
            <a:stretch>
              <a:fillRect/>
            </a:stretch>
          </p:blipFill>
          <p:spPr>
            <a:xfrm>
              <a:off x="6893433" y="5466740"/>
              <a:ext cx="2361946" cy="376758"/>
            </a:xfrm>
            <a:prstGeom prst="rect">
              <a:avLst/>
            </a:prstGeom>
          </p:spPr>
        </p:pic>
        <p:pic>
          <p:nvPicPr>
            <p:cNvPr id="42" name="object 42"/>
            <p:cNvPicPr/>
            <p:nvPr/>
          </p:nvPicPr>
          <p:blipFill>
            <a:blip r:embed="rId8" cstate="print"/>
            <a:stretch>
              <a:fillRect/>
            </a:stretch>
          </p:blipFill>
          <p:spPr>
            <a:xfrm>
              <a:off x="6893433" y="3900728"/>
              <a:ext cx="2361946" cy="376758"/>
            </a:xfrm>
            <a:prstGeom prst="rect">
              <a:avLst/>
            </a:prstGeom>
          </p:spPr>
        </p:pic>
        <p:pic>
          <p:nvPicPr>
            <p:cNvPr id="43" name="object 43"/>
            <p:cNvPicPr/>
            <p:nvPr/>
          </p:nvPicPr>
          <p:blipFill>
            <a:blip r:embed="rId9" cstate="print"/>
            <a:stretch>
              <a:fillRect/>
            </a:stretch>
          </p:blipFill>
          <p:spPr>
            <a:xfrm>
              <a:off x="6893433" y="3354374"/>
              <a:ext cx="2361946" cy="376758"/>
            </a:xfrm>
            <a:prstGeom prst="rect">
              <a:avLst/>
            </a:prstGeom>
          </p:spPr>
        </p:pic>
        <p:pic>
          <p:nvPicPr>
            <p:cNvPr id="44" name="object 44"/>
            <p:cNvPicPr/>
            <p:nvPr/>
          </p:nvPicPr>
          <p:blipFill>
            <a:blip r:embed="rId10" cstate="print"/>
            <a:stretch>
              <a:fillRect/>
            </a:stretch>
          </p:blipFill>
          <p:spPr>
            <a:xfrm>
              <a:off x="6893433" y="4420285"/>
              <a:ext cx="2361946" cy="376758"/>
            </a:xfrm>
            <a:prstGeom prst="rect">
              <a:avLst/>
            </a:prstGeom>
          </p:spPr>
        </p:pic>
        <p:pic>
          <p:nvPicPr>
            <p:cNvPr id="45" name="object 45"/>
            <p:cNvPicPr/>
            <p:nvPr/>
          </p:nvPicPr>
          <p:blipFill>
            <a:blip r:embed="rId11" cstate="print"/>
            <a:stretch>
              <a:fillRect/>
            </a:stretch>
          </p:blipFill>
          <p:spPr>
            <a:xfrm>
              <a:off x="6893433" y="4939715"/>
              <a:ext cx="2361946" cy="376758"/>
            </a:xfrm>
            <a:prstGeom prst="rect">
              <a:avLst/>
            </a:prstGeom>
          </p:spPr>
        </p:pic>
        <p:pic>
          <p:nvPicPr>
            <p:cNvPr id="46" name="object 46"/>
            <p:cNvPicPr/>
            <p:nvPr/>
          </p:nvPicPr>
          <p:blipFill>
            <a:blip r:embed="rId12" cstate="print"/>
            <a:stretch>
              <a:fillRect/>
            </a:stretch>
          </p:blipFill>
          <p:spPr>
            <a:xfrm>
              <a:off x="6893433" y="5993714"/>
              <a:ext cx="2361946" cy="376758"/>
            </a:xfrm>
            <a:prstGeom prst="rect">
              <a:avLst/>
            </a:prstGeom>
          </p:spPr>
        </p:pic>
        <p:pic>
          <p:nvPicPr>
            <p:cNvPr id="47" name="object 47"/>
            <p:cNvPicPr/>
            <p:nvPr/>
          </p:nvPicPr>
          <p:blipFill>
            <a:blip r:embed="rId13" cstate="print"/>
            <a:stretch>
              <a:fillRect/>
            </a:stretch>
          </p:blipFill>
          <p:spPr>
            <a:xfrm>
              <a:off x="6893433" y="1853869"/>
              <a:ext cx="2361946" cy="328371"/>
            </a:xfrm>
            <a:prstGeom prst="rect">
              <a:avLst/>
            </a:prstGeom>
          </p:spPr>
        </p:pic>
        <p:sp>
          <p:nvSpPr>
            <p:cNvPr id="48" name="object 48"/>
            <p:cNvSpPr/>
            <p:nvPr/>
          </p:nvSpPr>
          <p:spPr>
            <a:xfrm>
              <a:off x="6671945" y="1870963"/>
              <a:ext cx="0" cy="732155"/>
            </a:xfrm>
            <a:custGeom>
              <a:avLst/>
              <a:gdLst/>
              <a:ahLst/>
              <a:cxnLst/>
              <a:rect l="l" t="t" r="r" b="b"/>
              <a:pathLst>
                <a:path h="732155">
                  <a:moveTo>
                    <a:pt x="0" y="731774"/>
                  </a:moveTo>
                  <a:lnTo>
                    <a:pt x="0" y="0"/>
                  </a:lnTo>
                </a:path>
              </a:pathLst>
            </a:custGeom>
            <a:ln w="38100">
              <a:solidFill>
                <a:srgbClr val="92D0F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9" name="object 49"/>
            <p:cNvSpPr/>
            <p:nvPr/>
          </p:nvSpPr>
          <p:spPr>
            <a:xfrm>
              <a:off x="6664705" y="3354450"/>
              <a:ext cx="7620" cy="1416685"/>
            </a:xfrm>
            <a:custGeom>
              <a:avLst/>
              <a:gdLst/>
              <a:ahLst/>
              <a:cxnLst/>
              <a:rect l="l" t="t" r="r" b="b"/>
              <a:pathLst>
                <a:path w="7620" h="1416685">
                  <a:moveTo>
                    <a:pt x="0" y="1416558"/>
                  </a:moveTo>
                  <a:lnTo>
                    <a:pt x="7239" y="0"/>
                  </a:lnTo>
                </a:path>
              </a:pathLst>
            </a:custGeom>
            <a:ln w="3810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0" name="object 50"/>
            <p:cNvSpPr/>
            <p:nvPr/>
          </p:nvSpPr>
          <p:spPr>
            <a:xfrm>
              <a:off x="6664705" y="4939791"/>
              <a:ext cx="7620" cy="1431290"/>
            </a:xfrm>
            <a:custGeom>
              <a:avLst/>
              <a:gdLst/>
              <a:ahLst/>
              <a:cxnLst/>
              <a:rect l="l" t="t" r="r" b="b"/>
              <a:pathLst>
                <a:path w="7620" h="1431289">
                  <a:moveTo>
                    <a:pt x="0" y="1430680"/>
                  </a:moveTo>
                  <a:lnTo>
                    <a:pt x="7239" y="0"/>
                  </a:lnTo>
                </a:path>
              </a:pathLst>
            </a:custGeom>
            <a:ln w="38100">
              <a:solidFill>
                <a:srgbClr val="0F5A85"/>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1" name="object 51"/>
            <p:cNvSpPr/>
            <p:nvPr/>
          </p:nvSpPr>
          <p:spPr>
            <a:xfrm>
              <a:off x="6664705" y="2834893"/>
              <a:ext cx="7620" cy="327025"/>
            </a:xfrm>
            <a:custGeom>
              <a:avLst/>
              <a:gdLst/>
              <a:ahLst/>
              <a:cxnLst/>
              <a:rect l="l" t="t" r="r" b="b"/>
              <a:pathLst>
                <a:path w="7620" h="327025">
                  <a:moveTo>
                    <a:pt x="0" y="326770"/>
                  </a:moveTo>
                  <a:lnTo>
                    <a:pt x="7239" y="0"/>
                  </a:lnTo>
                </a:path>
              </a:pathLst>
            </a:custGeom>
            <a:ln w="3810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52" name="object 52"/>
            <p:cNvPicPr/>
            <p:nvPr/>
          </p:nvPicPr>
          <p:blipFill>
            <a:blip r:embed="rId14" cstate="print"/>
            <a:stretch>
              <a:fillRect/>
            </a:stretch>
          </p:blipFill>
          <p:spPr>
            <a:xfrm>
              <a:off x="6893433" y="2826181"/>
              <a:ext cx="2361946" cy="376758"/>
            </a:xfrm>
            <a:prstGeom prst="rect">
              <a:avLst/>
            </a:prstGeom>
          </p:spPr>
        </p:pic>
        <p:sp>
          <p:nvSpPr>
            <p:cNvPr id="53" name="object 53"/>
            <p:cNvSpPr/>
            <p:nvPr/>
          </p:nvSpPr>
          <p:spPr>
            <a:xfrm>
              <a:off x="2853054" y="1795779"/>
              <a:ext cx="3570604" cy="0"/>
            </a:xfrm>
            <a:custGeom>
              <a:avLst/>
              <a:gdLst/>
              <a:ahLst/>
              <a:cxnLst/>
              <a:rect l="l" t="t" r="r" b="b"/>
              <a:pathLst>
                <a:path w="3570604">
                  <a:moveTo>
                    <a:pt x="0" y="0"/>
                  </a:moveTo>
                  <a:lnTo>
                    <a:pt x="3570604" y="0"/>
                  </a:lnTo>
                </a:path>
              </a:pathLst>
            </a:custGeom>
            <a:ln w="127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54" name="object 54"/>
          <p:cNvSpPr txBox="1"/>
          <p:nvPr/>
        </p:nvSpPr>
        <p:spPr>
          <a:xfrm>
            <a:off x="6653021" y="1486865"/>
            <a:ext cx="1625600" cy="240029"/>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FFFFFF"/>
                </a:solidFill>
                <a:effectLst/>
                <a:uLnTx/>
                <a:uFillTx/>
                <a:latin typeface="Arial"/>
                <a:ea typeface="+mn-ea"/>
                <a:cs typeface="Arial"/>
              </a:rPr>
              <a:t>Example</a:t>
            </a:r>
            <a:r>
              <a:rPr kumimoji="0" sz="1400" b="1" i="0" u="none" strike="noStrike" kern="0" cap="none" spc="-65" normalizeH="0" baseline="0" noProof="0" dirty="0">
                <a:ln>
                  <a:noFill/>
                </a:ln>
                <a:solidFill>
                  <a:srgbClr val="FFFFFF"/>
                </a:solidFill>
                <a:effectLst/>
                <a:uLnTx/>
                <a:uFillTx/>
                <a:latin typeface="Arial"/>
                <a:ea typeface="+mn-ea"/>
                <a:cs typeface="Arial"/>
              </a:rPr>
              <a:t> </a:t>
            </a:r>
            <a:r>
              <a:rPr kumimoji="0" sz="1400" b="1" i="0" u="none" strike="noStrike" kern="0" cap="none" spc="-10" normalizeH="0" baseline="0" noProof="0" dirty="0">
                <a:ln>
                  <a:noFill/>
                </a:ln>
                <a:solidFill>
                  <a:srgbClr val="FFFFFF"/>
                </a:solidFill>
                <a:effectLst/>
                <a:uLnTx/>
                <a:uFillTx/>
                <a:latin typeface="Arial"/>
                <a:ea typeface="+mn-ea"/>
                <a:cs typeface="Arial"/>
              </a:rPr>
              <a:t>Providers</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55" name="object 55"/>
          <p:cNvSpPr txBox="1"/>
          <p:nvPr/>
        </p:nvSpPr>
        <p:spPr>
          <a:xfrm>
            <a:off x="2840863" y="1043432"/>
            <a:ext cx="3694429" cy="683260"/>
          </a:xfrm>
          <a:prstGeom prst="rect">
            <a:avLst/>
          </a:prstGeom>
        </p:spPr>
        <p:txBody>
          <a:bodyPr vert="horz" wrap="square" lIns="0" tIns="12700" rIns="0" bIns="0" rtlCol="0">
            <a:spAutoFit/>
          </a:bodyPr>
          <a:lstStyle/>
          <a:p>
            <a:pPr marL="242570" marR="0" lvl="0" indent="0" algn="l" defTabSz="914400" rtl="0" eaLnBrk="1" fontAlgn="auto" latinLnBrk="0" hangingPunct="1">
              <a:lnSpc>
                <a:spcPct val="100000"/>
              </a:lnSpc>
              <a:spcBef>
                <a:spcPts val="100"/>
              </a:spcBef>
              <a:spcAft>
                <a:spcPts val="0"/>
              </a:spcAft>
              <a:buClrTx/>
              <a:buSzTx/>
              <a:buFontTx/>
              <a:buNone/>
              <a:tabLst>
                <a:tab pos="1301115" algn="l"/>
                <a:tab pos="2850515" algn="l"/>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New</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Players:</a:t>
            </a:r>
            <a:r>
              <a:rPr kumimoji="0" sz="1200" b="0" i="0" u="none" strike="noStrike" kern="0" cap="none" spc="0" normalizeH="0" baseline="0" noProof="0" dirty="0">
                <a:ln>
                  <a:noFill/>
                </a:ln>
                <a:solidFill>
                  <a:srgbClr val="FFFFFF"/>
                </a:solidFill>
                <a:effectLst/>
                <a:uLnTx/>
                <a:uFillTx/>
                <a:latin typeface="Arial MT"/>
                <a:ea typeface="+mn-ea"/>
                <a:cs typeface="Arial MT"/>
              </a:rPr>
              <a:t>	Specialized</a:t>
            </a:r>
            <a:r>
              <a:rPr kumimoji="0" sz="1200" b="0" i="0" u="none" strike="noStrike" kern="0" cap="none" spc="-6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Players:</a:t>
            </a:r>
            <a:r>
              <a:rPr kumimoji="0" sz="1200" b="0" i="0" u="none" strike="noStrike" kern="0" cap="none" spc="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Incumbents: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a:p>
            <a:pPr marL="0" marR="0" lvl="0" indent="0" algn="l" defTabSz="914400" rtl="0" eaLnBrk="1" fontAlgn="auto" latinLnBrk="0" hangingPunct="1">
              <a:lnSpc>
                <a:spcPct val="100000"/>
              </a:lnSpc>
              <a:spcBef>
                <a:spcPts val="675"/>
              </a:spcBef>
              <a:spcAft>
                <a:spcPts val="0"/>
              </a:spcAft>
              <a:buClrTx/>
              <a:buSzTx/>
              <a:buFontTx/>
              <a:buNone/>
              <a:tabLst/>
              <a:defRPr/>
            </a:pP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0" cap="none" spc="-10" normalizeH="0" baseline="0" noProof="0" dirty="0">
                <a:ln>
                  <a:noFill/>
                </a:ln>
                <a:solidFill>
                  <a:srgbClr val="FFFFFF"/>
                </a:solidFill>
                <a:effectLst/>
                <a:uLnTx/>
                <a:uFillTx/>
                <a:latin typeface="Arial"/>
                <a:ea typeface="+mn-ea"/>
                <a:cs typeface="Arial"/>
              </a:rPr>
              <a:t>Description</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56" name="object 56"/>
          <p:cNvSpPr txBox="1"/>
          <p:nvPr/>
        </p:nvSpPr>
        <p:spPr>
          <a:xfrm>
            <a:off x="2840863" y="3336416"/>
            <a:ext cx="3543300" cy="1306830"/>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Agencies</a:t>
            </a:r>
            <a:r>
              <a:rPr kumimoji="0" sz="1400" b="1" i="0" u="none" strike="noStrike" kern="0" cap="none" spc="-3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focused</a:t>
            </a:r>
            <a:r>
              <a:rPr kumimoji="0" sz="1400" b="1" i="0" u="none" strike="noStrike" kern="0" cap="none" spc="-7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primarily</a:t>
            </a:r>
            <a:r>
              <a:rPr kumimoji="0" sz="1400" b="1" i="0" u="none" strike="noStrike" kern="0" cap="none" spc="-7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on</a:t>
            </a:r>
            <a:r>
              <a:rPr kumimoji="0" sz="1400" b="1" i="0" u="none" strike="noStrike" kern="0" cap="none" spc="-45"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generative </a:t>
            </a:r>
            <a:r>
              <a:rPr kumimoji="0" sz="1400" b="1" i="0" u="none" strike="noStrike" kern="0" cap="none" spc="0" normalizeH="0" baseline="0" noProof="0" dirty="0">
                <a:ln>
                  <a:noFill/>
                </a:ln>
                <a:solidFill>
                  <a:srgbClr val="00A9F4"/>
                </a:solidFill>
                <a:effectLst/>
                <a:uLnTx/>
                <a:uFillTx/>
                <a:latin typeface="Arial"/>
                <a:ea typeface="+mn-ea"/>
                <a:cs typeface="Arial"/>
              </a:rPr>
              <a:t>engine</a:t>
            </a:r>
            <a:r>
              <a:rPr kumimoji="0" sz="1400" b="1" i="0" u="none" strike="noStrike" kern="0" cap="none" spc="-5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optimization</a:t>
            </a:r>
            <a:r>
              <a:rPr kumimoji="0" sz="1400" b="1" i="0" u="none" strike="noStrike" kern="0" cap="none" spc="-60" normalizeH="0" baseline="0" noProof="0" dirty="0">
                <a:ln>
                  <a:noFill/>
                </a:ln>
                <a:solidFill>
                  <a:srgbClr val="00A9F4"/>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MT"/>
                <a:ea typeface="+mn-ea"/>
                <a:cs typeface="Arial MT"/>
              </a:rPr>
              <a:t>and</a:t>
            </a:r>
            <a:r>
              <a:rPr kumimoji="0" sz="1400" b="0" i="0" u="none" strike="noStrike" kern="0" cap="none" spc="-40" normalizeH="0" baseline="0" noProof="0" dirty="0">
                <a:ln>
                  <a:noFill/>
                </a:ln>
                <a:solidFill>
                  <a:srgbClr val="FFFFFF"/>
                </a:solidFill>
                <a:effectLst/>
                <a:uLnTx/>
                <a:uFillTx/>
                <a:latin typeface="Arial MT"/>
                <a:ea typeface="+mn-ea"/>
                <a:cs typeface="Arial MT"/>
              </a:rPr>
              <a:t> </a:t>
            </a:r>
            <a:r>
              <a:rPr kumimoji="0" sz="1400" b="1" i="0" u="none" strike="noStrike" kern="0" cap="none" spc="-10" normalizeH="0" baseline="0" noProof="0" dirty="0">
                <a:ln>
                  <a:noFill/>
                </a:ln>
                <a:solidFill>
                  <a:srgbClr val="00A9F4"/>
                </a:solidFill>
                <a:effectLst/>
                <a:uLnTx/>
                <a:uFillTx/>
                <a:latin typeface="Arial"/>
                <a:ea typeface="+mn-ea"/>
                <a:cs typeface="Arial"/>
              </a:rPr>
              <a:t>advanced</a:t>
            </a:r>
            <a:r>
              <a:rPr kumimoji="0" sz="1400" b="1" i="0" u="none" strike="noStrike" kern="0" cap="none" spc="-8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AI</a:t>
            </a:r>
            <a:r>
              <a:rPr kumimoji="0" sz="1400" b="1" i="0" u="none" strike="noStrike" kern="0" cap="none" spc="15" normalizeH="0" baseline="0" noProof="0" dirty="0">
                <a:ln>
                  <a:noFill/>
                </a:ln>
                <a:solidFill>
                  <a:srgbClr val="00A9F4"/>
                </a:solidFill>
                <a:effectLst/>
                <a:uLnTx/>
                <a:uFillTx/>
                <a:latin typeface="Arial"/>
                <a:ea typeface="+mn-ea"/>
                <a:cs typeface="Arial"/>
              </a:rPr>
              <a:t> </a:t>
            </a:r>
            <a:r>
              <a:rPr kumimoji="0" sz="1400" b="1" i="0" u="none" strike="noStrike" kern="0" cap="none" spc="-25" normalizeH="0" baseline="0" noProof="0" dirty="0">
                <a:ln>
                  <a:noFill/>
                </a:ln>
                <a:solidFill>
                  <a:srgbClr val="00A9F4"/>
                </a:solidFill>
                <a:effectLst/>
                <a:uLnTx/>
                <a:uFillTx/>
                <a:latin typeface="Arial"/>
                <a:ea typeface="+mn-ea"/>
                <a:cs typeface="Arial"/>
              </a:rPr>
              <a:t>SEO </a:t>
            </a:r>
            <a:r>
              <a:rPr kumimoji="0" sz="1400" b="1" i="0" u="none" strike="noStrike" kern="0" cap="none" spc="0" normalizeH="0" baseline="0" noProof="0" dirty="0">
                <a:ln>
                  <a:noFill/>
                </a:ln>
                <a:solidFill>
                  <a:srgbClr val="00A9F4"/>
                </a:solidFill>
                <a:effectLst/>
                <a:uLnTx/>
                <a:uFillTx/>
                <a:latin typeface="Arial"/>
                <a:ea typeface="+mn-ea"/>
                <a:cs typeface="Arial"/>
              </a:rPr>
              <a:t>strategies</a:t>
            </a:r>
            <a:r>
              <a:rPr kumimoji="0" sz="1400" b="1" i="0" u="none" strike="noStrike" kern="0" cap="none" spc="-6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to</a:t>
            </a:r>
            <a:r>
              <a:rPr kumimoji="0" sz="1400" b="1" i="0" u="none" strike="noStrike" kern="0" cap="none" spc="-3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maximize</a:t>
            </a:r>
            <a:r>
              <a:rPr kumimoji="0" sz="1400" b="1" i="0" u="none" strike="noStrike" kern="0" cap="none" spc="-6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brand</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visibility across</a:t>
            </a:r>
            <a:r>
              <a:rPr kumimoji="0" sz="1400" b="1" i="0" u="none" strike="noStrike" kern="0" cap="none" spc="-75" normalizeH="0" baseline="0" noProof="0" dirty="0">
                <a:ln>
                  <a:noFill/>
                </a:ln>
                <a:solidFill>
                  <a:srgbClr val="00A9F4"/>
                </a:solidFill>
                <a:effectLst/>
                <a:uLnTx/>
                <a:uFillTx/>
                <a:latin typeface="Arial"/>
                <a:ea typeface="+mn-ea"/>
                <a:cs typeface="Arial"/>
              </a:rPr>
              <a:t> </a:t>
            </a:r>
            <a:r>
              <a:rPr kumimoji="0" sz="1400" b="1" i="0" u="none" strike="noStrike" kern="0" cap="none" spc="-25" normalizeH="0" baseline="0" noProof="0" dirty="0">
                <a:ln>
                  <a:noFill/>
                </a:ln>
                <a:solidFill>
                  <a:srgbClr val="00A9F4"/>
                </a:solidFill>
                <a:effectLst/>
                <a:uLnTx/>
                <a:uFillTx/>
                <a:latin typeface="Arial"/>
                <a:ea typeface="+mn-ea"/>
                <a:cs typeface="Arial"/>
              </a:rPr>
              <a:t>AI-</a:t>
            </a:r>
            <a:r>
              <a:rPr kumimoji="0" sz="1400" b="1" i="0" u="none" strike="noStrike" kern="0" cap="none" spc="0" normalizeH="0" baseline="0" noProof="0" dirty="0">
                <a:ln>
                  <a:noFill/>
                </a:ln>
                <a:solidFill>
                  <a:srgbClr val="00A9F4"/>
                </a:solidFill>
                <a:effectLst/>
                <a:uLnTx/>
                <a:uFillTx/>
                <a:latin typeface="Arial"/>
                <a:ea typeface="+mn-ea"/>
                <a:cs typeface="Arial"/>
              </a:rPr>
              <a:t>driven</a:t>
            </a:r>
            <a:r>
              <a:rPr kumimoji="0" sz="1400" b="1" i="0" u="none" strike="noStrike" kern="0" cap="none" spc="1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search</a:t>
            </a:r>
            <a:r>
              <a:rPr kumimoji="0" sz="1400" b="1" i="0" u="none" strike="noStrike" kern="0" cap="none" spc="-1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engines</a:t>
            </a:r>
            <a:r>
              <a:rPr kumimoji="0" sz="1400" b="0" i="0" u="none" strike="noStrike" kern="0" cap="none" spc="0" normalizeH="0" baseline="0" noProof="0" dirty="0">
                <a:ln>
                  <a:noFill/>
                </a:ln>
                <a:solidFill>
                  <a:srgbClr val="FFFFFF"/>
                </a:solidFill>
                <a:effectLst/>
                <a:uLnTx/>
                <a:uFillTx/>
                <a:latin typeface="Arial MT"/>
                <a:ea typeface="+mn-ea"/>
                <a:cs typeface="Arial MT"/>
              </a:rPr>
              <a:t>,</a:t>
            </a:r>
            <a:r>
              <a:rPr kumimoji="0" sz="1400" b="0" i="0" u="none" strike="noStrike" kern="0" cap="none" spc="-2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offering </a:t>
            </a:r>
            <a:r>
              <a:rPr kumimoji="0" sz="1400" b="0" i="0" u="none" strike="noStrike" kern="0" cap="none" spc="0" normalizeH="0" baseline="0" noProof="0" dirty="0">
                <a:ln>
                  <a:noFill/>
                </a:ln>
                <a:solidFill>
                  <a:srgbClr val="FFFFFF"/>
                </a:solidFill>
                <a:effectLst/>
                <a:uLnTx/>
                <a:uFillTx/>
                <a:latin typeface="Arial MT"/>
                <a:ea typeface="+mn-ea"/>
                <a:cs typeface="Arial MT"/>
              </a:rPr>
              <a:t>bespoke</a:t>
            </a:r>
            <a:r>
              <a:rPr kumimoji="0" sz="1400" b="0" i="0" u="none" strike="noStrike" kern="0" cap="none" spc="-5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consulting,</a:t>
            </a:r>
            <a:r>
              <a:rPr kumimoji="0" sz="1400" b="0" i="0" u="none" strike="noStrike" kern="0" cap="none" spc="-5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audits,</a:t>
            </a:r>
            <a:r>
              <a:rPr kumimoji="0" sz="1400" b="0" i="0" u="none" strike="noStrike" kern="0" cap="none" spc="-4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and</a:t>
            </a:r>
            <a:r>
              <a:rPr kumimoji="0" sz="1400" b="0" i="0" u="none" strike="noStrike" kern="0" cap="none" spc="-2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technical implementation</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57" name="object 57"/>
          <p:cNvSpPr txBox="1"/>
          <p:nvPr/>
        </p:nvSpPr>
        <p:spPr>
          <a:xfrm>
            <a:off x="2840863" y="1892554"/>
            <a:ext cx="3406140" cy="1306830"/>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SaaS</a:t>
            </a:r>
            <a:r>
              <a:rPr kumimoji="0" sz="1400" b="1" i="0" u="none" strike="noStrike" kern="0" cap="none" spc="-2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platforms</a:t>
            </a:r>
            <a:r>
              <a:rPr kumimoji="0" sz="1400" b="1" i="0" u="none" strike="noStrike" kern="0" cap="none" spc="-5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and</a:t>
            </a:r>
            <a:r>
              <a:rPr kumimoji="0" sz="1400" b="1" i="0" u="none" strike="noStrike" kern="0" cap="none" spc="-2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tools</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MT"/>
                <a:ea typeface="+mn-ea"/>
                <a:cs typeface="Arial MT"/>
              </a:rPr>
              <a:t>that</a:t>
            </a:r>
            <a:r>
              <a:rPr kumimoji="0" sz="1400" b="0" i="0" u="none" strike="noStrike" kern="0" cap="none" spc="-4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include </a:t>
            </a:r>
            <a:r>
              <a:rPr kumimoji="0" sz="1400" b="1" i="0" u="none" strike="noStrike" kern="0" cap="none" spc="0" normalizeH="0" baseline="0" noProof="0" dirty="0">
                <a:ln>
                  <a:noFill/>
                </a:ln>
                <a:solidFill>
                  <a:srgbClr val="00A9F4"/>
                </a:solidFill>
                <a:effectLst/>
                <a:uLnTx/>
                <a:uFillTx/>
                <a:latin typeface="Arial"/>
                <a:ea typeface="+mn-ea"/>
                <a:cs typeface="Arial"/>
              </a:rPr>
              <a:t>generative</a:t>
            </a:r>
            <a:r>
              <a:rPr kumimoji="0" sz="1400" b="1" i="0" u="none" strike="noStrike" kern="0" cap="none" spc="-3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engine</a:t>
            </a:r>
            <a:r>
              <a:rPr kumimoji="0" sz="1400" b="1" i="0" u="none" strike="noStrike" kern="0" cap="none" spc="-30"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optimization</a:t>
            </a:r>
            <a:r>
              <a:rPr kumimoji="0" sz="1400" b="1" i="0" u="none" strike="noStrike" kern="0" cap="none" spc="-50"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features </a:t>
            </a:r>
            <a:r>
              <a:rPr kumimoji="0" sz="1400" b="1" i="0" u="none" strike="noStrike" kern="0" cap="none" spc="0" normalizeH="0" baseline="0" noProof="0" dirty="0">
                <a:ln>
                  <a:noFill/>
                </a:ln>
                <a:solidFill>
                  <a:srgbClr val="00A9F4"/>
                </a:solidFill>
                <a:effectLst/>
                <a:uLnTx/>
                <a:uFillTx/>
                <a:latin typeface="Arial"/>
                <a:ea typeface="+mn-ea"/>
                <a:cs typeface="Arial"/>
              </a:rPr>
              <a:t>alongside</a:t>
            </a:r>
            <a:r>
              <a:rPr kumimoji="0" sz="1400" b="1" i="0" u="none" strike="noStrike" kern="0" cap="none" spc="-7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their</a:t>
            </a:r>
            <a:r>
              <a:rPr kumimoji="0" sz="1400" b="1" i="0" u="none" strike="noStrike" kern="0" cap="none" spc="-6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traditional</a:t>
            </a:r>
            <a:r>
              <a:rPr kumimoji="0" sz="1400" b="1" i="0" u="none" strike="noStrike" kern="0" cap="none" spc="-80"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search </a:t>
            </a:r>
            <a:r>
              <a:rPr kumimoji="0" sz="1400" b="1" i="0" u="none" strike="noStrike" kern="0" cap="none" spc="0" normalizeH="0" baseline="0" noProof="0" dirty="0">
                <a:ln>
                  <a:noFill/>
                </a:ln>
                <a:solidFill>
                  <a:srgbClr val="00A9F4"/>
                </a:solidFill>
                <a:effectLst/>
                <a:uLnTx/>
                <a:uFillTx/>
                <a:latin typeface="Arial"/>
                <a:ea typeface="+mn-ea"/>
                <a:cs typeface="Arial"/>
              </a:rPr>
              <a:t>optimization</a:t>
            </a:r>
            <a:r>
              <a:rPr kumimoji="0" sz="1400" b="1" i="0" u="none" strike="noStrike" kern="0" cap="none" spc="-8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tools.</a:t>
            </a:r>
            <a:r>
              <a:rPr kumimoji="0" sz="1400" b="1" i="0" u="none" strike="noStrike" kern="0" cap="none" spc="-60" normalizeH="0" baseline="0" noProof="0" dirty="0">
                <a:ln>
                  <a:noFill/>
                </a:ln>
                <a:solidFill>
                  <a:srgbClr val="00A9F4"/>
                </a:solidFill>
                <a:effectLst/>
                <a:uLnTx/>
                <a:uFillTx/>
                <a:latin typeface="Arial"/>
                <a:ea typeface="+mn-ea"/>
                <a:cs typeface="Arial"/>
              </a:rPr>
              <a:t> </a:t>
            </a:r>
            <a:r>
              <a:rPr kumimoji="0" sz="1400" b="0" i="0" u="none" strike="noStrike" kern="0" cap="none" spc="-10" normalizeH="0" baseline="0" noProof="0" dirty="0">
                <a:ln>
                  <a:noFill/>
                </a:ln>
                <a:solidFill>
                  <a:srgbClr val="FFFFFF"/>
                </a:solidFill>
                <a:effectLst/>
                <a:uLnTx/>
                <a:uFillTx/>
                <a:latin typeface="Arial MT"/>
                <a:ea typeface="+mn-ea"/>
                <a:cs typeface="Arial MT"/>
              </a:rPr>
              <a:t>Combine comprehensive</a:t>
            </a:r>
            <a:r>
              <a:rPr kumimoji="0" sz="1400" b="0" i="0" u="none" strike="noStrike" kern="0" cap="none" spc="-1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SEO</a:t>
            </a:r>
            <a:r>
              <a:rPr kumimoji="0" sz="1400" b="0" i="0" u="none" strike="noStrike" kern="0" cap="none" spc="10"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data</a:t>
            </a:r>
            <a:r>
              <a:rPr kumimoji="0" sz="1400" b="0" i="0" u="none" strike="noStrike" kern="0" cap="none" spc="-15"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with</a:t>
            </a:r>
            <a:r>
              <a:rPr kumimoji="0" sz="1400" b="0" i="0" u="none" strike="noStrike" kern="0" cap="none" spc="2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emerging</a:t>
            </a:r>
            <a:r>
              <a:rPr kumimoji="0" sz="1400" b="0" i="0" u="none" strike="noStrike" kern="0" cap="none" spc="-105" normalizeH="0" baseline="0" noProof="0" dirty="0">
                <a:ln>
                  <a:noFill/>
                </a:ln>
                <a:solidFill>
                  <a:srgbClr val="FFFFFF"/>
                </a:solidFill>
                <a:effectLst/>
                <a:uLnTx/>
                <a:uFillTx/>
                <a:latin typeface="Arial MT"/>
                <a:ea typeface="+mn-ea"/>
                <a:cs typeface="Arial MT"/>
              </a:rPr>
              <a:t> </a:t>
            </a:r>
            <a:r>
              <a:rPr kumimoji="0" sz="1400" b="0" i="0" u="none" strike="noStrike" kern="0" cap="none" spc="-25" normalizeH="0" baseline="0" noProof="0" dirty="0">
                <a:ln>
                  <a:noFill/>
                </a:ln>
                <a:solidFill>
                  <a:srgbClr val="FFFFFF"/>
                </a:solidFill>
                <a:effectLst/>
                <a:uLnTx/>
                <a:uFillTx/>
                <a:latin typeface="Arial MT"/>
                <a:ea typeface="+mn-ea"/>
                <a:cs typeface="Arial MT"/>
              </a:rPr>
              <a:t>AI </a:t>
            </a:r>
            <a:r>
              <a:rPr kumimoji="0" sz="1400" b="0" i="0" u="none" strike="noStrike" kern="0" cap="none" spc="0" normalizeH="0" baseline="0" noProof="0" dirty="0">
                <a:ln>
                  <a:noFill/>
                </a:ln>
                <a:solidFill>
                  <a:srgbClr val="FFFFFF"/>
                </a:solidFill>
                <a:effectLst/>
                <a:uLnTx/>
                <a:uFillTx/>
                <a:latin typeface="Arial MT"/>
                <a:ea typeface="+mn-ea"/>
                <a:cs typeface="Arial MT"/>
              </a:rPr>
              <a:t>search</a:t>
            </a:r>
            <a:r>
              <a:rPr kumimoji="0" sz="1400" b="0" i="0" u="none" strike="noStrike" kern="0" cap="none" spc="-3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capabilities</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58" name="object 58"/>
          <p:cNvSpPr txBox="1"/>
          <p:nvPr/>
        </p:nvSpPr>
        <p:spPr>
          <a:xfrm>
            <a:off x="2840863" y="4921707"/>
            <a:ext cx="3432175" cy="1093470"/>
          </a:xfrm>
          <a:prstGeom prst="rect">
            <a:avLst/>
          </a:prstGeom>
        </p:spPr>
        <p:txBody>
          <a:bodyPr vert="horz" wrap="square" lIns="0" tIns="13335" rIns="0" bIns="0" rtlCol="0">
            <a:spAutoFit/>
          </a:bodyPr>
          <a:lstStyle/>
          <a:p>
            <a:pPr marL="12700" marR="5080" lvl="0" indent="0" algn="l" defTabSz="914400" rtl="0" eaLnBrk="1" fontAlgn="auto" latinLnBrk="0" hangingPunct="1">
              <a:lnSpc>
                <a:spcPct val="100000"/>
              </a:lnSpc>
              <a:spcBef>
                <a:spcPts val="105"/>
              </a:spcBef>
              <a:spcAft>
                <a:spcPts val="0"/>
              </a:spcAft>
              <a:buClrTx/>
              <a:buSzTx/>
              <a:buFontTx/>
              <a:buNone/>
              <a:tabLst/>
              <a:defRPr/>
            </a:pPr>
            <a:r>
              <a:rPr kumimoji="0" sz="1400" b="1" i="0" u="none" strike="noStrike" kern="0" cap="none" spc="0" normalizeH="0" baseline="0" noProof="0" dirty="0">
                <a:ln>
                  <a:noFill/>
                </a:ln>
                <a:solidFill>
                  <a:srgbClr val="00A9F4"/>
                </a:solidFill>
                <a:effectLst/>
                <a:uLnTx/>
                <a:uFillTx/>
                <a:latin typeface="Arial"/>
                <a:ea typeface="+mn-ea"/>
                <a:cs typeface="Arial"/>
              </a:rPr>
              <a:t>Broader</a:t>
            </a:r>
            <a:r>
              <a:rPr kumimoji="0" sz="1400" b="1" i="0" u="none" strike="noStrike" kern="0" cap="none" spc="-2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digital</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marketing</a:t>
            </a:r>
            <a:r>
              <a:rPr kumimoji="0" sz="1400" b="1" i="0" u="none" strike="noStrike" kern="0" cap="none" spc="-30" normalizeH="0" baseline="0" noProof="0" dirty="0">
                <a:ln>
                  <a:noFill/>
                </a:ln>
                <a:solidFill>
                  <a:srgbClr val="00A9F4"/>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MT"/>
                <a:ea typeface="+mn-ea"/>
                <a:cs typeface="Arial MT"/>
              </a:rPr>
              <a:t>tech</a:t>
            </a:r>
            <a:r>
              <a:rPr kumimoji="0" sz="1400" b="0" i="0" u="none" strike="noStrike" kern="0" cap="none" spc="-3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stacks </a:t>
            </a:r>
            <a:r>
              <a:rPr kumimoji="0" sz="1400" b="1" i="0" u="none" strike="noStrike" kern="0" cap="none" spc="0" normalizeH="0" baseline="0" noProof="0" dirty="0">
                <a:ln>
                  <a:noFill/>
                </a:ln>
                <a:solidFill>
                  <a:srgbClr val="00A9F4"/>
                </a:solidFill>
                <a:effectLst/>
                <a:uLnTx/>
                <a:uFillTx/>
                <a:latin typeface="Arial"/>
                <a:ea typeface="+mn-ea"/>
                <a:cs typeface="Arial"/>
              </a:rPr>
              <a:t>focused</a:t>
            </a:r>
            <a:r>
              <a:rPr kumimoji="0" sz="1400" b="1" i="0" u="none" strike="noStrike" kern="0" cap="none" spc="-5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on</a:t>
            </a:r>
            <a:r>
              <a:rPr kumimoji="0" sz="1400" b="1" i="0" u="none" strike="noStrike" kern="0" cap="none" spc="-2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analytics,</a:t>
            </a:r>
            <a:r>
              <a:rPr kumimoji="0" sz="1400" b="1" i="0" u="none" strike="noStrike" kern="0" cap="none" spc="-15"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attribution,</a:t>
            </a:r>
            <a:r>
              <a:rPr kumimoji="0" sz="1400" b="1" i="0" u="none" strike="noStrike" kern="0" cap="none" spc="-50" normalizeH="0" baseline="0" noProof="0" dirty="0">
                <a:ln>
                  <a:noFill/>
                </a:ln>
                <a:solidFill>
                  <a:srgbClr val="00A9F4"/>
                </a:solidFill>
                <a:effectLst/>
                <a:uLnTx/>
                <a:uFillTx/>
                <a:latin typeface="Arial"/>
                <a:ea typeface="+mn-ea"/>
                <a:cs typeface="Arial"/>
              </a:rPr>
              <a:t> </a:t>
            </a:r>
            <a:r>
              <a:rPr kumimoji="0" sz="1400" b="1" i="0" u="none" strike="noStrike" kern="0" cap="none" spc="-25" normalizeH="0" baseline="0" noProof="0" dirty="0">
                <a:ln>
                  <a:noFill/>
                </a:ln>
                <a:solidFill>
                  <a:srgbClr val="00A9F4"/>
                </a:solidFill>
                <a:effectLst/>
                <a:uLnTx/>
                <a:uFillTx/>
                <a:latin typeface="Arial"/>
                <a:ea typeface="+mn-ea"/>
                <a:cs typeface="Arial"/>
              </a:rPr>
              <a:t>and </a:t>
            </a:r>
            <a:r>
              <a:rPr kumimoji="0" sz="1400" b="1" i="0" u="none" strike="noStrike" kern="0" cap="none" spc="-10" normalizeH="0" baseline="0" noProof="0" dirty="0">
                <a:ln>
                  <a:noFill/>
                </a:ln>
                <a:solidFill>
                  <a:srgbClr val="00A9F4"/>
                </a:solidFill>
                <a:effectLst/>
                <a:uLnTx/>
                <a:uFillTx/>
                <a:latin typeface="Arial"/>
                <a:ea typeface="+mn-ea"/>
                <a:cs typeface="Arial"/>
              </a:rPr>
              <a:t>automation</a:t>
            </a:r>
            <a:r>
              <a:rPr kumimoji="0" sz="1400" b="0" i="0" u="none" strike="noStrike" kern="0" cap="none" spc="-10" normalizeH="0" baseline="0" noProof="0" dirty="0">
                <a:ln>
                  <a:noFill/>
                </a:ln>
                <a:solidFill>
                  <a:srgbClr val="FFFFFF"/>
                </a:solidFill>
                <a:effectLst/>
                <a:uLnTx/>
                <a:uFillTx/>
                <a:latin typeface="Arial MT"/>
                <a:ea typeface="+mn-ea"/>
                <a:cs typeface="Arial MT"/>
              </a:rPr>
              <a:t>—</a:t>
            </a:r>
            <a:r>
              <a:rPr kumimoji="0" sz="1400" b="1" i="0" u="none" strike="noStrike" kern="0" cap="none" spc="0" normalizeH="0" baseline="0" noProof="0" dirty="0">
                <a:ln>
                  <a:noFill/>
                </a:ln>
                <a:solidFill>
                  <a:srgbClr val="00A9F4"/>
                </a:solidFill>
                <a:effectLst/>
                <a:uLnTx/>
                <a:uFillTx/>
                <a:latin typeface="Arial"/>
                <a:ea typeface="+mn-ea"/>
                <a:cs typeface="Arial"/>
              </a:rPr>
              <a:t>some</a:t>
            </a:r>
            <a:r>
              <a:rPr kumimoji="0" sz="1400" b="1" i="0" u="none" strike="noStrike" kern="0" cap="none" spc="-6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now</a:t>
            </a:r>
            <a:r>
              <a:rPr kumimoji="0" sz="1400" b="1" i="0" u="none" strike="noStrike" kern="0" cap="none" spc="-2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layering</a:t>
            </a:r>
            <a:r>
              <a:rPr kumimoji="0" sz="1400" b="1" i="0" u="none" strike="noStrike" kern="0" cap="none" spc="-15" normalizeH="0" baseline="0" noProof="0" dirty="0">
                <a:ln>
                  <a:noFill/>
                </a:ln>
                <a:solidFill>
                  <a:srgbClr val="00A9F4"/>
                </a:solidFill>
                <a:effectLst/>
                <a:uLnTx/>
                <a:uFillTx/>
                <a:latin typeface="Arial"/>
                <a:ea typeface="+mn-ea"/>
                <a:cs typeface="Arial"/>
              </a:rPr>
              <a:t> </a:t>
            </a:r>
            <a:r>
              <a:rPr kumimoji="0" sz="1400" b="1" i="0" u="none" strike="noStrike" kern="0" cap="none" spc="-25" normalizeH="0" baseline="0" noProof="0" dirty="0">
                <a:ln>
                  <a:noFill/>
                </a:ln>
                <a:solidFill>
                  <a:srgbClr val="00A9F4"/>
                </a:solidFill>
                <a:effectLst/>
                <a:uLnTx/>
                <a:uFillTx/>
                <a:latin typeface="Arial"/>
                <a:ea typeface="+mn-ea"/>
                <a:cs typeface="Arial"/>
              </a:rPr>
              <a:t>in </a:t>
            </a:r>
            <a:r>
              <a:rPr kumimoji="0" sz="1400" b="1" i="0" u="none" strike="noStrike" kern="0" cap="none" spc="0" normalizeH="0" baseline="0" noProof="0" dirty="0">
                <a:ln>
                  <a:noFill/>
                </a:ln>
                <a:solidFill>
                  <a:srgbClr val="00A9F4"/>
                </a:solidFill>
                <a:effectLst/>
                <a:uLnTx/>
                <a:uFillTx/>
                <a:latin typeface="Arial"/>
                <a:ea typeface="+mn-ea"/>
                <a:cs typeface="Arial"/>
              </a:rPr>
              <a:t>SEO/GEO</a:t>
            </a:r>
            <a:r>
              <a:rPr kumimoji="0" sz="1400" b="1" i="0" u="none" strike="noStrike" kern="0" cap="none" spc="-3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modules</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MT"/>
                <a:ea typeface="+mn-ea"/>
                <a:cs typeface="Arial MT"/>
              </a:rPr>
              <a:t>within</a:t>
            </a:r>
            <a:r>
              <a:rPr kumimoji="0" sz="1400" b="0" i="0" u="none" strike="noStrike" kern="0" cap="none" spc="-10" normalizeH="0" baseline="0" noProof="0" dirty="0">
                <a:ln>
                  <a:noFill/>
                </a:ln>
                <a:solidFill>
                  <a:srgbClr val="FFFFFF"/>
                </a:solidFill>
                <a:effectLst/>
                <a:uLnTx/>
                <a:uFillTx/>
                <a:latin typeface="Arial MT"/>
                <a:ea typeface="+mn-ea"/>
                <a:cs typeface="Arial MT"/>
              </a:rPr>
              <a:t> </a:t>
            </a:r>
            <a:r>
              <a:rPr kumimoji="0" sz="1400" b="0" i="0" u="none" strike="noStrike" kern="0" cap="none" spc="0" normalizeH="0" baseline="0" noProof="0" dirty="0">
                <a:ln>
                  <a:noFill/>
                </a:ln>
                <a:solidFill>
                  <a:srgbClr val="FFFFFF"/>
                </a:solidFill>
                <a:effectLst/>
                <a:uLnTx/>
                <a:uFillTx/>
                <a:latin typeface="Arial MT"/>
                <a:ea typeface="+mn-ea"/>
                <a:cs typeface="Arial MT"/>
              </a:rPr>
              <a:t>their</a:t>
            </a:r>
            <a:r>
              <a:rPr kumimoji="0" sz="1400" b="0" i="0" u="none" strike="noStrike" kern="0" cap="none" spc="-30"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end-</a:t>
            </a:r>
            <a:r>
              <a:rPr kumimoji="0" sz="1400" b="0" i="0" u="none" strike="noStrike" kern="0" cap="none" spc="0" normalizeH="0" baseline="0" noProof="0" dirty="0">
                <a:ln>
                  <a:noFill/>
                </a:ln>
                <a:solidFill>
                  <a:srgbClr val="FFFFFF"/>
                </a:solidFill>
                <a:effectLst/>
                <a:uLnTx/>
                <a:uFillTx/>
                <a:latin typeface="Arial MT"/>
                <a:ea typeface="+mn-ea"/>
                <a:cs typeface="Arial MT"/>
              </a:rPr>
              <a:t>to-</a:t>
            </a:r>
            <a:r>
              <a:rPr kumimoji="0" sz="1400" b="0" i="0" u="none" strike="noStrike" kern="0" cap="none" spc="-25" normalizeH="0" baseline="0" noProof="0" dirty="0">
                <a:ln>
                  <a:noFill/>
                </a:ln>
                <a:solidFill>
                  <a:srgbClr val="FFFFFF"/>
                </a:solidFill>
                <a:effectLst/>
                <a:uLnTx/>
                <a:uFillTx/>
                <a:latin typeface="Arial MT"/>
                <a:ea typeface="+mn-ea"/>
                <a:cs typeface="Arial MT"/>
              </a:rPr>
              <a:t>end </a:t>
            </a:r>
            <a:r>
              <a:rPr kumimoji="0" sz="1400" b="0" i="0" u="none" strike="noStrike" kern="0" cap="none" spc="0" normalizeH="0" baseline="0" noProof="0" dirty="0">
                <a:ln>
                  <a:noFill/>
                </a:ln>
                <a:solidFill>
                  <a:srgbClr val="FFFFFF"/>
                </a:solidFill>
                <a:effectLst/>
                <a:uLnTx/>
                <a:uFillTx/>
                <a:latin typeface="Arial MT"/>
                <a:ea typeface="+mn-ea"/>
                <a:cs typeface="Arial MT"/>
              </a:rPr>
              <a:t>marketing</a:t>
            </a:r>
            <a:r>
              <a:rPr kumimoji="0" sz="1400" b="0" i="0" u="none" strike="noStrike" kern="0" cap="none" spc="-65" normalizeH="0" baseline="0" noProof="0" dirty="0">
                <a:ln>
                  <a:noFill/>
                </a:ln>
                <a:solidFill>
                  <a:srgbClr val="FFFFFF"/>
                </a:solidFill>
                <a:effectLst/>
                <a:uLnTx/>
                <a:uFillTx/>
                <a:latin typeface="Arial MT"/>
                <a:ea typeface="+mn-ea"/>
                <a:cs typeface="Arial MT"/>
              </a:rPr>
              <a:t> </a:t>
            </a:r>
            <a:r>
              <a:rPr kumimoji="0" sz="1400" b="0" i="0" u="none" strike="noStrike" kern="0" cap="none" spc="-10" normalizeH="0" baseline="0" noProof="0" dirty="0">
                <a:ln>
                  <a:noFill/>
                </a:ln>
                <a:solidFill>
                  <a:srgbClr val="FFFFFF"/>
                </a:solidFill>
                <a:effectLst/>
                <a:uLnTx/>
                <a:uFillTx/>
                <a:latin typeface="Arial MT"/>
                <a:ea typeface="+mn-ea"/>
                <a:cs typeface="Arial MT"/>
              </a:rPr>
              <a:t>systems</a:t>
            </a:r>
            <a:endParaRPr kumimoji="0" sz="14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59" name="object 59"/>
          <p:cNvGrpSpPr/>
          <p:nvPr/>
        </p:nvGrpSpPr>
        <p:grpSpPr>
          <a:xfrm>
            <a:off x="10969434" y="1873440"/>
            <a:ext cx="301625" cy="4459605"/>
            <a:chOff x="10969434" y="1873440"/>
            <a:chExt cx="301625" cy="4459605"/>
          </a:xfrm>
        </p:grpSpPr>
        <p:sp>
          <p:nvSpPr>
            <p:cNvPr id="60" name="object 60"/>
            <p:cNvSpPr/>
            <p:nvPr/>
          </p:nvSpPr>
          <p:spPr>
            <a:xfrm>
              <a:off x="10983721" y="1887727"/>
              <a:ext cx="273050" cy="273050"/>
            </a:xfrm>
            <a:custGeom>
              <a:avLst/>
              <a:gdLst/>
              <a:ahLst/>
              <a:cxnLst/>
              <a:rect l="l" t="t" r="r" b="b"/>
              <a:pathLst>
                <a:path w="273050" h="273050">
                  <a:moveTo>
                    <a:pt x="136398" y="0"/>
                  </a:moveTo>
                  <a:lnTo>
                    <a:pt x="93293" y="6956"/>
                  </a:lnTo>
                  <a:lnTo>
                    <a:pt x="55851" y="26330"/>
                  </a:lnTo>
                  <a:lnTo>
                    <a:pt x="26322" y="55878"/>
                  </a:lnTo>
                  <a:lnTo>
                    <a:pt x="6955" y="93358"/>
                  </a:lnTo>
                  <a:lnTo>
                    <a:pt x="0" y="136525"/>
                  </a:lnTo>
                  <a:lnTo>
                    <a:pt x="6955" y="179691"/>
                  </a:lnTo>
                  <a:lnTo>
                    <a:pt x="26322" y="217171"/>
                  </a:lnTo>
                  <a:lnTo>
                    <a:pt x="55851" y="246719"/>
                  </a:lnTo>
                  <a:lnTo>
                    <a:pt x="93293" y="266093"/>
                  </a:lnTo>
                  <a:lnTo>
                    <a:pt x="136398" y="273050"/>
                  </a:lnTo>
                  <a:lnTo>
                    <a:pt x="179564" y="266093"/>
                  </a:lnTo>
                  <a:lnTo>
                    <a:pt x="217044" y="246719"/>
                  </a:lnTo>
                  <a:lnTo>
                    <a:pt x="246592" y="217171"/>
                  </a:lnTo>
                  <a:lnTo>
                    <a:pt x="265966" y="179691"/>
                  </a:lnTo>
                  <a:lnTo>
                    <a:pt x="272923" y="136525"/>
                  </a:lnTo>
                  <a:lnTo>
                    <a:pt x="265966" y="93358"/>
                  </a:lnTo>
                  <a:lnTo>
                    <a:pt x="246592" y="55878"/>
                  </a:lnTo>
                  <a:lnTo>
                    <a:pt x="217044" y="26330"/>
                  </a:lnTo>
                  <a:lnTo>
                    <a:pt x="179564" y="6956"/>
                  </a:lnTo>
                  <a:lnTo>
                    <a:pt x="136398"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1" name="object 61"/>
            <p:cNvSpPr/>
            <p:nvPr/>
          </p:nvSpPr>
          <p:spPr>
            <a:xfrm>
              <a:off x="10983721" y="1887727"/>
              <a:ext cx="273050" cy="273050"/>
            </a:xfrm>
            <a:custGeom>
              <a:avLst/>
              <a:gdLst/>
              <a:ahLst/>
              <a:cxnLst/>
              <a:rect l="l" t="t" r="r" b="b"/>
              <a:pathLst>
                <a:path w="273050" h="273050">
                  <a:moveTo>
                    <a:pt x="0" y="136525"/>
                  </a:moveTo>
                  <a:lnTo>
                    <a:pt x="6955" y="93358"/>
                  </a:lnTo>
                  <a:lnTo>
                    <a:pt x="26322" y="55878"/>
                  </a:lnTo>
                  <a:lnTo>
                    <a:pt x="55851" y="26330"/>
                  </a:lnTo>
                  <a:lnTo>
                    <a:pt x="93293" y="6956"/>
                  </a:lnTo>
                  <a:lnTo>
                    <a:pt x="136398" y="0"/>
                  </a:lnTo>
                  <a:lnTo>
                    <a:pt x="179564" y="6956"/>
                  </a:lnTo>
                  <a:lnTo>
                    <a:pt x="217044" y="26330"/>
                  </a:lnTo>
                  <a:lnTo>
                    <a:pt x="246592" y="55878"/>
                  </a:lnTo>
                  <a:lnTo>
                    <a:pt x="265966" y="93358"/>
                  </a:lnTo>
                  <a:lnTo>
                    <a:pt x="272923" y="136525"/>
                  </a:lnTo>
                  <a:lnTo>
                    <a:pt x="265966" y="179691"/>
                  </a:lnTo>
                  <a:lnTo>
                    <a:pt x="246592" y="217171"/>
                  </a:lnTo>
                  <a:lnTo>
                    <a:pt x="217044" y="246719"/>
                  </a:lnTo>
                  <a:lnTo>
                    <a:pt x="179564" y="266093"/>
                  </a:lnTo>
                  <a:lnTo>
                    <a:pt x="136398" y="273050"/>
                  </a:lnTo>
                  <a:lnTo>
                    <a:pt x="93293" y="266093"/>
                  </a:lnTo>
                  <a:lnTo>
                    <a:pt x="55851" y="246719"/>
                  </a:lnTo>
                  <a:lnTo>
                    <a:pt x="26322" y="217171"/>
                  </a:lnTo>
                  <a:lnTo>
                    <a:pt x="6955" y="179691"/>
                  </a:lnTo>
                  <a:lnTo>
                    <a:pt x="0" y="136525"/>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2" name="object 62"/>
            <p:cNvSpPr/>
            <p:nvPr/>
          </p:nvSpPr>
          <p:spPr>
            <a:xfrm>
              <a:off x="11067604" y="1976268"/>
              <a:ext cx="111125" cy="96520"/>
            </a:xfrm>
            <a:custGeom>
              <a:avLst/>
              <a:gdLst/>
              <a:ahLst/>
              <a:cxnLst/>
              <a:rect l="l" t="t" r="r" b="b"/>
              <a:pathLst>
                <a:path w="111125" h="96519">
                  <a:moveTo>
                    <a:pt x="110933" y="0"/>
                  </a:moveTo>
                  <a:lnTo>
                    <a:pt x="38976" y="95948"/>
                  </a:lnTo>
                  <a:lnTo>
                    <a:pt x="0" y="57718"/>
                  </a:lnTo>
                </a:path>
              </a:pathLst>
            </a:custGeom>
            <a:ln w="874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3" name="object 63"/>
            <p:cNvSpPr/>
            <p:nvPr/>
          </p:nvSpPr>
          <p:spPr>
            <a:xfrm>
              <a:off x="10983721" y="2367279"/>
              <a:ext cx="273050" cy="273050"/>
            </a:xfrm>
            <a:custGeom>
              <a:avLst/>
              <a:gdLst/>
              <a:ahLst/>
              <a:cxnLst/>
              <a:rect l="l" t="t" r="r" b="b"/>
              <a:pathLst>
                <a:path w="273050" h="273050">
                  <a:moveTo>
                    <a:pt x="136398" y="0"/>
                  </a:moveTo>
                  <a:lnTo>
                    <a:pt x="93293" y="6955"/>
                  </a:lnTo>
                  <a:lnTo>
                    <a:pt x="55851" y="26322"/>
                  </a:lnTo>
                  <a:lnTo>
                    <a:pt x="26322" y="55851"/>
                  </a:lnTo>
                  <a:lnTo>
                    <a:pt x="6955" y="93293"/>
                  </a:lnTo>
                  <a:lnTo>
                    <a:pt x="0" y="136398"/>
                  </a:lnTo>
                  <a:lnTo>
                    <a:pt x="6955" y="179564"/>
                  </a:lnTo>
                  <a:lnTo>
                    <a:pt x="26322" y="217044"/>
                  </a:lnTo>
                  <a:lnTo>
                    <a:pt x="55851" y="246592"/>
                  </a:lnTo>
                  <a:lnTo>
                    <a:pt x="93293" y="265966"/>
                  </a:lnTo>
                  <a:lnTo>
                    <a:pt x="136398" y="272923"/>
                  </a:lnTo>
                  <a:lnTo>
                    <a:pt x="179564" y="265966"/>
                  </a:lnTo>
                  <a:lnTo>
                    <a:pt x="217044" y="246592"/>
                  </a:lnTo>
                  <a:lnTo>
                    <a:pt x="246592" y="217044"/>
                  </a:lnTo>
                  <a:lnTo>
                    <a:pt x="265966" y="179564"/>
                  </a:lnTo>
                  <a:lnTo>
                    <a:pt x="272923" y="136398"/>
                  </a:lnTo>
                  <a:lnTo>
                    <a:pt x="265966" y="93293"/>
                  </a:lnTo>
                  <a:lnTo>
                    <a:pt x="246592" y="55851"/>
                  </a:lnTo>
                  <a:lnTo>
                    <a:pt x="217044" y="26322"/>
                  </a:lnTo>
                  <a:lnTo>
                    <a:pt x="179564" y="6955"/>
                  </a:lnTo>
                  <a:lnTo>
                    <a:pt x="136398"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4" name="object 64"/>
            <p:cNvSpPr/>
            <p:nvPr/>
          </p:nvSpPr>
          <p:spPr>
            <a:xfrm>
              <a:off x="10983721" y="2367279"/>
              <a:ext cx="273050" cy="273050"/>
            </a:xfrm>
            <a:custGeom>
              <a:avLst/>
              <a:gdLst/>
              <a:ahLst/>
              <a:cxnLst/>
              <a:rect l="l" t="t" r="r" b="b"/>
              <a:pathLst>
                <a:path w="273050" h="273050">
                  <a:moveTo>
                    <a:pt x="0" y="136398"/>
                  </a:moveTo>
                  <a:lnTo>
                    <a:pt x="6955" y="93293"/>
                  </a:lnTo>
                  <a:lnTo>
                    <a:pt x="26322" y="55851"/>
                  </a:lnTo>
                  <a:lnTo>
                    <a:pt x="55851" y="26322"/>
                  </a:lnTo>
                  <a:lnTo>
                    <a:pt x="93293" y="6955"/>
                  </a:lnTo>
                  <a:lnTo>
                    <a:pt x="136398" y="0"/>
                  </a:lnTo>
                  <a:lnTo>
                    <a:pt x="179564" y="6955"/>
                  </a:lnTo>
                  <a:lnTo>
                    <a:pt x="217044" y="26322"/>
                  </a:lnTo>
                  <a:lnTo>
                    <a:pt x="246592" y="55851"/>
                  </a:lnTo>
                  <a:lnTo>
                    <a:pt x="265966" y="93293"/>
                  </a:lnTo>
                  <a:lnTo>
                    <a:pt x="272923" y="136398"/>
                  </a:lnTo>
                  <a:lnTo>
                    <a:pt x="265966" y="179564"/>
                  </a:lnTo>
                  <a:lnTo>
                    <a:pt x="246592" y="217044"/>
                  </a:lnTo>
                  <a:lnTo>
                    <a:pt x="217044" y="246592"/>
                  </a:lnTo>
                  <a:lnTo>
                    <a:pt x="179564" y="265966"/>
                  </a:lnTo>
                  <a:lnTo>
                    <a:pt x="136398" y="272923"/>
                  </a:lnTo>
                  <a:lnTo>
                    <a:pt x="93293" y="265966"/>
                  </a:lnTo>
                  <a:lnTo>
                    <a:pt x="55851" y="246592"/>
                  </a:lnTo>
                  <a:lnTo>
                    <a:pt x="26322" y="217044"/>
                  </a:lnTo>
                  <a:lnTo>
                    <a:pt x="6955" y="179564"/>
                  </a:lnTo>
                  <a:lnTo>
                    <a:pt x="0" y="136398"/>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5" name="object 65"/>
            <p:cNvSpPr/>
            <p:nvPr/>
          </p:nvSpPr>
          <p:spPr>
            <a:xfrm>
              <a:off x="11067604" y="2455693"/>
              <a:ext cx="111125" cy="96520"/>
            </a:xfrm>
            <a:custGeom>
              <a:avLst/>
              <a:gdLst/>
              <a:ahLst/>
              <a:cxnLst/>
              <a:rect l="l" t="t" r="r" b="b"/>
              <a:pathLst>
                <a:path w="111125" h="96519">
                  <a:moveTo>
                    <a:pt x="110933" y="0"/>
                  </a:moveTo>
                  <a:lnTo>
                    <a:pt x="38976" y="95948"/>
                  </a:lnTo>
                  <a:lnTo>
                    <a:pt x="0" y="57718"/>
                  </a:lnTo>
                </a:path>
              </a:pathLst>
            </a:custGeom>
            <a:ln w="874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6" name="object 66"/>
            <p:cNvSpPr/>
            <p:nvPr/>
          </p:nvSpPr>
          <p:spPr>
            <a:xfrm>
              <a:off x="10983721" y="2878074"/>
              <a:ext cx="273050" cy="273050"/>
            </a:xfrm>
            <a:custGeom>
              <a:avLst/>
              <a:gdLst/>
              <a:ahLst/>
              <a:cxnLst/>
              <a:rect l="l" t="t" r="r" b="b"/>
              <a:pathLst>
                <a:path w="273050" h="273050">
                  <a:moveTo>
                    <a:pt x="136398" y="0"/>
                  </a:moveTo>
                  <a:lnTo>
                    <a:pt x="93293" y="6956"/>
                  </a:lnTo>
                  <a:lnTo>
                    <a:pt x="55851" y="26330"/>
                  </a:lnTo>
                  <a:lnTo>
                    <a:pt x="26322" y="55878"/>
                  </a:lnTo>
                  <a:lnTo>
                    <a:pt x="6955" y="93358"/>
                  </a:lnTo>
                  <a:lnTo>
                    <a:pt x="0" y="136525"/>
                  </a:lnTo>
                  <a:lnTo>
                    <a:pt x="6955" y="179629"/>
                  </a:lnTo>
                  <a:lnTo>
                    <a:pt x="26322" y="217071"/>
                  </a:lnTo>
                  <a:lnTo>
                    <a:pt x="55851" y="246600"/>
                  </a:lnTo>
                  <a:lnTo>
                    <a:pt x="93293" y="265967"/>
                  </a:lnTo>
                  <a:lnTo>
                    <a:pt x="136398" y="272923"/>
                  </a:lnTo>
                  <a:lnTo>
                    <a:pt x="179564" y="265967"/>
                  </a:lnTo>
                  <a:lnTo>
                    <a:pt x="217044" y="246600"/>
                  </a:lnTo>
                  <a:lnTo>
                    <a:pt x="246592" y="217071"/>
                  </a:lnTo>
                  <a:lnTo>
                    <a:pt x="265966" y="179629"/>
                  </a:lnTo>
                  <a:lnTo>
                    <a:pt x="272923" y="136525"/>
                  </a:lnTo>
                  <a:lnTo>
                    <a:pt x="265966" y="93358"/>
                  </a:lnTo>
                  <a:lnTo>
                    <a:pt x="246592" y="55878"/>
                  </a:lnTo>
                  <a:lnTo>
                    <a:pt x="217044" y="26330"/>
                  </a:lnTo>
                  <a:lnTo>
                    <a:pt x="179564" y="6956"/>
                  </a:lnTo>
                  <a:lnTo>
                    <a:pt x="136398"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7" name="object 67"/>
            <p:cNvSpPr/>
            <p:nvPr/>
          </p:nvSpPr>
          <p:spPr>
            <a:xfrm>
              <a:off x="10983721" y="2878074"/>
              <a:ext cx="273050" cy="273050"/>
            </a:xfrm>
            <a:custGeom>
              <a:avLst/>
              <a:gdLst/>
              <a:ahLst/>
              <a:cxnLst/>
              <a:rect l="l" t="t" r="r" b="b"/>
              <a:pathLst>
                <a:path w="273050" h="273050">
                  <a:moveTo>
                    <a:pt x="0" y="136525"/>
                  </a:moveTo>
                  <a:lnTo>
                    <a:pt x="6955" y="93358"/>
                  </a:lnTo>
                  <a:lnTo>
                    <a:pt x="26322" y="55878"/>
                  </a:lnTo>
                  <a:lnTo>
                    <a:pt x="55851" y="26330"/>
                  </a:lnTo>
                  <a:lnTo>
                    <a:pt x="93293" y="6956"/>
                  </a:lnTo>
                  <a:lnTo>
                    <a:pt x="136398" y="0"/>
                  </a:lnTo>
                  <a:lnTo>
                    <a:pt x="179564" y="6956"/>
                  </a:lnTo>
                  <a:lnTo>
                    <a:pt x="217044" y="26330"/>
                  </a:lnTo>
                  <a:lnTo>
                    <a:pt x="246592" y="55878"/>
                  </a:lnTo>
                  <a:lnTo>
                    <a:pt x="265966" y="93358"/>
                  </a:lnTo>
                  <a:lnTo>
                    <a:pt x="272923" y="136525"/>
                  </a:lnTo>
                  <a:lnTo>
                    <a:pt x="265966" y="179629"/>
                  </a:lnTo>
                  <a:lnTo>
                    <a:pt x="246592" y="217071"/>
                  </a:lnTo>
                  <a:lnTo>
                    <a:pt x="217044" y="246600"/>
                  </a:lnTo>
                  <a:lnTo>
                    <a:pt x="179564" y="265967"/>
                  </a:lnTo>
                  <a:lnTo>
                    <a:pt x="136398" y="272923"/>
                  </a:lnTo>
                  <a:lnTo>
                    <a:pt x="93293" y="265967"/>
                  </a:lnTo>
                  <a:lnTo>
                    <a:pt x="55851" y="246600"/>
                  </a:lnTo>
                  <a:lnTo>
                    <a:pt x="26322" y="217071"/>
                  </a:lnTo>
                  <a:lnTo>
                    <a:pt x="6955" y="179629"/>
                  </a:lnTo>
                  <a:lnTo>
                    <a:pt x="0" y="136525"/>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8" name="object 68"/>
            <p:cNvSpPr/>
            <p:nvPr/>
          </p:nvSpPr>
          <p:spPr>
            <a:xfrm>
              <a:off x="11067604" y="2966614"/>
              <a:ext cx="111125" cy="96520"/>
            </a:xfrm>
            <a:custGeom>
              <a:avLst/>
              <a:gdLst/>
              <a:ahLst/>
              <a:cxnLst/>
              <a:rect l="l" t="t" r="r" b="b"/>
              <a:pathLst>
                <a:path w="111125" h="96519">
                  <a:moveTo>
                    <a:pt x="110933" y="0"/>
                  </a:moveTo>
                  <a:lnTo>
                    <a:pt x="38976" y="95948"/>
                  </a:lnTo>
                  <a:lnTo>
                    <a:pt x="0" y="57718"/>
                  </a:lnTo>
                </a:path>
              </a:pathLst>
            </a:custGeom>
            <a:ln w="874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9" name="object 69"/>
            <p:cNvSpPr/>
            <p:nvPr/>
          </p:nvSpPr>
          <p:spPr>
            <a:xfrm>
              <a:off x="10983721" y="3406266"/>
              <a:ext cx="273050" cy="273050"/>
            </a:xfrm>
            <a:custGeom>
              <a:avLst/>
              <a:gdLst/>
              <a:ahLst/>
              <a:cxnLst/>
              <a:rect l="l" t="t" r="r" b="b"/>
              <a:pathLst>
                <a:path w="273050" h="273050">
                  <a:moveTo>
                    <a:pt x="136398" y="0"/>
                  </a:moveTo>
                  <a:lnTo>
                    <a:pt x="93293" y="6968"/>
                  </a:lnTo>
                  <a:lnTo>
                    <a:pt x="55851" y="26367"/>
                  </a:lnTo>
                  <a:lnTo>
                    <a:pt x="26322" y="55933"/>
                  </a:lnTo>
                  <a:lnTo>
                    <a:pt x="6955" y="93406"/>
                  </a:lnTo>
                  <a:lnTo>
                    <a:pt x="0" y="136525"/>
                  </a:lnTo>
                  <a:lnTo>
                    <a:pt x="6955" y="179691"/>
                  </a:lnTo>
                  <a:lnTo>
                    <a:pt x="26322" y="217171"/>
                  </a:lnTo>
                  <a:lnTo>
                    <a:pt x="55851" y="246719"/>
                  </a:lnTo>
                  <a:lnTo>
                    <a:pt x="93293" y="266093"/>
                  </a:lnTo>
                  <a:lnTo>
                    <a:pt x="136398" y="273050"/>
                  </a:lnTo>
                  <a:lnTo>
                    <a:pt x="179564" y="266093"/>
                  </a:lnTo>
                  <a:lnTo>
                    <a:pt x="217044" y="246719"/>
                  </a:lnTo>
                  <a:lnTo>
                    <a:pt x="246592" y="217171"/>
                  </a:lnTo>
                  <a:lnTo>
                    <a:pt x="265966" y="179691"/>
                  </a:lnTo>
                  <a:lnTo>
                    <a:pt x="272923" y="136525"/>
                  </a:lnTo>
                  <a:lnTo>
                    <a:pt x="265966" y="93406"/>
                  </a:lnTo>
                  <a:lnTo>
                    <a:pt x="246592" y="55933"/>
                  </a:lnTo>
                  <a:lnTo>
                    <a:pt x="217044" y="26367"/>
                  </a:lnTo>
                  <a:lnTo>
                    <a:pt x="179564" y="6968"/>
                  </a:lnTo>
                  <a:lnTo>
                    <a:pt x="136398"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0" name="object 70"/>
            <p:cNvSpPr/>
            <p:nvPr/>
          </p:nvSpPr>
          <p:spPr>
            <a:xfrm>
              <a:off x="10983721" y="3406266"/>
              <a:ext cx="273050" cy="273050"/>
            </a:xfrm>
            <a:custGeom>
              <a:avLst/>
              <a:gdLst/>
              <a:ahLst/>
              <a:cxnLst/>
              <a:rect l="l" t="t" r="r" b="b"/>
              <a:pathLst>
                <a:path w="273050" h="273050">
                  <a:moveTo>
                    <a:pt x="0" y="136525"/>
                  </a:moveTo>
                  <a:lnTo>
                    <a:pt x="6955" y="93406"/>
                  </a:lnTo>
                  <a:lnTo>
                    <a:pt x="26322" y="55933"/>
                  </a:lnTo>
                  <a:lnTo>
                    <a:pt x="55851" y="26367"/>
                  </a:lnTo>
                  <a:lnTo>
                    <a:pt x="93293" y="6968"/>
                  </a:lnTo>
                  <a:lnTo>
                    <a:pt x="136398" y="0"/>
                  </a:lnTo>
                  <a:lnTo>
                    <a:pt x="179564" y="6968"/>
                  </a:lnTo>
                  <a:lnTo>
                    <a:pt x="217044" y="26367"/>
                  </a:lnTo>
                  <a:lnTo>
                    <a:pt x="246592" y="55933"/>
                  </a:lnTo>
                  <a:lnTo>
                    <a:pt x="265966" y="93406"/>
                  </a:lnTo>
                  <a:lnTo>
                    <a:pt x="272923" y="136525"/>
                  </a:lnTo>
                  <a:lnTo>
                    <a:pt x="265966" y="179691"/>
                  </a:lnTo>
                  <a:lnTo>
                    <a:pt x="246592" y="217171"/>
                  </a:lnTo>
                  <a:lnTo>
                    <a:pt x="217044" y="246719"/>
                  </a:lnTo>
                  <a:lnTo>
                    <a:pt x="179564" y="266093"/>
                  </a:lnTo>
                  <a:lnTo>
                    <a:pt x="136398" y="273050"/>
                  </a:lnTo>
                  <a:lnTo>
                    <a:pt x="93293" y="266093"/>
                  </a:lnTo>
                  <a:lnTo>
                    <a:pt x="55851" y="246719"/>
                  </a:lnTo>
                  <a:lnTo>
                    <a:pt x="26322" y="217171"/>
                  </a:lnTo>
                  <a:lnTo>
                    <a:pt x="6955" y="179691"/>
                  </a:lnTo>
                  <a:lnTo>
                    <a:pt x="0" y="136525"/>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1" name="object 71"/>
            <p:cNvSpPr/>
            <p:nvPr/>
          </p:nvSpPr>
          <p:spPr>
            <a:xfrm>
              <a:off x="11067604" y="3494807"/>
              <a:ext cx="111125" cy="96520"/>
            </a:xfrm>
            <a:custGeom>
              <a:avLst/>
              <a:gdLst/>
              <a:ahLst/>
              <a:cxnLst/>
              <a:rect l="l" t="t" r="r" b="b"/>
              <a:pathLst>
                <a:path w="111125" h="96520">
                  <a:moveTo>
                    <a:pt x="110933" y="0"/>
                  </a:moveTo>
                  <a:lnTo>
                    <a:pt x="38976" y="95948"/>
                  </a:lnTo>
                  <a:lnTo>
                    <a:pt x="0" y="57718"/>
                  </a:lnTo>
                </a:path>
              </a:pathLst>
            </a:custGeom>
            <a:ln w="874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2" name="object 72"/>
            <p:cNvSpPr/>
            <p:nvPr/>
          </p:nvSpPr>
          <p:spPr>
            <a:xfrm>
              <a:off x="10983721" y="3952620"/>
              <a:ext cx="273050" cy="273050"/>
            </a:xfrm>
            <a:custGeom>
              <a:avLst/>
              <a:gdLst/>
              <a:ahLst/>
              <a:cxnLst/>
              <a:rect l="l" t="t" r="r" b="b"/>
              <a:pathLst>
                <a:path w="273050" h="273050">
                  <a:moveTo>
                    <a:pt x="136398" y="0"/>
                  </a:moveTo>
                  <a:lnTo>
                    <a:pt x="93293" y="6955"/>
                  </a:lnTo>
                  <a:lnTo>
                    <a:pt x="55851" y="26322"/>
                  </a:lnTo>
                  <a:lnTo>
                    <a:pt x="26322" y="55851"/>
                  </a:lnTo>
                  <a:lnTo>
                    <a:pt x="6955" y="93293"/>
                  </a:lnTo>
                  <a:lnTo>
                    <a:pt x="0" y="136397"/>
                  </a:lnTo>
                  <a:lnTo>
                    <a:pt x="6955" y="179564"/>
                  </a:lnTo>
                  <a:lnTo>
                    <a:pt x="26322" y="217044"/>
                  </a:lnTo>
                  <a:lnTo>
                    <a:pt x="55851" y="246592"/>
                  </a:lnTo>
                  <a:lnTo>
                    <a:pt x="93293" y="265966"/>
                  </a:lnTo>
                  <a:lnTo>
                    <a:pt x="136398" y="272922"/>
                  </a:lnTo>
                  <a:lnTo>
                    <a:pt x="179564" y="265966"/>
                  </a:lnTo>
                  <a:lnTo>
                    <a:pt x="217044" y="246592"/>
                  </a:lnTo>
                  <a:lnTo>
                    <a:pt x="246592" y="217044"/>
                  </a:lnTo>
                  <a:lnTo>
                    <a:pt x="265966" y="179564"/>
                  </a:lnTo>
                  <a:lnTo>
                    <a:pt x="272923" y="136397"/>
                  </a:lnTo>
                  <a:lnTo>
                    <a:pt x="265966" y="93293"/>
                  </a:lnTo>
                  <a:lnTo>
                    <a:pt x="246592" y="55851"/>
                  </a:lnTo>
                  <a:lnTo>
                    <a:pt x="217044" y="26322"/>
                  </a:lnTo>
                  <a:lnTo>
                    <a:pt x="179564" y="6955"/>
                  </a:lnTo>
                  <a:lnTo>
                    <a:pt x="136398"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3" name="object 73"/>
            <p:cNvSpPr/>
            <p:nvPr/>
          </p:nvSpPr>
          <p:spPr>
            <a:xfrm>
              <a:off x="10983721" y="3952620"/>
              <a:ext cx="273050" cy="273050"/>
            </a:xfrm>
            <a:custGeom>
              <a:avLst/>
              <a:gdLst/>
              <a:ahLst/>
              <a:cxnLst/>
              <a:rect l="l" t="t" r="r" b="b"/>
              <a:pathLst>
                <a:path w="273050" h="273050">
                  <a:moveTo>
                    <a:pt x="0" y="136397"/>
                  </a:moveTo>
                  <a:lnTo>
                    <a:pt x="6955" y="93293"/>
                  </a:lnTo>
                  <a:lnTo>
                    <a:pt x="26322" y="55851"/>
                  </a:lnTo>
                  <a:lnTo>
                    <a:pt x="55851" y="26322"/>
                  </a:lnTo>
                  <a:lnTo>
                    <a:pt x="93293" y="6955"/>
                  </a:lnTo>
                  <a:lnTo>
                    <a:pt x="136398" y="0"/>
                  </a:lnTo>
                  <a:lnTo>
                    <a:pt x="179564" y="6955"/>
                  </a:lnTo>
                  <a:lnTo>
                    <a:pt x="217044" y="26322"/>
                  </a:lnTo>
                  <a:lnTo>
                    <a:pt x="246592" y="55851"/>
                  </a:lnTo>
                  <a:lnTo>
                    <a:pt x="265966" y="93293"/>
                  </a:lnTo>
                  <a:lnTo>
                    <a:pt x="272923" y="136397"/>
                  </a:lnTo>
                  <a:lnTo>
                    <a:pt x="265966" y="179564"/>
                  </a:lnTo>
                  <a:lnTo>
                    <a:pt x="246592" y="217044"/>
                  </a:lnTo>
                  <a:lnTo>
                    <a:pt x="217044" y="246592"/>
                  </a:lnTo>
                  <a:lnTo>
                    <a:pt x="179564" y="265966"/>
                  </a:lnTo>
                  <a:lnTo>
                    <a:pt x="136398" y="272922"/>
                  </a:lnTo>
                  <a:lnTo>
                    <a:pt x="93293" y="265966"/>
                  </a:lnTo>
                  <a:lnTo>
                    <a:pt x="55851" y="246592"/>
                  </a:lnTo>
                  <a:lnTo>
                    <a:pt x="26322" y="217044"/>
                  </a:lnTo>
                  <a:lnTo>
                    <a:pt x="6955" y="179564"/>
                  </a:lnTo>
                  <a:lnTo>
                    <a:pt x="0" y="136397"/>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4" name="object 74"/>
            <p:cNvSpPr/>
            <p:nvPr/>
          </p:nvSpPr>
          <p:spPr>
            <a:xfrm>
              <a:off x="11067604" y="4041161"/>
              <a:ext cx="111125" cy="96520"/>
            </a:xfrm>
            <a:custGeom>
              <a:avLst/>
              <a:gdLst/>
              <a:ahLst/>
              <a:cxnLst/>
              <a:rect l="l" t="t" r="r" b="b"/>
              <a:pathLst>
                <a:path w="111125" h="96520">
                  <a:moveTo>
                    <a:pt x="110933" y="0"/>
                  </a:moveTo>
                  <a:lnTo>
                    <a:pt x="38976" y="95948"/>
                  </a:lnTo>
                  <a:lnTo>
                    <a:pt x="0" y="57718"/>
                  </a:lnTo>
                </a:path>
              </a:pathLst>
            </a:custGeom>
            <a:ln w="874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5" name="object 75"/>
            <p:cNvSpPr/>
            <p:nvPr/>
          </p:nvSpPr>
          <p:spPr>
            <a:xfrm>
              <a:off x="10983721" y="4472177"/>
              <a:ext cx="273050" cy="273050"/>
            </a:xfrm>
            <a:custGeom>
              <a:avLst/>
              <a:gdLst/>
              <a:ahLst/>
              <a:cxnLst/>
              <a:rect l="l" t="t" r="r" b="b"/>
              <a:pathLst>
                <a:path w="273050" h="273050">
                  <a:moveTo>
                    <a:pt x="136398" y="0"/>
                  </a:moveTo>
                  <a:lnTo>
                    <a:pt x="93293" y="6955"/>
                  </a:lnTo>
                  <a:lnTo>
                    <a:pt x="55851" y="26322"/>
                  </a:lnTo>
                  <a:lnTo>
                    <a:pt x="26322" y="55851"/>
                  </a:lnTo>
                  <a:lnTo>
                    <a:pt x="6955" y="93293"/>
                  </a:lnTo>
                  <a:lnTo>
                    <a:pt x="0" y="136398"/>
                  </a:lnTo>
                  <a:lnTo>
                    <a:pt x="6955" y="179564"/>
                  </a:lnTo>
                  <a:lnTo>
                    <a:pt x="26322" y="217044"/>
                  </a:lnTo>
                  <a:lnTo>
                    <a:pt x="55851" y="246592"/>
                  </a:lnTo>
                  <a:lnTo>
                    <a:pt x="93293" y="265966"/>
                  </a:lnTo>
                  <a:lnTo>
                    <a:pt x="136398" y="272923"/>
                  </a:lnTo>
                  <a:lnTo>
                    <a:pt x="179564" y="265966"/>
                  </a:lnTo>
                  <a:lnTo>
                    <a:pt x="217044" y="246592"/>
                  </a:lnTo>
                  <a:lnTo>
                    <a:pt x="246592" y="217044"/>
                  </a:lnTo>
                  <a:lnTo>
                    <a:pt x="265966" y="179564"/>
                  </a:lnTo>
                  <a:lnTo>
                    <a:pt x="272923" y="136398"/>
                  </a:lnTo>
                  <a:lnTo>
                    <a:pt x="265966" y="93293"/>
                  </a:lnTo>
                  <a:lnTo>
                    <a:pt x="246592" y="55851"/>
                  </a:lnTo>
                  <a:lnTo>
                    <a:pt x="217044" y="26322"/>
                  </a:lnTo>
                  <a:lnTo>
                    <a:pt x="179564" y="6955"/>
                  </a:lnTo>
                  <a:lnTo>
                    <a:pt x="136398"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6" name="object 76"/>
            <p:cNvSpPr/>
            <p:nvPr/>
          </p:nvSpPr>
          <p:spPr>
            <a:xfrm>
              <a:off x="10983721" y="4472177"/>
              <a:ext cx="273050" cy="273050"/>
            </a:xfrm>
            <a:custGeom>
              <a:avLst/>
              <a:gdLst/>
              <a:ahLst/>
              <a:cxnLst/>
              <a:rect l="l" t="t" r="r" b="b"/>
              <a:pathLst>
                <a:path w="273050" h="273050">
                  <a:moveTo>
                    <a:pt x="0" y="136398"/>
                  </a:moveTo>
                  <a:lnTo>
                    <a:pt x="6955" y="93293"/>
                  </a:lnTo>
                  <a:lnTo>
                    <a:pt x="26322" y="55851"/>
                  </a:lnTo>
                  <a:lnTo>
                    <a:pt x="55851" y="26322"/>
                  </a:lnTo>
                  <a:lnTo>
                    <a:pt x="93293" y="6955"/>
                  </a:lnTo>
                  <a:lnTo>
                    <a:pt x="136398" y="0"/>
                  </a:lnTo>
                  <a:lnTo>
                    <a:pt x="179564" y="6955"/>
                  </a:lnTo>
                  <a:lnTo>
                    <a:pt x="217044" y="26322"/>
                  </a:lnTo>
                  <a:lnTo>
                    <a:pt x="246592" y="55851"/>
                  </a:lnTo>
                  <a:lnTo>
                    <a:pt x="265966" y="93293"/>
                  </a:lnTo>
                  <a:lnTo>
                    <a:pt x="272923" y="136398"/>
                  </a:lnTo>
                  <a:lnTo>
                    <a:pt x="265966" y="179564"/>
                  </a:lnTo>
                  <a:lnTo>
                    <a:pt x="246592" y="217044"/>
                  </a:lnTo>
                  <a:lnTo>
                    <a:pt x="217044" y="246592"/>
                  </a:lnTo>
                  <a:lnTo>
                    <a:pt x="179564" y="265966"/>
                  </a:lnTo>
                  <a:lnTo>
                    <a:pt x="136398" y="272923"/>
                  </a:lnTo>
                  <a:lnTo>
                    <a:pt x="93293" y="265966"/>
                  </a:lnTo>
                  <a:lnTo>
                    <a:pt x="55851" y="246592"/>
                  </a:lnTo>
                  <a:lnTo>
                    <a:pt x="26322" y="217044"/>
                  </a:lnTo>
                  <a:lnTo>
                    <a:pt x="6955" y="179564"/>
                  </a:lnTo>
                  <a:lnTo>
                    <a:pt x="0" y="136398"/>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7" name="object 77"/>
            <p:cNvSpPr/>
            <p:nvPr/>
          </p:nvSpPr>
          <p:spPr>
            <a:xfrm>
              <a:off x="11067604" y="4560591"/>
              <a:ext cx="111125" cy="96520"/>
            </a:xfrm>
            <a:custGeom>
              <a:avLst/>
              <a:gdLst/>
              <a:ahLst/>
              <a:cxnLst/>
              <a:rect l="l" t="t" r="r" b="b"/>
              <a:pathLst>
                <a:path w="111125" h="96520">
                  <a:moveTo>
                    <a:pt x="110933" y="0"/>
                  </a:moveTo>
                  <a:lnTo>
                    <a:pt x="38976" y="95948"/>
                  </a:lnTo>
                  <a:lnTo>
                    <a:pt x="0" y="57718"/>
                  </a:lnTo>
                </a:path>
              </a:pathLst>
            </a:custGeom>
            <a:ln w="874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8" name="object 78"/>
            <p:cNvSpPr/>
            <p:nvPr/>
          </p:nvSpPr>
          <p:spPr>
            <a:xfrm>
              <a:off x="10983721" y="4991735"/>
              <a:ext cx="273050" cy="273050"/>
            </a:xfrm>
            <a:custGeom>
              <a:avLst/>
              <a:gdLst/>
              <a:ahLst/>
              <a:cxnLst/>
              <a:rect l="l" t="t" r="r" b="b"/>
              <a:pathLst>
                <a:path w="273050" h="273050">
                  <a:moveTo>
                    <a:pt x="136398" y="0"/>
                  </a:moveTo>
                  <a:lnTo>
                    <a:pt x="93293" y="6955"/>
                  </a:lnTo>
                  <a:lnTo>
                    <a:pt x="55851" y="26322"/>
                  </a:lnTo>
                  <a:lnTo>
                    <a:pt x="26322" y="55851"/>
                  </a:lnTo>
                  <a:lnTo>
                    <a:pt x="6955" y="93293"/>
                  </a:lnTo>
                  <a:lnTo>
                    <a:pt x="0" y="136397"/>
                  </a:lnTo>
                  <a:lnTo>
                    <a:pt x="6955" y="179564"/>
                  </a:lnTo>
                  <a:lnTo>
                    <a:pt x="26322" y="217044"/>
                  </a:lnTo>
                  <a:lnTo>
                    <a:pt x="55851" y="246592"/>
                  </a:lnTo>
                  <a:lnTo>
                    <a:pt x="93293" y="265966"/>
                  </a:lnTo>
                  <a:lnTo>
                    <a:pt x="136398" y="272922"/>
                  </a:lnTo>
                  <a:lnTo>
                    <a:pt x="179564" y="265966"/>
                  </a:lnTo>
                  <a:lnTo>
                    <a:pt x="217044" y="246592"/>
                  </a:lnTo>
                  <a:lnTo>
                    <a:pt x="246592" y="217044"/>
                  </a:lnTo>
                  <a:lnTo>
                    <a:pt x="265966" y="179564"/>
                  </a:lnTo>
                  <a:lnTo>
                    <a:pt x="272923" y="136397"/>
                  </a:lnTo>
                  <a:lnTo>
                    <a:pt x="265966" y="93293"/>
                  </a:lnTo>
                  <a:lnTo>
                    <a:pt x="246592" y="55851"/>
                  </a:lnTo>
                  <a:lnTo>
                    <a:pt x="217044" y="26322"/>
                  </a:lnTo>
                  <a:lnTo>
                    <a:pt x="179564" y="6955"/>
                  </a:lnTo>
                  <a:lnTo>
                    <a:pt x="136398"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9" name="object 79"/>
            <p:cNvSpPr/>
            <p:nvPr/>
          </p:nvSpPr>
          <p:spPr>
            <a:xfrm>
              <a:off x="10983721" y="4991735"/>
              <a:ext cx="273050" cy="273050"/>
            </a:xfrm>
            <a:custGeom>
              <a:avLst/>
              <a:gdLst/>
              <a:ahLst/>
              <a:cxnLst/>
              <a:rect l="l" t="t" r="r" b="b"/>
              <a:pathLst>
                <a:path w="273050" h="273050">
                  <a:moveTo>
                    <a:pt x="0" y="136397"/>
                  </a:moveTo>
                  <a:lnTo>
                    <a:pt x="6955" y="93293"/>
                  </a:lnTo>
                  <a:lnTo>
                    <a:pt x="26322" y="55851"/>
                  </a:lnTo>
                  <a:lnTo>
                    <a:pt x="55851" y="26322"/>
                  </a:lnTo>
                  <a:lnTo>
                    <a:pt x="93293" y="6955"/>
                  </a:lnTo>
                  <a:lnTo>
                    <a:pt x="136398" y="0"/>
                  </a:lnTo>
                  <a:lnTo>
                    <a:pt x="179564" y="6955"/>
                  </a:lnTo>
                  <a:lnTo>
                    <a:pt x="217044" y="26322"/>
                  </a:lnTo>
                  <a:lnTo>
                    <a:pt x="246592" y="55851"/>
                  </a:lnTo>
                  <a:lnTo>
                    <a:pt x="265966" y="93293"/>
                  </a:lnTo>
                  <a:lnTo>
                    <a:pt x="272923" y="136397"/>
                  </a:lnTo>
                  <a:lnTo>
                    <a:pt x="265966" y="179564"/>
                  </a:lnTo>
                  <a:lnTo>
                    <a:pt x="246592" y="217044"/>
                  </a:lnTo>
                  <a:lnTo>
                    <a:pt x="217044" y="246592"/>
                  </a:lnTo>
                  <a:lnTo>
                    <a:pt x="179564" y="265966"/>
                  </a:lnTo>
                  <a:lnTo>
                    <a:pt x="136398" y="272922"/>
                  </a:lnTo>
                  <a:lnTo>
                    <a:pt x="93293" y="265966"/>
                  </a:lnTo>
                  <a:lnTo>
                    <a:pt x="55851" y="246592"/>
                  </a:lnTo>
                  <a:lnTo>
                    <a:pt x="26322" y="217044"/>
                  </a:lnTo>
                  <a:lnTo>
                    <a:pt x="6955" y="179564"/>
                  </a:lnTo>
                  <a:lnTo>
                    <a:pt x="0" y="136397"/>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0" name="object 80"/>
            <p:cNvSpPr/>
            <p:nvPr/>
          </p:nvSpPr>
          <p:spPr>
            <a:xfrm>
              <a:off x="11067604" y="5080148"/>
              <a:ext cx="111125" cy="96520"/>
            </a:xfrm>
            <a:custGeom>
              <a:avLst/>
              <a:gdLst/>
              <a:ahLst/>
              <a:cxnLst/>
              <a:rect l="l" t="t" r="r" b="b"/>
              <a:pathLst>
                <a:path w="111125" h="96520">
                  <a:moveTo>
                    <a:pt x="110933" y="0"/>
                  </a:moveTo>
                  <a:lnTo>
                    <a:pt x="38976" y="95948"/>
                  </a:lnTo>
                  <a:lnTo>
                    <a:pt x="0" y="57718"/>
                  </a:lnTo>
                </a:path>
              </a:pathLst>
            </a:custGeom>
            <a:ln w="8745">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1" name="object 81"/>
            <p:cNvSpPr/>
            <p:nvPr/>
          </p:nvSpPr>
          <p:spPr>
            <a:xfrm>
              <a:off x="10983721" y="5518657"/>
              <a:ext cx="273050" cy="273050"/>
            </a:xfrm>
            <a:custGeom>
              <a:avLst/>
              <a:gdLst/>
              <a:ahLst/>
              <a:cxnLst/>
              <a:rect l="l" t="t" r="r" b="b"/>
              <a:pathLst>
                <a:path w="273050" h="273050">
                  <a:moveTo>
                    <a:pt x="136398" y="0"/>
                  </a:moveTo>
                  <a:lnTo>
                    <a:pt x="93293" y="6956"/>
                  </a:lnTo>
                  <a:lnTo>
                    <a:pt x="55851" y="26327"/>
                  </a:lnTo>
                  <a:lnTo>
                    <a:pt x="26322" y="55868"/>
                  </a:lnTo>
                  <a:lnTo>
                    <a:pt x="6955" y="93332"/>
                  </a:lnTo>
                  <a:lnTo>
                    <a:pt x="0" y="136474"/>
                  </a:lnTo>
                  <a:lnTo>
                    <a:pt x="6955" y="179611"/>
                  </a:lnTo>
                  <a:lnTo>
                    <a:pt x="26322" y="217074"/>
                  </a:lnTo>
                  <a:lnTo>
                    <a:pt x="55851" y="246617"/>
                  </a:lnTo>
                  <a:lnTo>
                    <a:pt x="93293" y="265991"/>
                  </a:lnTo>
                  <a:lnTo>
                    <a:pt x="136398" y="272948"/>
                  </a:lnTo>
                  <a:lnTo>
                    <a:pt x="179564" y="265991"/>
                  </a:lnTo>
                  <a:lnTo>
                    <a:pt x="217044" y="246617"/>
                  </a:lnTo>
                  <a:lnTo>
                    <a:pt x="246592" y="217074"/>
                  </a:lnTo>
                  <a:lnTo>
                    <a:pt x="265966" y="179611"/>
                  </a:lnTo>
                  <a:lnTo>
                    <a:pt x="272923" y="136474"/>
                  </a:lnTo>
                  <a:lnTo>
                    <a:pt x="265966" y="93332"/>
                  </a:lnTo>
                  <a:lnTo>
                    <a:pt x="246592" y="55868"/>
                  </a:lnTo>
                  <a:lnTo>
                    <a:pt x="217044" y="26327"/>
                  </a:lnTo>
                  <a:lnTo>
                    <a:pt x="179564" y="6956"/>
                  </a:lnTo>
                  <a:lnTo>
                    <a:pt x="136398" y="0"/>
                  </a:lnTo>
                  <a:close/>
                </a:path>
              </a:pathLst>
            </a:custGeom>
            <a:solidFill>
              <a:srgbClr val="42384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2" name="object 82"/>
            <p:cNvSpPr/>
            <p:nvPr/>
          </p:nvSpPr>
          <p:spPr>
            <a:xfrm>
              <a:off x="10983721" y="5518657"/>
              <a:ext cx="273050" cy="273050"/>
            </a:xfrm>
            <a:custGeom>
              <a:avLst/>
              <a:gdLst/>
              <a:ahLst/>
              <a:cxnLst/>
              <a:rect l="l" t="t" r="r" b="b"/>
              <a:pathLst>
                <a:path w="273050" h="273050">
                  <a:moveTo>
                    <a:pt x="0" y="136474"/>
                  </a:moveTo>
                  <a:lnTo>
                    <a:pt x="6955" y="93332"/>
                  </a:lnTo>
                  <a:lnTo>
                    <a:pt x="26322" y="55868"/>
                  </a:lnTo>
                  <a:lnTo>
                    <a:pt x="55851" y="26327"/>
                  </a:lnTo>
                  <a:lnTo>
                    <a:pt x="93293" y="6956"/>
                  </a:lnTo>
                  <a:lnTo>
                    <a:pt x="136398" y="0"/>
                  </a:lnTo>
                  <a:lnTo>
                    <a:pt x="179564" y="6956"/>
                  </a:lnTo>
                  <a:lnTo>
                    <a:pt x="217044" y="26327"/>
                  </a:lnTo>
                  <a:lnTo>
                    <a:pt x="246592" y="55868"/>
                  </a:lnTo>
                  <a:lnTo>
                    <a:pt x="265966" y="93332"/>
                  </a:lnTo>
                  <a:lnTo>
                    <a:pt x="272923" y="136474"/>
                  </a:lnTo>
                  <a:lnTo>
                    <a:pt x="265966" y="179611"/>
                  </a:lnTo>
                  <a:lnTo>
                    <a:pt x="246592" y="217074"/>
                  </a:lnTo>
                  <a:lnTo>
                    <a:pt x="217044" y="246617"/>
                  </a:lnTo>
                  <a:lnTo>
                    <a:pt x="179564" y="265991"/>
                  </a:lnTo>
                  <a:lnTo>
                    <a:pt x="136398" y="272948"/>
                  </a:lnTo>
                  <a:lnTo>
                    <a:pt x="93293" y="265991"/>
                  </a:lnTo>
                  <a:lnTo>
                    <a:pt x="55851" y="246617"/>
                  </a:lnTo>
                  <a:lnTo>
                    <a:pt x="26322" y="217074"/>
                  </a:lnTo>
                  <a:lnTo>
                    <a:pt x="6955" y="179611"/>
                  </a:lnTo>
                  <a:lnTo>
                    <a:pt x="0" y="136474"/>
                  </a:lnTo>
                  <a:close/>
                </a:path>
              </a:pathLst>
            </a:custGeom>
            <a:ln w="28575">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3" name="object 83"/>
            <p:cNvSpPr/>
            <p:nvPr/>
          </p:nvSpPr>
          <p:spPr>
            <a:xfrm>
              <a:off x="11067604" y="5607147"/>
              <a:ext cx="111125" cy="96520"/>
            </a:xfrm>
            <a:custGeom>
              <a:avLst/>
              <a:gdLst/>
              <a:ahLst/>
              <a:cxnLst/>
              <a:rect l="l" t="t" r="r" b="b"/>
              <a:pathLst>
                <a:path w="111125" h="96520">
                  <a:moveTo>
                    <a:pt x="110933" y="0"/>
                  </a:moveTo>
                  <a:lnTo>
                    <a:pt x="0" y="57718"/>
                  </a:lnTo>
                  <a:lnTo>
                    <a:pt x="38976" y="95948"/>
                  </a:lnTo>
                  <a:lnTo>
                    <a:pt x="110933" y="0"/>
                  </a:lnTo>
                  <a:close/>
                </a:path>
              </a:pathLst>
            </a:custGeom>
            <a:solidFill>
              <a:srgbClr val="42384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4" name="object 84"/>
            <p:cNvSpPr/>
            <p:nvPr/>
          </p:nvSpPr>
          <p:spPr>
            <a:xfrm>
              <a:off x="11067604" y="5607147"/>
              <a:ext cx="111125" cy="96520"/>
            </a:xfrm>
            <a:custGeom>
              <a:avLst/>
              <a:gdLst/>
              <a:ahLst/>
              <a:cxnLst/>
              <a:rect l="l" t="t" r="r" b="b"/>
              <a:pathLst>
                <a:path w="111125" h="96520">
                  <a:moveTo>
                    <a:pt x="110933" y="0"/>
                  </a:moveTo>
                  <a:lnTo>
                    <a:pt x="38976" y="95948"/>
                  </a:lnTo>
                  <a:lnTo>
                    <a:pt x="0" y="57718"/>
                  </a:lnTo>
                </a:path>
              </a:pathLst>
            </a:custGeom>
            <a:ln w="8745">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5" name="object 85"/>
            <p:cNvSpPr/>
            <p:nvPr/>
          </p:nvSpPr>
          <p:spPr>
            <a:xfrm>
              <a:off x="10983721" y="6045606"/>
              <a:ext cx="273050" cy="273050"/>
            </a:xfrm>
            <a:custGeom>
              <a:avLst/>
              <a:gdLst/>
              <a:ahLst/>
              <a:cxnLst/>
              <a:rect l="l" t="t" r="r" b="b"/>
              <a:pathLst>
                <a:path w="273050" h="273050">
                  <a:moveTo>
                    <a:pt x="136398" y="0"/>
                  </a:moveTo>
                  <a:lnTo>
                    <a:pt x="93293" y="6958"/>
                  </a:lnTo>
                  <a:lnTo>
                    <a:pt x="55851" y="26335"/>
                  </a:lnTo>
                  <a:lnTo>
                    <a:pt x="26322" y="55881"/>
                  </a:lnTo>
                  <a:lnTo>
                    <a:pt x="6955" y="93348"/>
                  </a:lnTo>
                  <a:lnTo>
                    <a:pt x="0" y="136486"/>
                  </a:lnTo>
                  <a:lnTo>
                    <a:pt x="6955" y="179625"/>
                  </a:lnTo>
                  <a:lnTo>
                    <a:pt x="26322" y="217092"/>
                  </a:lnTo>
                  <a:lnTo>
                    <a:pt x="55851" y="246638"/>
                  </a:lnTo>
                  <a:lnTo>
                    <a:pt x="93293" y="266015"/>
                  </a:lnTo>
                  <a:lnTo>
                    <a:pt x="136398" y="272973"/>
                  </a:lnTo>
                  <a:lnTo>
                    <a:pt x="179564" y="266015"/>
                  </a:lnTo>
                  <a:lnTo>
                    <a:pt x="217044" y="246638"/>
                  </a:lnTo>
                  <a:lnTo>
                    <a:pt x="246592" y="217092"/>
                  </a:lnTo>
                  <a:lnTo>
                    <a:pt x="265966" y="179625"/>
                  </a:lnTo>
                  <a:lnTo>
                    <a:pt x="272923" y="136486"/>
                  </a:lnTo>
                  <a:lnTo>
                    <a:pt x="265966" y="93348"/>
                  </a:lnTo>
                  <a:lnTo>
                    <a:pt x="246592" y="55881"/>
                  </a:lnTo>
                  <a:lnTo>
                    <a:pt x="217044" y="26335"/>
                  </a:lnTo>
                  <a:lnTo>
                    <a:pt x="179564" y="6958"/>
                  </a:lnTo>
                  <a:lnTo>
                    <a:pt x="136398" y="0"/>
                  </a:lnTo>
                  <a:close/>
                </a:path>
              </a:pathLst>
            </a:custGeom>
            <a:solidFill>
              <a:srgbClr val="42384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6" name="object 86"/>
            <p:cNvSpPr/>
            <p:nvPr/>
          </p:nvSpPr>
          <p:spPr>
            <a:xfrm>
              <a:off x="10983721" y="6045606"/>
              <a:ext cx="273050" cy="273050"/>
            </a:xfrm>
            <a:custGeom>
              <a:avLst/>
              <a:gdLst/>
              <a:ahLst/>
              <a:cxnLst/>
              <a:rect l="l" t="t" r="r" b="b"/>
              <a:pathLst>
                <a:path w="273050" h="273050">
                  <a:moveTo>
                    <a:pt x="0" y="136486"/>
                  </a:moveTo>
                  <a:lnTo>
                    <a:pt x="6955" y="93348"/>
                  </a:lnTo>
                  <a:lnTo>
                    <a:pt x="26322" y="55881"/>
                  </a:lnTo>
                  <a:lnTo>
                    <a:pt x="55851" y="26335"/>
                  </a:lnTo>
                  <a:lnTo>
                    <a:pt x="93293" y="6958"/>
                  </a:lnTo>
                  <a:lnTo>
                    <a:pt x="136398" y="0"/>
                  </a:lnTo>
                  <a:lnTo>
                    <a:pt x="179564" y="6958"/>
                  </a:lnTo>
                  <a:lnTo>
                    <a:pt x="217044" y="26335"/>
                  </a:lnTo>
                  <a:lnTo>
                    <a:pt x="246592" y="55881"/>
                  </a:lnTo>
                  <a:lnTo>
                    <a:pt x="265966" y="93348"/>
                  </a:lnTo>
                  <a:lnTo>
                    <a:pt x="272923" y="136486"/>
                  </a:lnTo>
                  <a:lnTo>
                    <a:pt x="265966" y="179625"/>
                  </a:lnTo>
                  <a:lnTo>
                    <a:pt x="246592" y="217092"/>
                  </a:lnTo>
                  <a:lnTo>
                    <a:pt x="217044" y="246638"/>
                  </a:lnTo>
                  <a:lnTo>
                    <a:pt x="179564" y="266015"/>
                  </a:lnTo>
                  <a:lnTo>
                    <a:pt x="136398" y="272973"/>
                  </a:lnTo>
                  <a:lnTo>
                    <a:pt x="93293" y="266015"/>
                  </a:lnTo>
                  <a:lnTo>
                    <a:pt x="55851" y="246638"/>
                  </a:lnTo>
                  <a:lnTo>
                    <a:pt x="26322" y="217092"/>
                  </a:lnTo>
                  <a:lnTo>
                    <a:pt x="6955" y="179625"/>
                  </a:lnTo>
                  <a:lnTo>
                    <a:pt x="0" y="136486"/>
                  </a:lnTo>
                  <a:close/>
                </a:path>
              </a:pathLst>
            </a:custGeom>
            <a:ln w="28574">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7" name="object 87"/>
            <p:cNvSpPr/>
            <p:nvPr/>
          </p:nvSpPr>
          <p:spPr>
            <a:xfrm>
              <a:off x="11067604" y="6134121"/>
              <a:ext cx="111125" cy="96520"/>
            </a:xfrm>
            <a:custGeom>
              <a:avLst/>
              <a:gdLst/>
              <a:ahLst/>
              <a:cxnLst/>
              <a:rect l="l" t="t" r="r" b="b"/>
              <a:pathLst>
                <a:path w="111125" h="96520">
                  <a:moveTo>
                    <a:pt x="110933" y="0"/>
                  </a:moveTo>
                  <a:lnTo>
                    <a:pt x="0" y="57718"/>
                  </a:lnTo>
                  <a:lnTo>
                    <a:pt x="38976" y="95948"/>
                  </a:lnTo>
                  <a:lnTo>
                    <a:pt x="110933" y="0"/>
                  </a:lnTo>
                  <a:close/>
                </a:path>
              </a:pathLst>
            </a:custGeom>
            <a:solidFill>
              <a:srgbClr val="42384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8" name="object 88"/>
            <p:cNvSpPr/>
            <p:nvPr/>
          </p:nvSpPr>
          <p:spPr>
            <a:xfrm>
              <a:off x="11067604" y="6134121"/>
              <a:ext cx="111125" cy="96520"/>
            </a:xfrm>
            <a:custGeom>
              <a:avLst/>
              <a:gdLst/>
              <a:ahLst/>
              <a:cxnLst/>
              <a:rect l="l" t="t" r="r" b="b"/>
              <a:pathLst>
                <a:path w="111125" h="96520">
                  <a:moveTo>
                    <a:pt x="110933" y="0"/>
                  </a:moveTo>
                  <a:lnTo>
                    <a:pt x="38976" y="95948"/>
                  </a:lnTo>
                  <a:lnTo>
                    <a:pt x="0" y="57718"/>
                  </a:lnTo>
                </a:path>
              </a:pathLst>
            </a:custGeom>
            <a:ln w="8745">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89" name="object 89"/>
          <p:cNvSpPr txBox="1">
            <a:spLocks noGrp="1"/>
          </p:cNvSpPr>
          <p:nvPr>
            <p:ph type="ftr" sz="quarter" idx="5"/>
          </p:nvPr>
        </p:nvSpPr>
        <p:spPr>
          <a:prstGeom prst="rect">
            <a:avLst/>
          </a:prstGeom>
        </p:spPr>
        <p:txBody>
          <a:bodyPr vert="horz" wrap="square" lIns="0" tIns="1905" rIns="0" bIns="0" rtlCol="0">
            <a:spAutoFit/>
          </a:bodyPr>
          <a:lstStyle/>
          <a:p>
            <a:pPr marL="12700" marR="0" lvl="0" indent="0" algn="l" defTabSz="914400" rtl="0" eaLnBrk="1" fontAlgn="auto" latinLnBrk="0" hangingPunct="1">
              <a:lnSpc>
                <a:spcPct val="100000"/>
              </a:lnSpc>
              <a:spcBef>
                <a:spcPts val="15"/>
              </a:spcBef>
              <a:spcAft>
                <a:spcPts val="0"/>
              </a:spcAft>
              <a:buClrTx/>
              <a:buSzTx/>
              <a:buFontTx/>
              <a:buNone/>
              <a:tabLst/>
              <a:defRPr/>
            </a:pPr>
            <a:r>
              <a:rPr kumimoji="0" sz="900" b="0" i="0" u="none" strike="noStrike" kern="0" cap="none" spc="0" normalizeH="0" baseline="0" noProof="0" dirty="0">
                <a:ln>
                  <a:noFill/>
                </a:ln>
                <a:solidFill>
                  <a:prstClr val="white"/>
                </a:solidFill>
                <a:effectLst/>
                <a:uLnTx/>
                <a:uFillTx/>
                <a:latin typeface="Arial MT"/>
                <a:ea typeface="+mn-ea"/>
              </a:rPr>
              <a:t>QuantumBlack,</a:t>
            </a:r>
            <a:r>
              <a:rPr kumimoji="0" sz="900" b="0" i="0" u="none" strike="noStrike" kern="0" cap="none" spc="-50" normalizeH="0" baseline="0" noProof="0" dirty="0">
                <a:ln>
                  <a:noFill/>
                </a:ln>
                <a:solidFill>
                  <a:prstClr val="white"/>
                </a:solidFill>
                <a:effectLst/>
                <a:uLnTx/>
                <a:uFillTx/>
                <a:latin typeface="Arial MT"/>
                <a:ea typeface="+mn-ea"/>
              </a:rPr>
              <a:t> </a:t>
            </a:r>
            <a:r>
              <a:rPr kumimoji="0" sz="900" b="0" i="0" u="none" strike="noStrike" kern="0" cap="none" spc="0" normalizeH="0" baseline="0" noProof="0" dirty="0">
                <a:ln>
                  <a:noFill/>
                </a:ln>
                <a:solidFill>
                  <a:prstClr val="white"/>
                </a:solidFill>
                <a:effectLst/>
                <a:uLnTx/>
                <a:uFillTx/>
                <a:latin typeface="Arial MT"/>
                <a:ea typeface="+mn-ea"/>
              </a:rPr>
              <a:t>AI by</a:t>
            </a:r>
            <a:r>
              <a:rPr kumimoji="0" sz="900" b="0" i="0" u="none" strike="noStrike" kern="0" cap="none" spc="-10" normalizeH="0" baseline="0" noProof="0" dirty="0">
                <a:ln>
                  <a:noFill/>
                </a:ln>
                <a:solidFill>
                  <a:prstClr val="white"/>
                </a:solidFill>
                <a:effectLst/>
                <a:uLnTx/>
                <a:uFillTx/>
                <a:latin typeface="Arial MT"/>
                <a:ea typeface="+mn-ea"/>
              </a:rPr>
              <a:t> McKinsey</a:t>
            </a:r>
          </a:p>
        </p:txBody>
      </p:sp>
      <p:sp>
        <p:nvSpPr>
          <p:cNvPr id="90" name="object 90"/>
          <p:cNvSpPr txBox="1">
            <a:spLocks noGrp="1"/>
          </p:cNvSpPr>
          <p:nvPr>
            <p:ph type="sldNum" sz="quarter" idx="7"/>
          </p:nvPr>
        </p:nvSpPr>
        <p:spPr>
          <a:prstGeom prst="rect">
            <a:avLst/>
          </a:prstGeom>
        </p:spPr>
        <p:txBody>
          <a:bodyPr vert="horz" wrap="square" lIns="0" tIns="1905" rIns="0" bIns="0" rtlCol="0">
            <a:spAutoFit/>
          </a:bodyPr>
          <a:lstStyle/>
          <a:p>
            <a:pPr marL="38100" marR="0" lvl="0" indent="0" algn="l" defTabSz="914400" rtl="0" eaLnBrk="1" fontAlgn="auto" latinLnBrk="0" hangingPunct="1">
              <a:lnSpc>
                <a:spcPct val="100000"/>
              </a:lnSpc>
              <a:spcBef>
                <a:spcPts val="15"/>
              </a:spcBef>
              <a:spcAft>
                <a:spcPts val="0"/>
              </a:spcAft>
              <a:buClrTx/>
              <a:buSzTx/>
              <a:buFontTx/>
              <a:buNone/>
              <a:tabLst/>
              <a:defRPr/>
            </a:pPr>
            <a:fld id="{81D60167-4931-47E6-BA6A-407CBD079E47}" type="slidenum">
              <a:rPr kumimoji="0" sz="900" b="0" i="0" u="none" strike="noStrike" kern="0" cap="none" spc="-25" normalizeH="0" baseline="0" noProof="0" dirty="0">
                <a:ln>
                  <a:noFill/>
                </a:ln>
                <a:solidFill>
                  <a:prstClr val="white"/>
                </a:solidFill>
                <a:effectLst/>
                <a:uLnTx/>
                <a:uFillTx/>
                <a:latin typeface="Arial MT"/>
                <a:ea typeface="+mn-ea"/>
              </a:rPr>
              <a:pPr marL="38100" marR="0" lvl="0" indent="0" algn="l" defTabSz="914400" rtl="0" eaLnBrk="1" fontAlgn="auto" latinLnBrk="0" hangingPunct="1">
                <a:lnSpc>
                  <a:spcPct val="100000"/>
                </a:lnSpc>
                <a:spcBef>
                  <a:spcPts val="15"/>
                </a:spcBef>
                <a:spcAft>
                  <a:spcPts val="0"/>
                </a:spcAft>
                <a:buClrTx/>
                <a:buSzTx/>
                <a:buFontTx/>
                <a:buNone/>
                <a:tabLst/>
                <a:defRPr/>
              </a:pPr>
              <a:t>10</a:t>
            </a:fld>
            <a:endParaRPr kumimoji="0" sz="900" b="0" i="0" u="none" strike="noStrike" kern="0" cap="none" spc="-25" normalizeH="0" baseline="0" noProof="0" dirty="0">
              <a:ln>
                <a:noFill/>
              </a:ln>
              <a:solidFill>
                <a:prstClr val="white"/>
              </a:solidFill>
              <a:effectLst/>
              <a:uLnTx/>
              <a:uFillTx/>
              <a:latin typeface="Arial MT"/>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90913" y="6485331"/>
            <a:ext cx="162560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0" normalizeH="0" baseline="0" noProof="0" dirty="0">
                <a:ln>
                  <a:noFill/>
                </a:ln>
                <a:solidFill>
                  <a:srgbClr val="FFFFFF"/>
                </a:solidFill>
                <a:effectLst/>
                <a:uLnTx/>
                <a:uFillTx/>
                <a:latin typeface="Arial MT"/>
                <a:ea typeface="+mn-ea"/>
                <a:cs typeface="Arial MT"/>
              </a:rPr>
              <a:t>QuantumBlack,</a:t>
            </a:r>
            <a:r>
              <a:rPr kumimoji="0" sz="900" b="0" i="0" u="none" strike="noStrike" kern="0" cap="none" spc="-50" normalizeH="0" baseline="0" noProof="0" dirty="0">
                <a:ln>
                  <a:noFill/>
                </a:ln>
                <a:solidFill>
                  <a:srgbClr val="FFFFFF"/>
                </a:solidFill>
                <a:effectLst/>
                <a:uLnTx/>
                <a:uFillTx/>
                <a:latin typeface="Arial MT"/>
                <a:ea typeface="+mn-ea"/>
                <a:cs typeface="Arial MT"/>
              </a:rPr>
              <a:t> </a:t>
            </a:r>
            <a:r>
              <a:rPr kumimoji="0" sz="900" b="0" i="0" u="none" strike="noStrike" kern="0" cap="none" spc="0" normalizeH="0" baseline="0" noProof="0" dirty="0">
                <a:ln>
                  <a:noFill/>
                </a:ln>
                <a:solidFill>
                  <a:srgbClr val="FFFFFF"/>
                </a:solidFill>
                <a:effectLst/>
                <a:uLnTx/>
                <a:uFillTx/>
                <a:latin typeface="Arial MT"/>
                <a:ea typeface="+mn-ea"/>
                <a:cs typeface="Arial MT"/>
              </a:rPr>
              <a:t>AI by</a:t>
            </a:r>
            <a:r>
              <a:rPr kumimoji="0" sz="900" b="0" i="0" u="none" strike="noStrike" kern="0" cap="none" spc="-10" normalizeH="0" baseline="0" noProof="0" dirty="0">
                <a:ln>
                  <a:noFill/>
                </a:ln>
                <a:solidFill>
                  <a:srgbClr val="FFFFFF"/>
                </a:solidFill>
                <a:effectLst/>
                <a:uLnTx/>
                <a:uFillTx/>
                <a:latin typeface="Arial MT"/>
                <a:ea typeface="+mn-ea"/>
                <a:cs typeface="Arial MT"/>
              </a:rPr>
              <a:t> McKinsey</a:t>
            </a:r>
            <a:endParaRPr kumimoji="0" sz="9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3" name="object 3"/>
          <p:cNvSpPr txBox="1"/>
          <p:nvPr/>
        </p:nvSpPr>
        <p:spPr>
          <a:xfrm>
            <a:off x="11499342" y="6485940"/>
            <a:ext cx="153670" cy="162560"/>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900" b="0" i="0" u="none" strike="noStrike" kern="0" cap="none" spc="-25" normalizeH="0" baseline="0" noProof="0" dirty="0">
                <a:ln>
                  <a:noFill/>
                </a:ln>
                <a:solidFill>
                  <a:srgbClr val="FFFFFF"/>
                </a:solidFill>
                <a:effectLst/>
                <a:uLnTx/>
                <a:uFillTx/>
                <a:latin typeface="Arial MT"/>
                <a:ea typeface="+mn-ea"/>
                <a:cs typeface="Arial MT"/>
              </a:rPr>
              <a:t>15</a:t>
            </a:r>
            <a:endParaRPr kumimoji="0" sz="9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4" name="object 4"/>
          <p:cNvSpPr/>
          <p:nvPr/>
        </p:nvSpPr>
        <p:spPr>
          <a:xfrm>
            <a:off x="564870" y="1748282"/>
            <a:ext cx="3380104" cy="0"/>
          </a:xfrm>
          <a:custGeom>
            <a:avLst/>
            <a:gdLst/>
            <a:ahLst/>
            <a:cxnLst/>
            <a:rect l="l" t="t" r="r" b="b"/>
            <a:pathLst>
              <a:path w="3380104">
                <a:moveTo>
                  <a:pt x="0" y="0"/>
                </a:moveTo>
                <a:lnTo>
                  <a:pt x="3379749" y="0"/>
                </a:lnTo>
              </a:path>
            </a:pathLst>
          </a:custGeom>
          <a:ln w="1270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nvGrpSpPr>
          <p:cNvPr id="5" name="object 5"/>
          <p:cNvGrpSpPr/>
          <p:nvPr/>
        </p:nvGrpSpPr>
        <p:grpSpPr>
          <a:xfrm>
            <a:off x="528510" y="3475672"/>
            <a:ext cx="3408679" cy="2974340"/>
            <a:chOff x="528510" y="3475672"/>
            <a:chExt cx="3408679" cy="2974340"/>
          </a:xfrm>
        </p:grpSpPr>
        <p:sp>
          <p:nvSpPr>
            <p:cNvPr id="6" name="object 6"/>
            <p:cNvSpPr/>
            <p:nvPr/>
          </p:nvSpPr>
          <p:spPr>
            <a:xfrm>
              <a:off x="542798" y="3489959"/>
              <a:ext cx="3380104" cy="2945765"/>
            </a:xfrm>
            <a:custGeom>
              <a:avLst/>
              <a:gdLst/>
              <a:ahLst/>
              <a:cxnLst/>
              <a:rect l="l" t="t" r="r" b="b"/>
              <a:pathLst>
                <a:path w="3380104" h="2945765">
                  <a:moveTo>
                    <a:pt x="2888741" y="0"/>
                  </a:moveTo>
                  <a:lnTo>
                    <a:pt x="490931" y="0"/>
                  </a:lnTo>
                  <a:lnTo>
                    <a:pt x="443651" y="2247"/>
                  </a:lnTo>
                  <a:lnTo>
                    <a:pt x="397643" y="8853"/>
                  </a:lnTo>
                  <a:lnTo>
                    <a:pt x="353112" y="19612"/>
                  </a:lnTo>
                  <a:lnTo>
                    <a:pt x="310264" y="34317"/>
                  </a:lnTo>
                  <a:lnTo>
                    <a:pt x="269304" y="52763"/>
                  </a:lnTo>
                  <a:lnTo>
                    <a:pt x="230439" y="74744"/>
                  </a:lnTo>
                  <a:lnTo>
                    <a:pt x="193875" y="100054"/>
                  </a:lnTo>
                  <a:lnTo>
                    <a:pt x="159816" y="128487"/>
                  </a:lnTo>
                  <a:lnTo>
                    <a:pt x="128469" y="159838"/>
                  </a:lnTo>
                  <a:lnTo>
                    <a:pt x="100039" y="193901"/>
                  </a:lnTo>
                  <a:lnTo>
                    <a:pt x="74732" y="230470"/>
                  </a:lnTo>
                  <a:lnTo>
                    <a:pt x="52755" y="269339"/>
                  </a:lnTo>
                  <a:lnTo>
                    <a:pt x="34311" y="310302"/>
                  </a:lnTo>
                  <a:lnTo>
                    <a:pt x="19609" y="353154"/>
                  </a:lnTo>
                  <a:lnTo>
                    <a:pt x="8852" y="397688"/>
                  </a:lnTo>
                  <a:lnTo>
                    <a:pt x="2247" y="443699"/>
                  </a:lnTo>
                  <a:lnTo>
                    <a:pt x="0" y="490981"/>
                  </a:lnTo>
                  <a:lnTo>
                    <a:pt x="0" y="2454617"/>
                  </a:lnTo>
                  <a:lnTo>
                    <a:pt x="2247" y="2501899"/>
                  </a:lnTo>
                  <a:lnTo>
                    <a:pt x="8852" y="2547909"/>
                  </a:lnTo>
                  <a:lnTo>
                    <a:pt x="19609" y="2592442"/>
                  </a:lnTo>
                  <a:lnTo>
                    <a:pt x="34311" y="2635291"/>
                  </a:lnTo>
                  <a:lnTo>
                    <a:pt x="52755" y="2676252"/>
                  </a:lnTo>
                  <a:lnTo>
                    <a:pt x="74732" y="2715118"/>
                  </a:lnTo>
                  <a:lnTo>
                    <a:pt x="100039" y="2751684"/>
                  </a:lnTo>
                  <a:lnTo>
                    <a:pt x="128469" y="2785743"/>
                  </a:lnTo>
                  <a:lnTo>
                    <a:pt x="159816" y="2817091"/>
                  </a:lnTo>
                  <a:lnTo>
                    <a:pt x="193875" y="2845521"/>
                  </a:lnTo>
                  <a:lnTo>
                    <a:pt x="230439" y="2870828"/>
                  </a:lnTo>
                  <a:lnTo>
                    <a:pt x="269304" y="2892806"/>
                  </a:lnTo>
                  <a:lnTo>
                    <a:pt x="310264" y="2911249"/>
                  </a:lnTo>
                  <a:lnTo>
                    <a:pt x="353112" y="2925952"/>
                  </a:lnTo>
                  <a:lnTo>
                    <a:pt x="397643" y="2936709"/>
                  </a:lnTo>
                  <a:lnTo>
                    <a:pt x="443651" y="2943314"/>
                  </a:lnTo>
                  <a:lnTo>
                    <a:pt x="490931" y="2945561"/>
                  </a:lnTo>
                  <a:lnTo>
                    <a:pt x="2888741" y="2945561"/>
                  </a:lnTo>
                  <a:lnTo>
                    <a:pt x="2936024" y="2943314"/>
                  </a:lnTo>
                  <a:lnTo>
                    <a:pt x="2982035" y="2936709"/>
                  </a:lnTo>
                  <a:lnTo>
                    <a:pt x="3026569" y="2925952"/>
                  </a:lnTo>
                  <a:lnTo>
                    <a:pt x="3069421" y="2911249"/>
                  </a:lnTo>
                  <a:lnTo>
                    <a:pt x="3110384" y="2892806"/>
                  </a:lnTo>
                  <a:lnTo>
                    <a:pt x="3149253" y="2870828"/>
                  </a:lnTo>
                  <a:lnTo>
                    <a:pt x="3185822" y="2845521"/>
                  </a:lnTo>
                  <a:lnTo>
                    <a:pt x="3219885" y="2817091"/>
                  </a:lnTo>
                  <a:lnTo>
                    <a:pt x="3251236" y="2785743"/>
                  </a:lnTo>
                  <a:lnTo>
                    <a:pt x="3279669" y="2751684"/>
                  </a:lnTo>
                  <a:lnTo>
                    <a:pt x="3304979" y="2715118"/>
                  </a:lnTo>
                  <a:lnTo>
                    <a:pt x="3326960" y="2676252"/>
                  </a:lnTo>
                  <a:lnTo>
                    <a:pt x="3345406" y="2635291"/>
                  </a:lnTo>
                  <a:lnTo>
                    <a:pt x="3360111" y="2592442"/>
                  </a:lnTo>
                  <a:lnTo>
                    <a:pt x="3370870" y="2547909"/>
                  </a:lnTo>
                  <a:lnTo>
                    <a:pt x="3377476" y="2501899"/>
                  </a:lnTo>
                  <a:lnTo>
                    <a:pt x="3379724" y="2454617"/>
                  </a:lnTo>
                  <a:lnTo>
                    <a:pt x="3379724" y="490981"/>
                  </a:lnTo>
                  <a:lnTo>
                    <a:pt x="3377476" y="443699"/>
                  </a:lnTo>
                  <a:lnTo>
                    <a:pt x="3370870" y="397688"/>
                  </a:lnTo>
                  <a:lnTo>
                    <a:pt x="3360111" y="353154"/>
                  </a:lnTo>
                  <a:lnTo>
                    <a:pt x="3345406" y="310302"/>
                  </a:lnTo>
                  <a:lnTo>
                    <a:pt x="3326960" y="269339"/>
                  </a:lnTo>
                  <a:lnTo>
                    <a:pt x="3304979" y="230470"/>
                  </a:lnTo>
                  <a:lnTo>
                    <a:pt x="3279669" y="193901"/>
                  </a:lnTo>
                  <a:lnTo>
                    <a:pt x="3251236" y="159838"/>
                  </a:lnTo>
                  <a:lnTo>
                    <a:pt x="3219885" y="128487"/>
                  </a:lnTo>
                  <a:lnTo>
                    <a:pt x="3185822" y="100054"/>
                  </a:lnTo>
                  <a:lnTo>
                    <a:pt x="3149253" y="74744"/>
                  </a:lnTo>
                  <a:lnTo>
                    <a:pt x="3110384" y="52763"/>
                  </a:lnTo>
                  <a:lnTo>
                    <a:pt x="3069421" y="34317"/>
                  </a:lnTo>
                  <a:lnTo>
                    <a:pt x="3026569" y="19612"/>
                  </a:lnTo>
                  <a:lnTo>
                    <a:pt x="2982035" y="8853"/>
                  </a:lnTo>
                  <a:lnTo>
                    <a:pt x="2936024" y="2247"/>
                  </a:lnTo>
                  <a:lnTo>
                    <a:pt x="2888741"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 name="object 7"/>
            <p:cNvSpPr/>
            <p:nvPr/>
          </p:nvSpPr>
          <p:spPr>
            <a:xfrm>
              <a:off x="542798" y="3489959"/>
              <a:ext cx="3380104" cy="2945765"/>
            </a:xfrm>
            <a:custGeom>
              <a:avLst/>
              <a:gdLst/>
              <a:ahLst/>
              <a:cxnLst/>
              <a:rect l="l" t="t" r="r" b="b"/>
              <a:pathLst>
                <a:path w="3380104" h="2945765">
                  <a:moveTo>
                    <a:pt x="0" y="490981"/>
                  </a:moveTo>
                  <a:lnTo>
                    <a:pt x="2247" y="443699"/>
                  </a:lnTo>
                  <a:lnTo>
                    <a:pt x="8852" y="397688"/>
                  </a:lnTo>
                  <a:lnTo>
                    <a:pt x="19609" y="353154"/>
                  </a:lnTo>
                  <a:lnTo>
                    <a:pt x="34311" y="310302"/>
                  </a:lnTo>
                  <a:lnTo>
                    <a:pt x="52755" y="269339"/>
                  </a:lnTo>
                  <a:lnTo>
                    <a:pt x="74732" y="230470"/>
                  </a:lnTo>
                  <a:lnTo>
                    <a:pt x="100039" y="193901"/>
                  </a:lnTo>
                  <a:lnTo>
                    <a:pt x="128469" y="159838"/>
                  </a:lnTo>
                  <a:lnTo>
                    <a:pt x="159816" y="128487"/>
                  </a:lnTo>
                  <a:lnTo>
                    <a:pt x="193875" y="100054"/>
                  </a:lnTo>
                  <a:lnTo>
                    <a:pt x="230439" y="74744"/>
                  </a:lnTo>
                  <a:lnTo>
                    <a:pt x="269304" y="52763"/>
                  </a:lnTo>
                  <a:lnTo>
                    <a:pt x="310264" y="34317"/>
                  </a:lnTo>
                  <a:lnTo>
                    <a:pt x="353112" y="19612"/>
                  </a:lnTo>
                  <a:lnTo>
                    <a:pt x="397643" y="8853"/>
                  </a:lnTo>
                  <a:lnTo>
                    <a:pt x="443651" y="2247"/>
                  </a:lnTo>
                  <a:lnTo>
                    <a:pt x="490931" y="0"/>
                  </a:lnTo>
                  <a:lnTo>
                    <a:pt x="2888741" y="0"/>
                  </a:lnTo>
                  <a:lnTo>
                    <a:pt x="2936024" y="2247"/>
                  </a:lnTo>
                  <a:lnTo>
                    <a:pt x="2982035" y="8853"/>
                  </a:lnTo>
                  <a:lnTo>
                    <a:pt x="3026569" y="19612"/>
                  </a:lnTo>
                  <a:lnTo>
                    <a:pt x="3069421" y="34317"/>
                  </a:lnTo>
                  <a:lnTo>
                    <a:pt x="3110384" y="52763"/>
                  </a:lnTo>
                  <a:lnTo>
                    <a:pt x="3149253" y="74744"/>
                  </a:lnTo>
                  <a:lnTo>
                    <a:pt x="3185822" y="100054"/>
                  </a:lnTo>
                  <a:lnTo>
                    <a:pt x="3219885" y="128487"/>
                  </a:lnTo>
                  <a:lnTo>
                    <a:pt x="3251236" y="159838"/>
                  </a:lnTo>
                  <a:lnTo>
                    <a:pt x="3279669" y="193901"/>
                  </a:lnTo>
                  <a:lnTo>
                    <a:pt x="3304979" y="230470"/>
                  </a:lnTo>
                  <a:lnTo>
                    <a:pt x="3326960" y="269339"/>
                  </a:lnTo>
                  <a:lnTo>
                    <a:pt x="3345406" y="310302"/>
                  </a:lnTo>
                  <a:lnTo>
                    <a:pt x="3360111" y="353154"/>
                  </a:lnTo>
                  <a:lnTo>
                    <a:pt x="3370870" y="397688"/>
                  </a:lnTo>
                  <a:lnTo>
                    <a:pt x="3377476" y="443699"/>
                  </a:lnTo>
                  <a:lnTo>
                    <a:pt x="3379724" y="490981"/>
                  </a:lnTo>
                  <a:lnTo>
                    <a:pt x="3379724" y="2454617"/>
                  </a:lnTo>
                  <a:lnTo>
                    <a:pt x="3377476" y="2501899"/>
                  </a:lnTo>
                  <a:lnTo>
                    <a:pt x="3370870" y="2547909"/>
                  </a:lnTo>
                  <a:lnTo>
                    <a:pt x="3360111" y="2592442"/>
                  </a:lnTo>
                  <a:lnTo>
                    <a:pt x="3345406" y="2635291"/>
                  </a:lnTo>
                  <a:lnTo>
                    <a:pt x="3326960" y="2676252"/>
                  </a:lnTo>
                  <a:lnTo>
                    <a:pt x="3304979" y="2715118"/>
                  </a:lnTo>
                  <a:lnTo>
                    <a:pt x="3279669" y="2751684"/>
                  </a:lnTo>
                  <a:lnTo>
                    <a:pt x="3251236" y="2785743"/>
                  </a:lnTo>
                  <a:lnTo>
                    <a:pt x="3219885" y="2817091"/>
                  </a:lnTo>
                  <a:lnTo>
                    <a:pt x="3185822" y="2845521"/>
                  </a:lnTo>
                  <a:lnTo>
                    <a:pt x="3149253" y="2870828"/>
                  </a:lnTo>
                  <a:lnTo>
                    <a:pt x="3110384" y="2892806"/>
                  </a:lnTo>
                  <a:lnTo>
                    <a:pt x="3069421" y="2911249"/>
                  </a:lnTo>
                  <a:lnTo>
                    <a:pt x="3026569" y="2925952"/>
                  </a:lnTo>
                  <a:lnTo>
                    <a:pt x="2982035" y="2936709"/>
                  </a:lnTo>
                  <a:lnTo>
                    <a:pt x="2936024" y="2943314"/>
                  </a:lnTo>
                  <a:lnTo>
                    <a:pt x="2888741" y="2945561"/>
                  </a:lnTo>
                  <a:lnTo>
                    <a:pt x="490931" y="2945561"/>
                  </a:lnTo>
                  <a:lnTo>
                    <a:pt x="443651" y="2943314"/>
                  </a:lnTo>
                  <a:lnTo>
                    <a:pt x="397643" y="2936709"/>
                  </a:lnTo>
                  <a:lnTo>
                    <a:pt x="353112" y="2925952"/>
                  </a:lnTo>
                  <a:lnTo>
                    <a:pt x="310264" y="2911249"/>
                  </a:lnTo>
                  <a:lnTo>
                    <a:pt x="269304" y="2892806"/>
                  </a:lnTo>
                  <a:lnTo>
                    <a:pt x="230439" y="2870828"/>
                  </a:lnTo>
                  <a:lnTo>
                    <a:pt x="193875" y="2845521"/>
                  </a:lnTo>
                  <a:lnTo>
                    <a:pt x="159816" y="2817091"/>
                  </a:lnTo>
                  <a:lnTo>
                    <a:pt x="128469" y="2785743"/>
                  </a:lnTo>
                  <a:lnTo>
                    <a:pt x="100039" y="2751684"/>
                  </a:lnTo>
                  <a:lnTo>
                    <a:pt x="74732" y="2715118"/>
                  </a:lnTo>
                  <a:lnTo>
                    <a:pt x="52755" y="2676252"/>
                  </a:lnTo>
                  <a:lnTo>
                    <a:pt x="34311" y="2635291"/>
                  </a:lnTo>
                  <a:lnTo>
                    <a:pt x="19609" y="2592442"/>
                  </a:lnTo>
                  <a:lnTo>
                    <a:pt x="8852" y="2547909"/>
                  </a:lnTo>
                  <a:lnTo>
                    <a:pt x="2247" y="2501899"/>
                  </a:lnTo>
                  <a:lnTo>
                    <a:pt x="0" y="2454617"/>
                  </a:lnTo>
                  <a:lnTo>
                    <a:pt x="0" y="490981"/>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8" name="object 8"/>
          <p:cNvSpPr txBox="1"/>
          <p:nvPr/>
        </p:nvSpPr>
        <p:spPr>
          <a:xfrm>
            <a:off x="614993" y="4120001"/>
            <a:ext cx="196215" cy="1513205"/>
          </a:xfrm>
          <a:prstGeom prst="rect">
            <a:avLst/>
          </a:prstGeom>
        </p:spPr>
        <p:txBody>
          <a:bodyPr vert="vert270" wrap="square" lIns="0" tIns="0" rIns="0" bIns="0" rtlCol="0">
            <a:spAutoFit/>
          </a:bodyPr>
          <a:lstStyle/>
          <a:p>
            <a:pPr marL="12700" marR="0" lvl="0" indent="0" algn="l" defTabSz="914400" rtl="0" eaLnBrk="1" fontAlgn="auto" latinLnBrk="0" hangingPunct="1">
              <a:lnSpc>
                <a:spcPts val="1425"/>
              </a:lnSpc>
              <a:spcBef>
                <a:spcPts val="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Solution</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capabilities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9" name="object 9"/>
          <p:cNvSpPr txBox="1">
            <a:spLocks noGrp="1"/>
          </p:cNvSpPr>
          <p:nvPr>
            <p:ph type="title"/>
          </p:nvPr>
        </p:nvSpPr>
        <p:spPr>
          <a:xfrm>
            <a:off x="542036" y="119583"/>
            <a:ext cx="10629265" cy="787400"/>
          </a:xfrm>
          <a:prstGeom prst="rect">
            <a:avLst/>
          </a:prstGeom>
        </p:spPr>
        <p:txBody>
          <a:bodyPr vert="horz" wrap="square" lIns="0" tIns="12065" rIns="0" bIns="0" rtlCol="0">
            <a:spAutoFit/>
          </a:bodyPr>
          <a:lstStyle/>
          <a:p>
            <a:pPr marL="12700">
              <a:lnSpc>
                <a:spcPct val="100000"/>
              </a:lnSpc>
              <a:spcBef>
                <a:spcPts val="95"/>
              </a:spcBef>
            </a:pPr>
            <a:r>
              <a:rPr sz="2500" dirty="0"/>
              <a:t>…but</a:t>
            </a:r>
            <a:r>
              <a:rPr sz="2500" spc="-55" dirty="0"/>
              <a:t> </a:t>
            </a:r>
            <a:r>
              <a:rPr sz="2500" dirty="0"/>
              <a:t>existing</a:t>
            </a:r>
            <a:r>
              <a:rPr sz="2500" spc="-35" dirty="0"/>
              <a:t> </a:t>
            </a:r>
            <a:r>
              <a:rPr sz="2500" dirty="0"/>
              <a:t>tools</a:t>
            </a:r>
            <a:r>
              <a:rPr sz="2500" spc="-40" dirty="0"/>
              <a:t> </a:t>
            </a:r>
            <a:r>
              <a:rPr sz="2500" dirty="0"/>
              <a:t>have</a:t>
            </a:r>
            <a:r>
              <a:rPr sz="2500" spc="-35" dirty="0"/>
              <a:t> </a:t>
            </a:r>
            <a:r>
              <a:rPr sz="2500" dirty="0"/>
              <a:t>limited</a:t>
            </a:r>
            <a:r>
              <a:rPr sz="2500" spc="-40" dirty="0"/>
              <a:t> </a:t>
            </a:r>
            <a:r>
              <a:rPr sz="2500" spc="-10" dirty="0"/>
              <a:t>functionalities,</a:t>
            </a:r>
            <a:r>
              <a:rPr sz="2500" spc="-50" dirty="0"/>
              <a:t> </a:t>
            </a:r>
            <a:r>
              <a:rPr sz="2500" dirty="0"/>
              <a:t>and</a:t>
            </a:r>
            <a:r>
              <a:rPr sz="2500" spc="-45" dirty="0"/>
              <a:t> </a:t>
            </a:r>
            <a:r>
              <a:rPr sz="2500" dirty="0"/>
              <a:t>are</a:t>
            </a:r>
            <a:r>
              <a:rPr sz="2500" spc="-35" dirty="0"/>
              <a:t> </a:t>
            </a:r>
            <a:r>
              <a:rPr sz="2500" dirty="0"/>
              <a:t>lacking</a:t>
            </a:r>
            <a:r>
              <a:rPr sz="2500" spc="-50" dirty="0"/>
              <a:t> a</a:t>
            </a:r>
            <a:endParaRPr sz="2500"/>
          </a:p>
          <a:p>
            <a:pPr marL="12700">
              <a:lnSpc>
                <a:spcPct val="100000"/>
              </a:lnSpc>
              <a:spcBef>
                <a:spcPts val="5"/>
              </a:spcBef>
            </a:pPr>
            <a:r>
              <a:rPr sz="2500" dirty="0"/>
              <a:t>comprehensive</a:t>
            </a:r>
            <a:r>
              <a:rPr sz="2500" spc="-85" dirty="0"/>
              <a:t> </a:t>
            </a:r>
            <a:r>
              <a:rPr sz="2500" dirty="0"/>
              <a:t>approach</a:t>
            </a:r>
            <a:r>
              <a:rPr sz="2500" spc="-75" dirty="0"/>
              <a:t> </a:t>
            </a:r>
            <a:r>
              <a:rPr sz="2500" dirty="0"/>
              <a:t>to</a:t>
            </a:r>
            <a:r>
              <a:rPr sz="2500" spc="-100" dirty="0"/>
              <a:t> </a:t>
            </a:r>
            <a:r>
              <a:rPr sz="2500" dirty="0"/>
              <a:t>GEO</a:t>
            </a:r>
            <a:r>
              <a:rPr sz="2500" spc="-90" dirty="0"/>
              <a:t> </a:t>
            </a:r>
            <a:r>
              <a:rPr sz="2500" dirty="0"/>
              <a:t>beyond</a:t>
            </a:r>
            <a:r>
              <a:rPr sz="2500" spc="-95" dirty="0"/>
              <a:t> </a:t>
            </a:r>
            <a:r>
              <a:rPr sz="2500" spc="-10" dirty="0"/>
              <a:t>tooling</a:t>
            </a:r>
            <a:endParaRPr sz="2500"/>
          </a:p>
        </p:txBody>
      </p:sp>
      <p:sp>
        <p:nvSpPr>
          <p:cNvPr id="10" name="object 10"/>
          <p:cNvSpPr txBox="1"/>
          <p:nvPr/>
        </p:nvSpPr>
        <p:spPr>
          <a:xfrm>
            <a:off x="542036" y="902335"/>
            <a:ext cx="6426200" cy="26924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600" b="0" i="0" u="none" strike="noStrike" kern="0" cap="none" spc="0" normalizeH="0" baseline="0" noProof="0" dirty="0">
                <a:ln>
                  <a:noFill/>
                </a:ln>
                <a:solidFill>
                  <a:srgbClr val="FFFFFF"/>
                </a:solidFill>
                <a:effectLst/>
                <a:uLnTx/>
                <a:uFillTx/>
                <a:latin typeface="Arial MT"/>
                <a:ea typeface="+mn-ea"/>
                <a:cs typeface="Arial MT"/>
              </a:rPr>
              <a:t>GEO</a:t>
            </a:r>
            <a:r>
              <a:rPr kumimoji="0" sz="1600" b="0" i="0" u="none" strike="noStrike" kern="0" cap="none" spc="-2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market</a:t>
            </a:r>
            <a:r>
              <a:rPr kumimoji="0" sz="1600" b="0" i="0" u="none" strike="noStrike" kern="0" cap="none" spc="-2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currently</a:t>
            </a:r>
            <a:r>
              <a:rPr kumimoji="0" sz="1600" b="0" i="0" u="none" strike="noStrike" kern="0" cap="none" spc="-2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focused</a:t>
            </a:r>
            <a:r>
              <a:rPr kumimoji="0" sz="1600" b="0" i="0" u="none" strike="noStrike" kern="0" cap="none" spc="-45"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on</a:t>
            </a:r>
            <a:r>
              <a:rPr kumimoji="0" sz="1600" b="0" i="0" u="none" strike="noStrike" kern="0" cap="none" spc="-25"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tooling</a:t>
            </a:r>
            <a:r>
              <a:rPr kumimoji="0" sz="1600" b="0" i="0" u="none" strike="noStrike" kern="0" cap="none" spc="-5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and</a:t>
            </a:r>
            <a:r>
              <a:rPr kumimoji="0" sz="1600" b="0" i="0" u="none" strike="noStrike" kern="0" cap="none" spc="-4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limited</a:t>
            </a:r>
            <a:r>
              <a:rPr kumimoji="0" sz="1600" b="0" i="0" u="none" strike="noStrike" kern="0" cap="none" spc="-5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to</a:t>
            </a:r>
            <a:r>
              <a:rPr kumimoji="0" sz="1600" b="0" i="0" u="none" strike="noStrike" kern="0" cap="none" spc="-30" normalizeH="0" baseline="0" noProof="0" dirty="0">
                <a:ln>
                  <a:noFill/>
                </a:ln>
                <a:solidFill>
                  <a:srgbClr val="FFFFFF"/>
                </a:solidFill>
                <a:effectLst/>
                <a:uLnTx/>
                <a:uFillTx/>
                <a:latin typeface="Arial MT"/>
                <a:ea typeface="+mn-ea"/>
                <a:cs typeface="Arial MT"/>
              </a:rPr>
              <a:t> </a:t>
            </a:r>
            <a:r>
              <a:rPr kumimoji="0" sz="1600" b="0" i="0" u="none" strike="noStrike" kern="0" cap="none" spc="0" normalizeH="0" baseline="0" noProof="0" dirty="0">
                <a:ln>
                  <a:noFill/>
                </a:ln>
                <a:solidFill>
                  <a:srgbClr val="FFFFFF"/>
                </a:solidFill>
                <a:effectLst/>
                <a:uLnTx/>
                <a:uFillTx/>
                <a:latin typeface="Arial MT"/>
                <a:ea typeface="+mn-ea"/>
                <a:cs typeface="Arial MT"/>
              </a:rPr>
              <a:t>visibility</a:t>
            </a:r>
            <a:r>
              <a:rPr kumimoji="0" sz="1600" b="0" i="0" u="none" strike="noStrike" kern="0" cap="none" spc="-55" normalizeH="0" baseline="0" noProof="0" dirty="0">
                <a:ln>
                  <a:noFill/>
                </a:ln>
                <a:solidFill>
                  <a:srgbClr val="FFFFFF"/>
                </a:solidFill>
                <a:effectLst/>
                <a:uLnTx/>
                <a:uFillTx/>
                <a:latin typeface="Arial MT"/>
                <a:ea typeface="+mn-ea"/>
                <a:cs typeface="Arial MT"/>
              </a:rPr>
              <a:t> </a:t>
            </a:r>
            <a:r>
              <a:rPr kumimoji="0" sz="1600" b="0" i="0" u="none" strike="noStrike" kern="0" cap="none" spc="-10" normalizeH="0" baseline="0" noProof="0" dirty="0">
                <a:ln>
                  <a:noFill/>
                </a:ln>
                <a:solidFill>
                  <a:srgbClr val="FFFFFF"/>
                </a:solidFill>
                <a:effectLst/>
                <a:uLnTx/>
                <a:uFillTx/>
                <a:latin typeface="Arial MT"/>
                <a:ea typeface="+mn-ea"/>
                <a:cs typeface="Arial MT"/>
              </a:rPr>
              <a:t>metrics</a:t>
            </a:r>
            <a:endParaRPr kumimoji="0" sz="1600" b="0" i="0" u="none" strike="noStrike" kern="0" cap="none" spc="0" normalizeH="0" baseline="0" noProof="0">
              <a:ln>
                <a:noFill/>
              </a:ln>
              <a:solidFill>
                <a:sysClr val="windowText" lastClr="000000"/>
              </a:solidFill>
              <a:effectLst/>
              <a:uLnTx/>
              <a:uFillTx/>
              <a:latin typeface="Arial MT"/>
              <a:ea typeface="+mn-ea"/>
              <a:cs typeface="Arial MT"/>
            </a:endParaRPr>
          </a:p>
        </p:txBody>
      </p:sp>
      <p:pic>
        <p:nvPicPr>
          <p:cNvPr id="11" name="object 11"/>
          <p:cNvPicPr/>
          <p:nvPr/>
        </p:nvPicPr>
        <p:blipFill>
          <a:blip r:embed="rId2" cstate="print"/>
          <a:stretch>
            <a:fillRect/>
          </a:stretch>
        </p:blipFill>
        <p:spPr>
          <a:xfrm>
            <a:off x="9794367" y="1298825"/>
            <a:ext cx="2390267" cy="5559171"/>
          </a:xfrm>
          <a:prstGeom prst="rect">
            <a:avLst/>
          </a:prstGeom>
        </p:spPr>
      </p:pic>
      <p:sp>
        <p:nvSpPr>
          <p:cNvPr id="12" name="object 12"/>
          <p:cNvSpPr txBox="1"/>
          <p:nvPr/>
        </p:nvSpPr>
        <p:spPr>
          <a:xfrm>
            <a:off x="10020045" y="1905380"/>
            <a:ext cx="1727200" cy="3629025"/>
          </a:xfrm>
          <a:prstGeom prst="rect">
            <a:avLst/>
          </a:prstGeom>
        </p:spPr>
        <p:txBody>
          <a:bodyPr vert="horz" wrap="square" lIns="0" tIns="12700" rIns="0" bIns="0" rtlCol="0">
            <a:spAutoFit/>
          </a:bodyPr>
          <a:lstStyle/>
          <a:p>
            <a:pPr marL="238125" marR="11430" lvl="0" indent="-226060" algn="l" defTabSz="914400" rtl="0" eaLnBrk="1" fontAlgn="auto" latinLnBrk="0" hangingPunct="1">
              <a:lnSpc>
                <a:spcPct val="100000"/>
              </a:lnSpc>
              <a:spcBef>
                <a:spcPts val="100"/>
              </a:spcBef>
              <a:spcAft>
                <a:spcPts val="0"/>
              </a:spcAft>
              <a:buClrTx/>
              <a:buSzTx/>
              <a:buFont typeface="Wingdings"/>
              <a:buChar char=""/>
              <a:tabLst>
                <a:tab pos="238125" algn="l"/>
              </a:tabLst>
              <a:defRPr/>
            </a:pPr>
            <a:r>
              <a:rPr kumimoji="0" sz="1200" b="1" i="0" u="none" strike="noStrike" kern="0" cap="none" spc="0" normalizeH="0" baseline="0" noProof="0" dirty="0">
                <a:ln>
                  <a:noFill/>
                </a:ln>
                <a:solidFill>
                  <a:srgbClr val="FFFFFF"/>
                </a:solidFill>
                <a:effectLst/>
                <a:uLnTx/>
                <a:uFillTx/>
                <a:latin typeface="Arial"/>
                <a:ea typeface="+mn-ea"/>
                <a:cs typeface="Arial"/>
              </a:rPr>
              <a:t>GEO</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landscape</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25" normalizeH="0" baseline="0" noProof="0" dirty="0">
                <a:ln>
                  <a:noFill/>
                </a:ln>
                <a:solidFill>
                  <a:srgbClr val="FFFFFF"/>
                </a:solidFill>
                <a:effectLst/>
                <a:uLnTx/>
                <a:uFillTx/>
                <a:latin typeface="Arial"/>
                <a:ea typeface="+mn-ea"/>
                <a:cs typeface="Arial"/>
              </a:rPr>
              <a:t>is </a:t>
            </a:r>
            <a:r>
              <a:rPr kumimoji="0" sz="1200" b="1" i="0" u="none" strike="noStrike" kern="0" cap="none" spc="0" normalizeH="0" baseline="0" noProof="0" dirty="0">
                <a:ln>
                  <a:noFill/>
                </a:ln>
                <a:solidFill>
                  <a:srgbClr val="FFFFFF"/>
                </a:solidFill>
                <a:effectLst/>
                <a:uLnTx/>
                <a:uFillTx/>
                <a:latin typeface="Arial"/>
                <a:ea typeface="+mn-ea"/>
                <a:cs typeface="Arial"/>
              </a:rPr>
              <a:t>fragmented</a:t>
            </a:r>
            <a:r>
              <a:rPr kumimoji="0" sz="1200" b="1" i="0" u="none" strike="noStrike" kern="0" cap="none" spc="-50" normalizeH="0" baseline="0" noProof="0" dirty="0">
                <a:ln>
                  <a:noFill/>
                </a:ln>
                <a:solidFill>
                  <a:srgbClr val="FFFFFF"/>
                </a:solidFill>
                <a:effectLst/>
                <a:uLnTx/>
                <a:uFillTx/>
                <a:latin typeface="Arial"/>
                <a:ea typeface="+mn-ea"/>
                <a:cs typeface="Arial"/>
              </a:rPr>
              <a:t> </a:t>
            </a:r>
            <a:r>
              <a:rPr kumimoji="0" sz="1200" b="0" i="0" u="none" strike="noStrike" kern="0" cap="none" spc="-20" normalizeH="0" baseline="0" noProof="0" dirty="0">
                <a:ln>
                  <a:noFill/>
                </a:ln>
                <a:solidFill>
                  <a:srgbClr val="FFFFFF"/>
                </a:solidFill>
                <a:effectLst/>
                <a:uLnTx/>
                <a:uFillTx/>
                <a:latin typeface="Arial MT"/>
                <a:ea typeface="+mn-ea"/>
                <a:cs typeface="Arial MT"/>
              </a:rPr>
              <a:t>with </a:t>
            </a:r>
            <a:r>
              <a:rPr kumimoji="0" sz="1200" b="0" i="0" u="none" strike="noStrike" kern="0" cap="none" spc="0" normalizeH="0" baseline="0" noProof="0" dirty="0">
                <a:ln>
                  <a:noFill/>
                </a:ln>
                <a:solidFill>
                  <a:srgbClr val="FFFFFF"/>
                </a:solidFill>
                <a:effectLst/>
                <a:uLnTx/>
                <a:uFillTx/>
                <a:latin typeface="Arial MT"/>
                <a:ea typeface="+mn-ea"/>
                <a:cs typeface="Arial MT"/>
              </a:rPr>
              <a:t>traditional</a:t>
            </a:r>
            <a:r>
              <a:rPr kumimoji="0" sz="1200" b="0" i="0" u="none" strike="noStrike" kern="0" cap="none" spc="-6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SEO</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firms, </a:t>
            </a:r>
            <a:r>
              <a:rPr kumimoji="0" sz="1200" b="0" i="0" u="none" strike="noStrike" kern="0" cap="none" spc="0" normalizeH="0" baseline="0" noProof="0" dirty="0">
                <a:ln>
                  <a:noFill/>
                </a:ln>
                <a:solidFill>
                  <a:srgbClr val="FFFFFF"/>
                </a:solidFill>
                <a:effectLst/>
                <a:uLnTx/>
                <a:uFillTx/>
                <a:latin typeface="Arial MT"/>
                <a:ea typeface="+mn-ea"/>
                <a:cs typeface="Arial MT"/>
              </a:rPr>
              <a:t>emerging</a:t>
            </a:r>
            <a:r>
              <a:rPr kumimoji="0" sz="1200" b="0" i="0" u="none" strike="noStrike" kern="0" cap="none" spc="-65" normalizeH="0" baseline="0" noProof="0" dirty="0">
                <a:ln>
                  <a:noFill/>
                </a:ln>
                <a:solidFill>
                  <a:srgbClr val="FFFFFF"/>
                </a:solidFill>
                <a:effectLst/>
                <a:uLnTx/>
                <a:uFillTx/>
                <a:latin typeface="Arial MT"/>
                <a:ea typeface="+mn-ea"/>
                <a:cs typeface="Arial MT"/>
              </a:rPr>
              <a:t> </a:t>
            </a:r>
            <a:r>
              <a:rPr kumimoji="0" sz="1200" b="0" i="0" u="none" strike="noStrike" kern="0" cap="none" spc="-25" normalizeH="0" baseline="0" noProof="0" dirty="0">
                <a:ln>
                  <a:noFill/>
                </a:ln>
                <a:solidFill>
                  <a:srgbClr val="FFFFFF"/>
                </a:solidFill>
                <a:effectLst/>
                <a:uLnTx/>
                <a:uFillTx/>
                <a:latin typeface="Arial MT"/>
                <a:ea typeface="+mn-ea"/>
                <a:cs typeface="Arial MT"/>
              </a:rPr>
              <a:t>GEO </a:t>
            </a:r>
            <a:r>
              <a:rPr kumimoji="0" sz="1200" b="0" i="0" u="none" strike="noStrike" kern="0" cap="none" spc="0" normalizeH="0" baseline="0" noProof="0" dirty="0">
                <a:ln>
                  <a:noFill/>
                </a:ln>
                <a:solidFill>
                  <a:srgbClr val="FFFFFF"/>
                </a:solidFill>
                <a:effectLst/>
                <a:uLnTx/>
                <a:uFillTx/>
                <a:latin typeface="Arial MT"/>
                <a:ea typeface="+mn-ea"/>
                <a:cs typeface="Arial MT"/>
              </a:rPr>
              <a:t>platforms,</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and</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25" normalizeH="0" baseline="0" noProof="0" dirty="0">
                <a:ln>
                  <a:noFill/>
                </a:ln>
                <a:solidFill>
                  <a:srgbClr val="FFFFFF"/>
                </a:solidFill>
                <a:effectLst/>
                <a:uLnTx/>
                <a:uFillTx/>
                <a:latin typeface="Arial MT"/>
                <a:ea typeface="+mn-ea"/>
                <a:cs typeface="Arial MT"/>
              </a:rPr>
              <a:t>big </a:t>
            </a:r>
            <a:r>
              <a:rPr kumimoji="0" sz="1200" b="0" i="0" u="none" strike="noStrike" kern="0" cap="none" spc="-20" normalizeH="0" baseline="0" noProof="0" dirty="0">
                <a:ln>
                  <a:noFill/>
                </a:ln>
                <a:solidFill>
                  <a:srgbClr val="FFFFFF"/>
                </a:solidFill>
                <a:effectLst/>
                <a:uLnTx/>
                <a:uFillTx/>
                <a:latin typeface="Arial MT"/>
                <a:ea typeface="+mn-ea"/>
                <a:cs typeface="Arial MT"/>
              </a:rPr>
              <a:t>MarTech</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players </a:t>
            </a:r>
            <a:r>
              <a:rPr kumimoji="0" sz="1200" b="0" i="0" u="none" strike="noStrike" kern="0" cap="none" spc="0" normalizeH="0" baseline="0" noProof="0" dirty="0">
                <a:ln>
                  <a:noFill/>
                </a:ln>
                <a:solidFill>
                  <a:srgbClr val="FFFFFF"/>
                </a:solidFill>
                <a:effectLst/>
                <a:uLnTx/>
                <a:uFillTx/>
                <a:latin typeface="Arial MT"/>
                <a:ea typeface="+mn-ea"/>
                <a:cs typeface="Arial MT"/>
              </a:rPr>
              <a:t>exploring</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new</a:t>
            </a:r>
            <a:r>
              <a:rPr kumimoji="0" sz="1200" b="0" i="0" u="none" strike="noStrike" kern="0" cap="none" spc="-3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metrics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a:p>
            <a:pPr marL="238125" marR="120014" lvl="0" indent="-226060" algn="l" defTabSz="914400" rtl="0" eaLnBrk="1" fontAlgn="auto" latinLnBrk="0" hangingPunct="1">
              <a:lnSpc>
                <a:spcPct val="100000"/>
              </a:lnSpc>
              <a:spcBef>
                <a:spcPts val="505"/>
              </a:spcBef>
              <a:spcAft>
                <a:spcPts val="0"/>
              </a:spcAft>
              <a:buClrTx/>
              <a:buSzTx/>
              <a:buFont typeface="Wingdings"/>
              <a:buChar char=""/>
              <a:tabLst>
                <a:tab pos="238125" algn="l"/>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GEO</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players</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20" normalizeH="0" baseline="0" noProof="0" dirty="0">
                <a:ln>
                  <a:noFill/>
                </a:ln>
                <a:solidFill>
                  <a:srgbClr val="FFFFFF"/>
                </a:solidFill>
                <a:effectLst/>
                <a:uLnTx/>
                <a:uFillTx/>
                <a:latin typeface="Arial MT"/>
                <a:ea typeface="+mn-ea"/>
                <a:cs typeface="Arial MT"/>
              </a:rPr>
              <a:t>focus </a:t>
            </a:r>
            <a:r>
              <a:rPr kumimoji="0" sz="1200" b="0" i="0" u="none" strike="noStrike" kern="0" cap="none" spc="0" normalizeH="0" baseline="0" noProof="0" dirty="0">
                <a:ln>
                  <a:noFill/>
                </a:ln>
                <a:solidFill>
                  <a:srgbClr val="FFFFFF"/>
                </a:solidFill>
                <a:effectLst/>
                <a:uLnTx/>
                <a:uFillTx/>
                <a:latin typeface="Arial MT"/>
                <a:ea typeface="+mn-ea"/>
                <a:cs typeface="Arial MT"/>
              </a:rPr>
              <a:t>primarily</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on</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tracking </a:t>
            </a:r>
            <a:r>
              <a:rPr kumimoji="0" sz="1200" b="0" i="0" u="none" strike="noStrike" kern="0" cap="none" spc="0" normalizeH="0" baseline="0" noProof="0" dirty="0">
                <a:ln>
                  <a:noFill/>
                </a:ln>
                <a:solidFill>
                  <a:srgbClr val="FFFFFF"/>
                </a:solidFill>
                <a:effectLst/>
                <a:uLnTx/>
                <a:uFillTx/>
                <a:latin typeface="Arial MT"/>
                <a:ea typeface="+mn-ea"/>
                <a:cs typeface="Arial MT"/>
              </a:rPr>
              <a:t>and</a:t>
            </a:r>
            <a:r>
              <a:rPr kumimoji="0" sz="1200" b="0" i="0" u="none" strike="noStrike" kern="0" cap="none" spc="-3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visibility</a:t>
            </a:r>
            <a:r>
              <a:rPr kumimoji="0" sz="1200" b="0" i="0" u="none" strike="noStrike" kern="0" cap="none" spc="-15" normalizeH="0" baseline="0" noProof="0" dirty="0">
                <a:ln>
                  <a:noFill/>
                </a:ln>
                <a:solidFill>
                  <a:srgbClr val="FFFFFF"/>
                </a:solidFill>
                <a:effectLst/>
                <a:uLnTx/>
                <a:uFillTx/>
                <a:latin typeface="Arial MT"/>
                <a:ea typeface="+mn-ea"/>
                <a:cs typeface="Arial MT"/>
              </a:rPr>
              <a:t> </a:t>
            </a:r>
            <a:r>
              <a:rPr kumimoji="0" sz="1200" b="1" i="0" u="none" strike="noStrike" kern="0" cap="none" spc="-20" normalizeH="0" baseline="0" noProof="0" dirty="0">
                <a:ln>
                  <a:noFill/>
                </a:ln>
                <a:solidFill>
                  <a:srgbClr val="FFFFFF"/>
                </a:solidFill>
                <a:effectLst/>
                <a:uLnTx/>
                <a:uFillTx/>
                <a:latin typeface="Arial"/>
                <a:ea typeface="+mn-ea"/>
                <a:cs typeface="Arial"/>
              </a:rPr>
              <a:t>with </a:t>
            </a:r>
            <a:r>
              <a:rPr kumimoji="0" sz="1200" b="1" i="0" u="none" strike="noStrike" kern="0" cap="none" spc="-10" normalizeH="0" baseline="0" noProof="0" dirty="0">
                <a:ln>
                  <a:noFill/>
                </a:ln>
                <a:solidFill>
                  <a:srgbClr val="FFFFFF"/>
                </a:solidFill>
                <a:effectLst/>
                <a:uLnTx/>
                <a:uFillTx/>
                <a:latin typeface="Arial"/>
                <a:ea typeface="+mn-ea"/>
                <a:cs typeface="Arial"/>
              </a:rPr>
              <a:t>limited/early</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25" normalizeH="0" baseline="0" noProof="0" dirty="0">
                <a:ln>
                  <a:noFill/>
                </a:ln>
                <a:solidFill>
                  <a:srgbClr val="FFFFFF"/>
                </a:solidFill>
                <a:effectLst/>
                <a:uLnTx/>
                <a:uFillTx/>
                <a:latin typeface="Arial"/>
                <a:ea typeface="+mn-ea"/>
                <a:cs typeface="Arial"/>
              </a:rPr>
              <a:t>on </a:t>
            </a:r>
            <a:r>
              <a:rPr kumimoji="0" sz="1200" b="1" i="0" u="none" strike="noStrike" kern="0" cap="none" spc="-10" normalizeH="0" baseline="0" noProof="0" dirty="0">
                <a:ln>
                  <a:noFill/>
                </a:ln>
                <a:solidFill>
                  <a:srgbClr val="FFFFFF"/>
                </a:solidFill>
                <a:effectLst/>
                <a:uLnTx/>
                <a:uFillTx/>
                <a:latin typeface="Arial"/>
                <a:ea typeface="+mn-ea"/>
                <a:cs typeface="Arial"/>
              </a:rPr>
              <a:t>optimization</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a:p>
            <a:pPr marL="238125" marR="5080" lvl="0" indent="-226060" algn="l" defTabSz="914400" rtl="0" eaLnBrk="1" fontAlgn="auto" latinLnBrk="0" hangingPunct="1">
              <a:lnSpc>
                <a:spcPct val="100000"/>
              </a:lnSpc>
              <a:spcBef>
                <a:spcPts val="505"/>
              </a:spcBef>
              <a:spcAft>
                <a:spcPts val="0"/>
              </a:spcAft>
              <a:buClrTx/>
              <a:buSzTx/>
              <a:buFont typeface="Wingdings"/>
              <a:buChar char=""/>
              <a:tabLst>
                <a:tab pos="238125" algn="l"/>
              </a:tabLst>
              <a:defRPr/>
            </a:pPr>
            <a:r>
              <a:rPr kumimoji="0" sz="1200" b="1" i="0" u="none" strike="noStrike" kern="0" cap="none" spc="0" normalizeH="0" baseline="0" noProof="0" dirty="0">
                <a:ln>
                  <a:noFill/>
                </a:ln>
                <a:solidFill>
                  <a:srgbClr val="FFFFFF"/>
                </a:solidFill>
                <a:effectLst/>
                <a:uLnTx/>
                <a:uFillTx/>
                <a:latin typeface="Arial"/>
                <a:ea typeface="+mn-ea"/>
                <a:cs typeface="Arial"/>
              </a:rPr>
              <a:t>None</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offer</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rewired </a:t>
            </a:r>
            <a:r>
              <a:rPr kumimoji="0" sz="1200" b="1" i="0" u="none" strike="noStrike" kern="0" cap="none" spc="0" normalizeH="0" baseline="0" noProof="0" dirty="0">
                <a:ln>
                  <a:noFill/>
                </a:ln>
                <a:solidFill>
                  <a:srgbClr val="FFFFFF"/>
                </a:solidFill>
                <a:effectLst/>
                <a:uLnTx/>
                <a:uFillTx/>
                <a:latin typeface="Arial"/>
                <a:ea typeface="+mn-ea"/>
                <a:cs typeface="Arial"/>
              </a:rPr>
              <a:t>operating</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model, </a:t>
            </a:r>
            <a:r>
              <a:rPr kumimoji="0" sz="1200" b="1" i="0" u="none" strike="noStrike" kern="0" cap="none" spc="0" normalizeH="0" baseline="0" noProof="0" dirty="0">
                <a:ln>
                  <a:noFill/>
                </a:ln>
                <a:solidFill>
                  <a:srgbClr val="FFFFFF"/>
                </a:solidFill>
                <a:effectLst/>
                <a:uLnTx/>
                <a:uFillTx/>
                <a:latin typeface="Arial"/>
                <a:ea typeface="+mn-ea"/>
                <a:cs typeface="Arial"/>
              </a:rPr>
              <a:t>and the</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closed-</a:t>
            </a:r>
            <a:r>
              <a:rPr kumimoji="0" sz="1200" b="1" i="0" u="none" strike="noStrike" kern="0" cap="none" spc="-20" normalizeH="0" baseline="0" noProof="0" dirty="0">
                <a:ln>
                  <a:noFill/>
                </a:ln>
                <a:solidFill>
                  <a:srgbClr val="FFFFFF"/>
                </a:solidFill>
                <a:effectLst/>
                <a:uLnTx/>
                <a:uFillTx/>
                <a:latin typeface="Arial"/>
                <a:ea typeface="+mn-ea"/>
                <a:cs typeface="Arial"/>
              </a:rPr>
              <a:t>loop </a:t>
            </a:r>
            <a:r>
              <a:rPr kumimoji="0" sz="1200" b="1" i="0" u="none" strike="noStrike" kern="0" cap="none" spc="0" normalizeH="0" baseline="0" noProof="0" dirty="0">
                <a:ln>
                  <a:noFill/>
                </a:ln>
                <a:solidFill>
                  <a:srgbClr val="FFFFFF"/>
                </a:solidFill>
                <a:effectLst/>
                <a:uLnTx/>
                <a:uFillTx/>
                <a:latin typeface="Arial"/>
                <a:ea typeface="+mn-ea"/>
                <a:cs typeface="Arial"/>
              </a:rPr>
              <a:t>execution</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0" i="0" u="none" strike="noStrike" kern="0" cap="none" spc="0" normalizeH="0" baseline="0" noProof="0" dirty="0">
                <a:ln>
                  <a:noFill/>
                </a:ln>
                <a:solidFill>
                  <a:srgbClr val="FFFFFF"/>
                </a:solidFill>
                <a:effectLst/>
                <a:uLnTx/>
                <a:uFillTx/>
                <a:latin typeface="Arial MT"/>
                <a:ea typeface="+mn-ea"/>
                <a:cs typeface="Arial MT"/>
              </a:rPr>
              <a:t>needed</a:t>
            </a:r>
            <a:r>
              <a:rPr kumimoji="0" sz="1200" b="0" i="0" u="none" strike="noStrike" kern="0" cap="none" spc="-65" normalizeH="0" baseline="0" noProof="0" dirty="0">
                <a:ln>
                  <a:noFill/>
                </a:ln>
                <a:solidFill>
                  <a:srgbClr val="FFFFFF"/>
                </a:solidFill>
                <a:effectLst/>
                <a:uLnTx/>
                <a:uFillTx/>
                <a:latin typeface="Arial MT"/>
                <a:ea typeface="+mn-ea"/>
                <a:cs typeface="Arial MT"/>
              </a:rPr>
              <a:t> </a:t>
            </a:r>
            <a:r>
              <a:rPr kumimoji="0" sz="1200" b="0" i="0" u="none" strike="noStrike" kern="0" cap="none" spc="-25" normalizeH="0" baseline="0" noProof="0" dirty="0">
                <a:ln>
                  <a:noFill/>
                </a:ln>
                <a:solidFill>
                  <a:srgbClr val="FFFFFF"/>
                </a:solidFill>
                <a:effectLst/>
                <a:uLnTx/>
                <a:uFillTx/>
                <a:latin typeface="Arial MT"/>
                <a:ea typeface="+mn-ea"/>
                <a:cs typeface="Arial MT"/>
              </a:rPr>
              <a:t>to </a:t>
            </a:r>
            <a:r>
              <a:rPr kumimoji="0" sz="1200" b="0" i="0" u="none" strike="noStrike" kern="0" cap="none" spc="0" normalizeH="0" baseline="0" noProof="0" dirty="0">
                <a:ln>
                  <a:noFill/>
                </a:ln>
                <a:solidFill>
                  <a:srgbClr val="FFFFFF"/>
                </a:solidFill>
                <a:effectLst/>
                <a:uLnTx/>
                <a:uFillTx/>
                <a:latin typeface="Arial MT"/>
                <a:ea typeface="+mn-ea"/>
                <a:cs typeface="Arial MT"/>
              </a:rPr>
              <a:t>get</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beyond performance</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tracking </a:t>
            </a:r>
            <a:r>
              <a:rPr kumimoji="0" sz="1200" b="0" i="0" u="none" strike="noStrike" kern="0" cap="none" spc="0" normalizeH="0" baseline="0" noProof="0" dirty="0">
                <a:ln>
                  <a:noFill/>
                </a:ln>
                <a:solidFill>
                  <a:srgbClr val="FFFFFF"/>
                </a:solidFill>
                <a:effectLst/>
                <a:uLnTx/>
                <a:uFillTx/>
                <a:latin typeface="Arial MT"/>
                <a:ea typeface="+mn-ea"/>
                <a:cs typeface="Arial MT"/>
              </a:rPr>
              <a:t>to</a:t>
            </a:r>
            <a:r>
              <a:rPr kumimoji="0" sz="1200" b="0" i="0" u="none" strike="noStrike" kern="0" cap="none" spc="-1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top-line</a:t>
            </a:r>
            <a:r>
              <a:rPr kumimoji="0" sz="1200" b="0" i="0" u="none" strike="noStrike" kern="0" cap="none" spc="-2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impact</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pic>
        <p:nvPicPr>
          <p:cNvPr id="13" name="object 13"/>
          <p:cNvPicPr/>
          <p:nvPr/>
        </p:nvPicPr>
        <p:blipFill>
          <a:blip r:embed="rId3" cstate="print"/>
          <a:stretch>
            <a:fillRect/>
          </a:stretch>
        </p:blipFill>
        <p:spPr>
          <a:xfrm>
            <a:off x="7233666" y="1069594"/>
            <a:ext cx="191897" cy="191769"/>
          </a:xfrm>
          <a:prstGeom prst="rect">
            <a:avLst/>
          </a:prstGeom>
        </p:spPr>
      </p:pic>
      <p:pic>
        <p:nvPicPr>
          <p:cNvPr id="14" name="object 14"/>
          <p:cNvPicPr/>
          <p:nvPr/>
        </p:nvPicPr>
        <p:blipFill>
          <a:blip r:embed="rId4" cstate="print"/>
          <a:stretch>
            <a:fillRect/>
          </a:stretch>
        </p:blipFill>
        <p:spPr>
          <a:xfrm>
            <a:off x="9214231" y="1069594"/>
            <a:ext cx="191770" cy="191769"/>
          </a:xfrm>
          <a:prstGeom prst="rect">
            <a:avLst/>
          </a:prstGeom>
        </p:spPr>
      </p:pic>
      <p:pic>
        <p:nvPicPr>
          <p:cNvPr id="15" name="object 15"/>
          <p:cNvPicPr/>
          <p:nvPr/>
        </p:nvPicPr>
        <p:blipFill>
          <a:blip r:embed="rId5" cstate="print"/>
          <a:stretch>
            <a:fillRect/>
          </a:stretch>
        </p:blipFill>
        <p:spPr>
          <a:xfrm>
            <a:off x="8128472" y="1083818"/>
            <a:ext cx="165544" cy="165550"/>
          </a:xfrm>
          <a:prstGeom prst="rect">
            <a:avLst/>
          </a:prstGeom>
        </p:spPr>
      </p:pic>
      <p:sp>
        <p:nvSpPr>
          <p:cNvPr id="16" name="object 16"/>
          <p:cNvSpPr txBox="1"/>
          <p:nvPr/>
        </p:nvSpPr>
        <p:spPr>
          <a:xfrm>
            <a:off x="7482967" y="1073023"/>
            <a:ext cx="4274820" cy="17780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tab pos="892810" algn="l"/>
                <a:tab pos="1993264" algn="l"/>
              </a:tabLst>
              <a:defRPr/>
            </a:pPr>
            <a:r>
              <a:rPr kumimoji="0" sz="1000" b="0" i="0" u="none" strike="noStrike" kern="0" cap="none" spc="-10" normalizeH="0" baseline="0" noProof="0" dirty="0">
                <a:ln>
                  <a:noFill/>
                </a:ln>
                <a:solidFill>
                  <a:srgbClr val="FFFFFF"/>
                </a:solidFill>
                <a:effectLst/>
                <a:uLnTx/>
                <a:uFillTx/>
                <a:latin typeface="Arial MT"/>
                <a:ea typeface="+mn-ea"/>
                <a:cs typeface="Arial MT"/>
              </a:rPr>
              <a:t>Available</a:t>
            </a:r>
            <a:r>
              <a:rPr kumimoji="0" sz="1000" b="0" i="0" u="none" strike="noStrike" kern="0" cap="none" spc="0" normalizeH="0" baseline="0" noProof="0" dirty="0">
                <a:ln>
                  <a:noFill/>
                </a:ln>
                <a:solidFill>
                  <a:srgbClr val="FFFFFF"/>
                </a:solidFill>
                <a:effectLst/>
                <a:uLnTx/>
                <a:uFillTx/>
                <a:latin typeface="Arial MT"/>
                <a:ea typeface="+mn-ea"/>
                <a:cs typeface="Arial MT"/>
              </a:rPr>
              <a:t>	Not</a:t>
            </a:r>
            <a:r>
              <a:rPr kumimoji="0" sz="1000" b="0" i="0" u="none" strike="noStrike" kern="0" cap="none" spc="-5" normalizeH="0" baseline="0" noProof="0" dirty="0">
                <a:ln>
                  <a:noFill/>
                </a:ln>
                <a:solidFill>
                  <a:srgbClr val="FFFFFF"/>
                </a:solidFill>
                <a:effectLst/>
                <a:uLnTx/>
                <a:uFillTx/>
                <a:latin typeface="Arial MT"/>
                <a:ea typeface="+mn-ea"/>
                <a:cs typeface="Arial MT"/>
              </a:rPr>
              <a:t> </a:t>
            </a:r>
            <a:r>
              <a:rPr kumimoji="0" sz="1000" b="0" i="0" u="none" strike="noStrike" kern="0" cap="none" spc="-10" normalizeH="0" baseline="0" noProof="0" dirty="0">
                <a:ln>
                  <a:noFill/>
                </a:ln>
                <a:solidFill>
                  <a:srgbClr val="FFFFFF"/>
                </a:solidFill>
                <a:effectLst/>
                <a:uLnTx/>
                <a:uFillTx/>
                <a:latin typeface="Arial MT"/>
                <a:ea typeface="+mn-ea"/>
                <a:cs typeface="Arial MT"/>
              </a:rPr>
              <a:t>available</a:t>
            </a:r>
            <a:r>
              <a:rPr kumimoji="0" sz="1000" b="0" i="0" u="none" strike="noStrike" kern="0" cap="none" spc="0" normalizeH="0" baseline="0" noProof="0" dirty="0">
                <a:ln>
                  <a:noFill/>
                </a:ln>
                <a:solidFill>
                  <a:srgbClr val="FFFFFF"/>
                </a:solidFill>
                <a:effectLst/>
                <a:uLnTx/>
                <a:uFillTx/>
                <a:latin typeface="Arial MT"/>
                <a:ea typeface="+mn-ea"/>
                <a:cs typeface="Arial MT"/>
              </a:rPr>
              <a:t>	Partially</a:t>
            </a:r>
            <a:r>
              <a:rPr kumimoji="0" sz="1000" b="0" i="0" u="none" strike="noStrike" kern="0" cap="none" spc="-25" normalizeH="0" baseline="0" noProof="0" dirty="0">
                <a:ln>
                  <a:noFill/>
                </a:ln>
                <a:solidFill>
                  <a:srgbClr val="FFFFFF"/>
                </a:solidFill>
                <a:effectLst/>
                <a:uLnTx/>
                <a:uFillTx/>
                <a:latin typeface="Arial MT"/>
                <a:ea typeface="+mn-ea"/>
                <a:cs typeface="Arial MT"/>
              </a:rPr>
              <a:t> </a:t>
            </a:r>
            <a:r>
              <a:rPr kumimoji="0" sz="1000" b="0" i="0" u="none" strike="noStrike" kern="0" cap="none" spc="0" normalizeH="0" baseline="0" noProof="0" dirty="0">
                <a:ln>
                  <a:noFill/>
                </a:ln>
                <a:solidFill>
                  <a:srgbClr val="FFFFFF"/>
                </a:solidFill>
                <a:effectLst/>
                <a:uLnTx/>
                <a:uFillTx/>
                <a:latin typeface="Arial MT"/>
                <a:ea typeface="+mn-ea"/>
                <a:cs typeface="Arial MT"/>
              </a:rPr>
              <a:t>available</a:t>
            </a:r>
            <a:r>
              <a:rPr kumimoji="0" sz="1000" b="0" i="0" u="none" strike="noStrike" kern="0" cap="none" spc="-35" normalizeH="0" baseline="0" noProof="0" dirty="0">
                <a:ln>
                  <a:noFill/>
                </a:ln>
                <a:solidFill>
                  <a:srgbClr val="FFFFFF"/>
                </a:solidFill>
                <a:effectLst/>
                <a:uLnTx/>
                <a:uFillTx/>
                <a:latin typeface="Arial MT"/>
                <a:ea typeface="+mn-ea"/>
                <a:cs typeface="Arial MT"/>
              </a:rPr>
              <a:t> </a:t>
            </a:r>
            <a:r>
              <a:rPr kumimoji="0" sz="1000" b="0" i="0" u="none" strike="noStrike" kern="0" cap="none" spc="0" normalizeH="0" baseline="0" noProof="0" dirty="0">
                <a:ln>
                  <a:noFill/>
                </a:ln>
                <a:solidFill>
                  <a:srgbClr val="FFFFFF"/>
                </a:solidFill>
                <a:effectLst/>
                <a:uLnTx/>
                <a:uFillTx/>
                <a:latin typeface="Arial MT"/>
                <a:ea typeface="+mn-ea"/>
                <a:cs typeface="Arial MT"/>
              </a:rPr>
              <a:t>and/or</a:t>
            </a:r>
            <a:r>
              <a:rPr kumimoji="0" sz="1000" b="0" i="0" u="none" strike="noStrike" kern="0" cap="none" spc="-55" normalizeH="0" baseline="0" noProof="0" dirty="0">
                <a:ln>
                  <a:noFill/>
                </a:ln>
                <a:solidFill>
                  <a:srgbClr val="FFFFFF"/>
                </a:solidFill>
                <a:effectLst/>
                <a:uLnTx/>
                <a:uFillTx/>
                <a:latin typeface="Arial MT"/>
                <a:ea typeface="+mn-ea"/>
                <a:cs typeface="Arial MT"/>
              </a:rPr>
              <a:t> </a:t>
            </a:r>
            <a:r>
              <a:rPr kumimoji="0" sz="1000" b="0" i="0" u="none" strike="noStrike" kern="0" cap="none" spc="0" normalizeH="0" baseline="0" noProof="0" dirty="0">
                <a:ln>
                  <a:noFill/>
                </a:ln>
                <a:solidFill>
                  <a:srgbClr val="FFFFFF"/>
                </a:solidFill>
                <a:effectLst/>
                <a:uLnTx/>
                <a:uFillTx/>
                <a:latin typeface="Arial MT"/>
                <a:ea typeface="+mn-ea"/>
                <a:cs typeface="Arial MT"/>
              </a:rPr>
              <a:t>in</a:t>
            </a:r>
            <a:r>
              <a:rPr kumimoji="0" sz="1000" b="0" i="0" u="none" strike="noStrike" kern="0" cap="none" spc="-40" normalizeH="0" baseline="0" noProof="0" dirty="0">
                <a:ln>
                  <a:noFill/>
                </a:ln>
                <a:solidFill>
                  <a:srgbClr val="FFFFFF"/>
                </a:solidFill>
                <a:effectLst/>
                <a:uLnTx/>
                <a:uFillTx/>
                <a:latin typeface="Arial MT"/>
                <a:ea typeface="+mn-ea"/>
                <a:cs typeface="Arial MT"/>
              </a:rPr>
              <a:t> </a:t>
            </a:r>
            <a:r>
              <a:rPr kumimoji="0" sz="1000" b="0" i="0" u="none" strike="noStrike" kern="0" cap="none" spc="-10" normalizeH="0" baseline="0" noProof="0" dirty="0">
                <a:ln>
                  <a:noFill/>
                </a:ln>
                <a:solidFill>
                  <a:srgbClr val="FFFFFF"/>
                </a:solidFill>
                <a:effectLst/>
                <a:uLnTx/>
                <a:uFillTx/>
                <a:latin typeface="Arial MT"/>
                <a:ea typeface="+mn-ea"/>
                <a:cs typeface="Arial MT"/>
              </a:rPr>
              <a:t>development</a:t>
            </a:r>
            <a:endParaRPr kumimoji="0" sz="1000" b="0" i="0" u="none" strike="noStrike" kern="0" cap="none" spc="0" normalizeH="0" baseline="0" noProof="0">
              <a:ln>
                <a:noFill/>
              </a:ln>
              <a:solidFill>
                <a:sysClr val="windowText" lastClr="000000"/>
              </a:solidFill>
              <a:effectLst/>
              <a:uLnTx/>
              <a:uFillTx/>
              <a:latin typeface="Arial MT"/>
              <a:ea typeface="+mn-ea"/>
              <a:cs typeface="Arial MT"/>
            </a:endParaRPr>
          </a:p>
        </p:txBody>
      </p:sp>
      <p:sp>
        <p:nvSpPr>
          <p:cNvPr id="17" name="object 17"/>
          <p:cNvSpPr txBox="1"/>
          <p:nvPr/>
        </p:nvSpPr>
        <p:spPr>
          <a:xfrm>
            <a:off x="530148" y="1478026"/>
            <a:ext cx="10460355" cy="23939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tab pos="3571240" algn="l"/>
                <a:tab pos="9415145" algn="l"/>
              </a:tabLst>
              <a:defRPr/>
            </a:pPr>
            <a:r>
              <a:rPr kumimoji="0" sz="1400" b="1" i="0" u="none" strike="noStrike" kern="0" cap="none" spc="0" normalizeH="0" baseline="0" noProof="0" dirty="0">
                <a:ln>
                  <a:noFill/>
                </a:ln>
                <a:solidFill>
                  <a:srgbClr val="00A9F4"/>
                </a:solidFill>
                <a:effectLst/>
                <a:uLnTx/>
                <a:uFillTx/>
                <a:latin typeface="Arial"/>
                <a:ea typeface="+mn-ea"/>
                <a:cs typeface="Arial"/>
              </a:rPr>
              <a:t>Effective</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GEO</a:t>
            </a:r>
            <a:r>
              <a:rPr kumimoji="0" sz="1400" b="1" i="0" u="none" strike="noStrike" kern="0" cap="none" spc="-25"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requires:</a:t>
            </a:r>
            <a:r>
              <a:rPr kumimoji="0" sz="1400" b="1" i="0" u="none" strike="noStrike" kern="0" cap="none" spc="0" normalizeH="0" baseline="0" noProof="0" dirty="0">
                <a:ln>
                  <a:noFill/>
                </a:ln>
                <a:solidFill>
                  <a:srgbClr val="00A9F4"/>
                </a:solidFill>
                <a:effectLst/>
                <a:uLnTx/>
                <a:uFillTx/>
                <a:latin typeface="Arial"/>
                <a:ea typeface="+mn-ea"/>
                <a:cs typeface="Arial"/>
              </a:rPr>
              <a:t>	Many</a:t>
            </a:r>
            <a:r>
              <a:rPr kumimoji="0" sz="1400" b="1" i="0" u="none" strike="noStrike" kern="0" cap="none" spc="-6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providers</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only</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cover</a:t>
            </a:r>
            <a:r>
              <a:rPr kumimoji="0" sz="1400" b="1" i="0" u="none" strike="noStrike" kern="0" cap="none" spc="-35"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part</a:t>
            </a:r>
            <a:r>
              <a:rPr kumimoji="0" sz="1400" b="1" i="0" u="none" strike="noStrike" kern="0" cap="none" spc="-4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00A9F4"/>
                </a:solidFill>
                <a:effectLst/>
                <a:uLnTx/>
                <a:uFillTx/>
                <a:latin typeface="Arial"/>
                <a:ea typeface="+mn-ea"/>
                <a:cs typeface="Arial"/>
              </a:rPr>
              <a:t>of</a:t>
            </a:r>
            <a:r>
              <a:rPr kumimoji="0" sz="1400" b="1" i="0" u="none" strike="noStrike" kern="0" cap="none" spc="-25" normalizeH="0" baseline="0" noProof="0" dirty="0">
                <a:ln>
                  <a:noFill/>
                </a:ln>
                <a:solidFill>
                  <a:srgbClr val="00A9F4"/>
                </a:solidFill>
                <a:effectLst/>
                <a:uLnTx/>
                <a:uFillTx/>
                <a:latin typeface="Arial"/>
                <a:ea typeface="+mn-ea"/>
                <a:cs typeface="Arial"/>
              </a:rPr>
              <a:t> </a:t>
            </a:r>
            <a:r>
              <a:rPr kumimoji="0" sz="1400" b="1" i="0" u="none" strike="noStrike" kern="0" cap="none" spc="-10" normalizeH="0" baseline="0" noProof="0" dirty="0">
                <a:ln>
                  <a:noFill/>
                </a:ln>
                <a:solidFill>
                  <a:srgbClr val="00A9F4"/>
                </a:solidFill>
                <a:effectLst/>
                <a:uLnTx/>
                <a:uFillTx/>
                <a:latin typeface="Arial"/>
                <a:ea typeface="+mn-ea"/>
                <a:cs typeface="Arial"/>
              </a:rPr>
              <a:t>requirements</a:t>
            </a:r>
            <a:r>
              <a:rPr kumimoji="0" sz="1400" b="1" i="0" u="none" strike="noStrike" kern="0" cap="none" spc="0" normalizeH="0" baseline="0" noProof="0" dirty="0">
                <a:ln>
                  <a:noFill/>
                </a:ln>
                <a:solidFill>
                  <a:srgbClr val="00A9F4"/>
                </a:solidFill>
                <a:effectLst/>
                <a:uLnTx/>
                <a:uFillTx/>
                <a:latin typeface="Arial"/>
                <a:ea typeface="+mn-ea"/>
                <a:cs typeface="Arial"/>
              </a:rPr>
              <a:t>	</a:t>
            </a:r>
            <a:r>
              <a:rPr kumimoji="0" sz="1400" b="1" i="0" u="none" strike="noStrike" kern="0" cap="none" spc="0" normalizeH="0" baseline="0" noProof="0" dirty="0">
                <a:ln>
                  <a:noFill/>
                </a:ln>
                <a:solidFill>
                  <a:srgbClr val="FFFFFF"/>
                </a:solidFill>
                <a:effectLst/>
                <a:uLnTx/>
                <a:uFillTx/>
                <a:latin typeface="Arial"/>
                <a:ea typeface="+mn-ea"/>
                <a:cs typeface="Arial"/>
              </a:rPr>
              <a:t>GEO</a:t>
            </a:r>
            <a:r>
              <a:rPr kumimoji="0" sz="1400" b="1" i="0" u="none" strike="noStrike" kern="0" cap="none" spc="-10" normalizeH="0" baseline="0" noProof="0" dirty="0">
                <a:ln>
                  <a:noFill/>
                </a:ln>
                <a:solidFill>
                  <a:srgbClr val="FFFFFF"/>
                </a:solidFill>
                <a:effectLst/>
                <a:uLnTx/>
                <a:uFillTx/>
                <a:latin typeface="Arial"/>
                <a:ea typeface="+mn-ea"/>
                <a:cs typeface="Arial"/>
              </a:rPr>
              <a:t> market</a:t>
            </a:r>
            <a:endParaRPr kumimoji="0" sz="14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8" name="object 18"/>
          <p:cNvSpPr/>
          <p:nvPr/>
        </p:nvSpPr>
        <p:spPr>
          <a:xfrm>
            <a:off x="4101210" y="1748282"/>
            <a:ext cx="5490845" cy="0"/>
          </a:xfrm>
          <a:custGeom>
            <a:avLst/>
            <a:gdLst/>
            <a:ahLst/>
            <a:cxnLst/>
            <a:rect l="l" t="t" r="r" b="b"/>
            <a:pathLst>
              <a:path w="5490845">
                <a:moveTo>
                  <a:pt x="0" y="0"/>
                </a:moveTo>
                <a:lnTo>
                  <a:pt x="5490845" y="0"/>
                </a:lnTo>
              </a:path>
            </a:pathLst>
          </a:custGeom>
          <a:ln w="1270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9" name="object 19"/>
          <p:cNvSpPr txBox="1"/>
          <p:nvPr/>
        </p:nvSpPr>
        <p:spPr>
          <a:xfrm>
            <a:off x="6910831" y="1800859"/>
            <a:ext cx="1099820" cy="574040"/>
          </a:xfrm>
          <a:prstGeom prst="rect">
            <a:avLst/>
          </a:prstGeom>
        </p:spPr>
        <p:txBody>
          <a:bodyPr vert="horz" wrap="square" lIns="0" tIns="12700" rIns="0" bIns="0" rtlCol="0">
            <a:spAutoFit/>
          </a:bodyPr>
          <a:lstStyle/>
          <a:p>
            <a:pPr marL="12065" marR="508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Large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20" normalizeH="0" baseline="0" noProof="0" dirty="0">
                <a:ln>
                  <a:noFill/>
                </a:ln>
                <a:solidFill>
                  <a:srgbClr val="FFFFFF"/>
                </a:solidFill>
                <a:effectLst/>
                <a:uLnTx/>
                <a:uFillTx/>
                <a:latin typeface="Arial"/>
                <a:ea typeface="+mn-ea"/>
                <a:cs typeface="Arial"/>
              </a:rPr>
              <a:t>MarTech </a:t>
            </a:r>
            <a:r>
              <a:rPr kumimoji="0" sz="1200" b="1" i="0" u="none" strike="noStrike" kern="0" cap="none" spc="0" normalizeH="0" baseline="0" noProof="0" dirty="0">
                <a:ln>
                  <a:noFill/>
                </a:ln>
                <a:solidFill>
                  <a:srgbClr val="FFFFFF"/>
                </a:solidFill>
                <a:effectLst/>
                <a:uLnTx/>
                <a:uFillTx/>
                <a:latin typeface="Arial"/>
                <a:ea typeface="+mn-ea"/>
                <a:cs typeface="Arial"/>
              </a:rPr>
              <a:t>&amp;</a:t>
            </a:r>
            <a:r>
              <a:rPr kumimoji="0" sz="1200" b="1" i="0" u="none" strike="noStrike" kern="0" cap="none" spc="-6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Analytics Firms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20" name="object 20"/>
          <p:cNvSpPr txBox="1"/>
          <p:nvPr/>
        </p:nvSpPr>
        <p:spPr>
          <a:xfrm>
            <a:off x="8641842" y="1800859"/>
            <a:ext cx="73787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10" normalizeH="0" baseline="0" noProof="0" dirty="0">
                <a:ln>
                  <a:noFill/>
                </a:ln>
                <a:solidFill>
                  <a:srgbClr val="FFFFFF"/>
                </a:solidFill>
                <a:effectLst/>
                <a:uLnTx/>
                <a:uFillTx/>
                <a:latin typeface="Arial"/>
                <a:ea typeface="+mn-ea"/>
                <a:cs typeface="Arial"/>
              </a:rPr>
              <a:t>McKinsey</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21" name="object 21"/>
          <p:cNvSpPr txBox="1"/>
          <p:nvPr/>
        </p:nvSpPr>
        <p:spPr>
          <a:xfrm>
            <a:off x="5415534" y="1800859"/>
            <a:ext cx="1236980" cy="574040"/>
          </a:xfrm>
          <a:prstGeom prst="rect">
            <a:avLst/>
          </a:prstGeom>
        </p:spPr>
        <p:txBody>
          <a:bodyPr vert="horz" wrap="square" lIns="0" tIns="12700" rIns="0" bIns="0" rtlCol="0">
            <a:spAutoFit/>
          </a:bodyPr>
          <a:lstStyle/>
          <a:p>
            <a:pPr marL="12065" marR="508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Specialized</a:t>
            </a:r>
            <a:r>
              <a:rPr kumimoji="0" sz="1200" b="1" i="0" u="none" strike="noStrike" kern="0" cap="none" spc="-60" normalizeH="0" baseline="0" noProof="0" dirty="0">
                <a:ln>
                  <a:noFill/>
                </a:ln>
                <a:solidFill>
                  <a:srgbClr val="FFFFFF"/>
                </a:solidFill>
                <a:effectLst/>
                <a:uLnTx/>
                <a:uFillTx/>
                <a:latin typeface="Arial"/>
                <a:ea typeface="+mn-ea"/>
                <a:cs typeface="Arial"/>
              </a:rPr>
              <a:t> </a:t>
            </a:r>
            <a:r>
              <a:rPr kumimoji="0" sz="1200" b="1" i="0" u="none" strike="noStrike" kern="0" cap="none" spc="-25" normalizeH="0" baseline="0" noProof="0" dirty="0">
                <a:ln>
                  <a:noFill/>
                </a:ln>
                <a:solidFill>
                  <a:srgbClr val="FFFFFF"/>
                </a:solidFill>
                <a:effectLst/>
                <a:uLnTx/>
                <a:uFillTx/>
                <a:latin typeface="Arial"/>
                <a:ea typeface="+mn-ea"/>
                <a:cs typeface="Arial"/>
              </a:rPr>
              <a:t>GEO </a:t>
            </a:r>
            <a:r>
              <a:rPr kumimoji="0" sz="1200" b="1" i="0" u="none" strike="noStrike" kern="0" cap="none" spc="0" normalizeH="0" baseline="0" noProof="0" dirty="0">
                <a:ln>
                  <a:noFill/>
                </a:ln>
                <a:solidFill>
                  <a:srgbClr val="FFFFFF"/>
                </a:solidFill>
                <a:effectLst/>
                <a:uLnTx/>
                <a:uFillTx/>
                <a:latin typeface="Arial"/>
                <a:ea typeface="+mn-ea"/>
                <a:cs typeface="Arial"/>
              </a:rPr>
              <a:t>Agencies</a:t>
            </a:r>
            <a:r>
              <a:rPr kumimoji="0" sz="1200" b="1" i="0" u="none" strike="noStrike" kern="0" cap="none" spc="300" normalizeH="0" baseline="0" noProof="0" dirty="0">
                <a:ln>
                  <a:noFill/>
                </a:ln>
                <a:solidFill>
                  <a:srgbClr val="FFFFFF"/>
                </a:solidFill>
                <a:effectLst/>
                <a:uLnTx/>
                <a:uFillTx/>
                <a:latin typeface="Arial"/>
                <a:ea typeface="+mn-ea"/>
                <a:cs typeface="Arial"/>
              </a:rPr>
              <a:t> </a:t>
            </a:r>
            <a:r>
              <a:rPr kumimoji="0" sz="1200" b="1" i="0" u="none" strike="noStrike" kern="0" cap="none" spc="-50" normalizeH="0" baseline="0" noProof="0" dirty="0">
                <a:ln>
                  <a:noFill/>
                </a:ln>
                <a:solidFill>
                  <a:srgbClr val="FFFFFF"/>
                </a:solidFill>
                <a:effectLst/>
                <a:uLnTx/>
                <a:uFillTx/>
                <a:latin typeface="Arial"/>
                <a:ea typeface="+mn-ea"/>
                <a:cs typeface="Arial"/>
              </a:rPr>
              <a:t>&amp; </a:t>
            </a:r>
            <a:r>
              <a:rPr kumimoji="0" sz="1200" b="1" i="0" u="none" strike="noStrike" kern="0" cap="none" spc="-10" normalizeH="0" baseline="0" noProof="0" dirty="0">
                <a:ln>
                  <a:noFill/>
                </a:ln>
                <a:solidFill>
                  <a:srgbClr val="FFFFFF"/>
                </a:solidFill>
                <a:effectLst/>
                <a:uLnTx/>
                <a:uFillTx/>
                <a:latin typeface="Arial"/>
                <a:ea typeface="+mn-ea"/>
                <a:cs typeface="Arial"/>
              </a:rPr>
              <a:t>Consultancies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22" name="object 22"/>
          <p:cNvSpPr txBox="1"/>
          <p:nvPr/>
        </p:nvSpPr>
        <p:spPr>
          <a:xfrm>
            <a:off x="4135373" y="1800859"/>
            <a:ext cx="1100455" cy="574040"/>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Data</a:t>
            </a:r>
            <a:r>
              <a:rPr kumimoji="0" sz="1200" b="1" i="0" u="none" strike="noStrike" kern="0" cap="none" spc="-2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Platforms </a:t>
            </a:r>
            <a:r>
              <a:rPr kumimoji="0" sz="1200" b="1" i="0" u="none" strike="noStrike" kern="0" cap="none" spc="0" normalizeH="0" baseline="0" noProof="0" dirty="0">
                <a:ln>
                  <a:noFill/>
                </a:ln>
                <a:solidFill>
                  <a:srgbClr val="FFFFFF"/>
                </a:solidFill>
                <a:effectLst/>
                <a:uLnTx/>
                <a:uFillTx/>
                <a:latin typeface="Arial"/>
                <a:ea typeface="+mn-ea"/>
                <a:cs typeface="Arial"/>
              </a:rPr>
              <a:t>with</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25" normalizeH="0" baseline="0" noProof="0" dirty="0">
                <a:ln>
                  <a:noFill/>
                </a:ln>
                <a:solidFill>
                  <a:srgbClr val="FFFFFF"/>
                </a:solidFill>
                <a:effectLst/>
                <a:uLnTx/>
                <a:uFillTx/>
                <a:latin typeface="Arial"/>
                <a:ea typeface="+mn-ea"/>
                <a:cs typeface="Arial"/>
              </a:rPr>
              <a:t>GEO </a:t>
            </a:r>
            <a:r>
              <a:rPr kumimoji="0" sz="1200" b="1" i="0" u="none" strike="noStrike" kern="0" cap="none" spc="-10" normalizeH="0" baseline="0" noProof="0" dirty="0">
                <a:ln>
                  <a:noFill/>
                </a:ln>
                <a:solidFill>
                  <a:srgbClr val="FFFFFF"/>
                </a:solidFill>
                <a:effectLst/>
                <a:uLnTx/>
                <a:uFillTx/>
                <a:latin typeface="Arial"/>
                <a:ea typeface="+mn-ea"/>
                <a:cs typeface="Arial"/>
              </a:rPr>
              <a:t>Capabilities</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23" name="object 23"/>
          <p:cNvSpPr/>
          <p:nvPr/>
        </p:nvSpPr>
        <p:spPr>
          <a:xfrm>
            <a:off x="561263" y="2885694"/>
            <a:ext cx="8888730" cy="0"/>
          </a:xfrm>
          <a:custGeom>
            <a:avLst/>
            <a:gdLst/>
            <a:ahLst/>
            <a:cxnLst/>
            <a:rect l="l" t="t" r="r" b="b"/>
            <a:pathLst>
              <a:path w="8888730">
                <a:moveTo>
                  <a:pt x="8888679" y="0"/>
                </a:moveTo>
                <a:lnTo>
                  <a:pt x="0" y="0"/>
                </a:lnTo>
              </a:path>
            </a:pathLst>
          </a:custGeom>
          <a:ln w="6350">
            <a:solidFill>
              <a:srgbClr val="7E7E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nvGrpSpPr>
          <p:cNvPr id="24" name="object 24"/>
          <p:cNvGrpSpPr/>
          <p:nvPr/>
        </p:nvGrpSpPr>
        <p:grpSpPr>
          <a:xfrm>
            <a:off x="528510" y="2989008"/>
            <a:ext cx="3408679" cy="327025"/>
            <a:chOff x="528510" y="2989008"/>
            <a:chExt cx="3408679" cy="327025"/>
          </a:xfrm>
        </p:grpSpPr>
        <p:sp>
          <p:nvSpPr>
            <p:cNvPr id="25" name="object 25"/>
            <p:cNvSpPr/>
            <p:nvPr/>
          </p:nvSpPr>
          <p:spPr>
            <a:xfrm>
              <a:off x="542798" y="3003295"/>
              <a:ext cx="3380104" cy="298450"/>
            </a:xfrm>
            <a:custGeom>
              <a:avLst/>
              <a:gdLst/>
              <a:ahLst/>
              <a:cxnLst/>
              <a:rect l="l" t="t" r="r" b="b"/>
              <a:pathLst>
                <a:path w="3380104" h="298450">
                  <a:moveTo>
                    <a:pt x="3230753" y="0"/>
                  </a:moveTo>
                  <a:lnTo>
                    <a:pt x="149021" y="0"/>
                  </a:lnTo>
                  <a:lnTo>
                    <a:pt x="101916" y="7605"/>
                  </a:lnTo>
                  <a:lnTo>
                    <a:pt x="61008" y="28781"/>
                  </a:lnTo>
                  <a:lnTo>
                    <a:pt x="28750" y="61063"/>
                  </a:lnTo>
                  <a:lnTo>
                    <a:pt x="7596" y="101990"/>
                  </a:lnTo>
                  <a:lnTo>
                    <a:pt x="0" y="149098"/>
                  </a:lnTo>
                  <a:lnTo>
                    <a:pt x="7596" y="196192"/>
                  </a:lnTo>
                  <a:lnTo>
                    <a:pt x="28750" y="237087"/>
                  </a:lnTo>
                  <a:lnTo>
                    <a:pt x="61008" y="269332"/>
                  </a:lnTo>
                  <a:lnTo>
                    <a:pt x="101916" y="290476"/>
                  </a:lnTo>
                  <a:lnTo>
                    <a:pt x="149021" y="298068"/>
                  </a:lnTo>
                  <a:lnTo>
                    <a:pt x="3230626" y="298068"/>
                  </a:lnTo>
                  <a:lnTo>
                    <a:pt x="3277733" y="290476"/>
                  </a:lnTo>
                  <a:lnTo>
                    <a:pt x="3318660" y="269332"/>
                  </a:lnTo>
                  <a:lnTo>
                    <a:pt x="3350942" y="237087"/>
                  </a:lnTo>
                  <a:lnTo>
                    <a:pt x="3372118" y="196192"/>
                  </a:lnTo>
                  <a:lnTo>
                    <a:pt x="3379724" y="149098"/>
                  </a:lnTo>
                  <a:lnTo>
                    <a:pt x="3372131" y="101990"/>
                  </a:lnTo>
                  <a:lnTo>
                    <a:pt x="3350987" y="61063"/>
                  </a:lnTo>
                  <a:lnTo>
                    <a:pt x="3318742" y="28781"/>
                  </a:lnTo>
                  <a:lnTo>
                    <a:pt x="3277847" y="7605"/>
                  </a:lnTo>
                  <a:lnTo>
                    <a:pt x="3230753"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6" name="object 26"/>
            <p:cNvSpPr/>
            <p:nvPr/>
          </p:nvSpPr>
          <p:spPr>
            <a:xfrm>
              <a:off x="542798" y="3003295"/>
              <a:ext cx="3380104" cy="298450"/>
            </a:xfrm>
            <a:custGeom>
              <a:avLst/>
              <a:gdLst/>
              <a:ahLst/>
              <a:cxnLst/>
              <a:rect l="l" t="t" r="r" b="b"/>
              <a:pathLst>
                <a:path w="3380104" h="298450">
                  <a:moveTo>
                    <a:pt x="0" y="149098"/>
                  </a:moveTo>
                  <a:lnTo>
                    <a:pt x="7596" y="101990"/>
                  </a:lnTo>
                  <a:lnTo>
                    <a:pt x="28750" y="61063"/>
                  </a:lnTo>
                  <a:lnTo>
                    <a:pt x="61008" y="28781"/>
                  </a:lnTo>
                  <a:lnTo>
                    <a:pt x="101916" y="7605"/>
                  </a:lnTo>
                  <a:lnTo>
                    <a:pt x="149021" y="0"/>
                  </a:lnTo>
                  <a:lnTo>
                    <a:pt x="3230753" y="0"/>
                  </a:lnTo>
                  <a:lnTo>
                    <a:pt x="3277847" y="7605"/>
                  </a:lnTo>
                  <a:lnTo>
                    <a:pt x="3318742" y="28781"/>
                  </a:lnTo>
                  <a:lnTo>
                    <a:pt x="3350987" y="61063"/>
                  </a:lnTo>
                  <a:lnTo>
                    <a:pt x="3372131" y="101990"/>
                  </a:lnTo>
                  <a:lnTo>
                    <a:pt x="3379724" y="149098"/>
                  </a:lnTo>
                  <a:lnTo>
                    <a:pt x="3372118" y="196192"/>
                  </a:lnTo>
                  <a:lnTo>
                    <a:pt x="3350942" y="237087"/>
                  </a:lnTo>
                  <a:lnTo>
                    <a:pt x="3318660" y="269332"/>
                  </a:lnTo>
                  <a:lnTo>
                    <a:pt x="3277733" y="290476"/>
                  </a:lnTo>
                  <a:lnTo>
                    <a:pt x="3230626" y="298068"/>
                  </a:lnTo>
                  <a:lnTo>
                    <a:pt x="149021" y="298068"/>
                  </a:lnTo>
                  <a:lnTo>
                    <a:pt x="101916" y="290476"/>
                  </a:lnTo>
                  <a:lnTo>
                    <a:pt x="61008" y="269332"/>
                  </a:lnTo>
                  <a:lnTo>
                    <a:pt x="28750" y="237087"/>
                  </a:lnTo>
                  <a:lnTo>
                    <a:pt x="7596" y="196192"/>
                  </a:lnTo>
                  <a:lnTo>
                    <a:pt x="0" y="149098"/>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27" name="object 27"/>
          <p:cNvGrpSpPr/>
          <p:nvPr/>
        </p:nvGrpSpPr>
        <p:grpSpPr>
          <a:xfrm>
            <a:off x="558088" y="3437128"/>
            <a:ext cx="8895080" cy="2820035"/>
            <a:chOff x="558088" y="3437128"/>
            <a:chExt cx="8895080" cy="2820035"/>
          </a:xfrm>
        </p:grpSpPr>
        <p:sp>
          <p:nvSpPr>
            <p:cNvPr id="28" name="object 28"/>
            <p:cNvSpPr/>
            <p:nvPr/>
          </p:nvSpPr>
          <p:spPr>
            <a:xfrm>
              <a:off x="561263" y="3440303"/>
              <a:ext cx="8888730" cy="2329815"/>
            </a:xfrm>
            <a:custGeom>
              <a:avLst/>
              <a:gdLst/>
              <a:ahLst/>
              <a:cxnLst/>
              <a:rect l="l" t="t" r="r" b="b"/>
              <a:pathLst>
                <a:path w="8888730" h="2329815">
                  <a:moveTo>
                    <a:pt x="8888679" y="0"/>
                  </a:moveTo>
                  <a:lnTo>
                    <a:pt x="0" y="0"/>
                  </a:lnTo>
                </a:path>
                <a:path w="8888730" h="2329815">
                  <a:moveTo>
                    <a:pt x="8888679" y="1164717"/>
                  </a:moveTo>
                  <a:lnTo>
                    <a:pt x="336702" y="1164717"/>
                  </a:lnTo>
                </a:path>
                <a:path w="8888730" h="2329815">
                  <a:moveTo>
                    <a:pt x="8888679" y="582295"/>
                  </a:moveTo>
                  <a:lnTo>
                    <a:pt x="336702" y="582295"/>
                  </a:lnTo>
                </a:path>
                <a:path w="8888730" h="2329815">
                  <a:moveTo>
                    <a:pt x="8888679" y="1747139"/>
                  </a:moveTo>
                  <a:lnTo>
                    <a:pt x="336702" y="1747139"/>
                  </a:lnTo>
                </a:path>
                <a:path w="8888730" h="2329815">
                  <a:moveTo>
                    <a:pt x="8888679" y="2329446"/>
                  </a:moveTo>
                  <a:lnTo>
                    <a:pt x="336702" y="2329446"/>
                  </a:lnTo>
                </a:path>
              </a:pathLst>
            </a:custGeom>
            <a:ln w="6350">
              <a:solidFill>
                <a:srgbClr val="7E7E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9" name="object 29"/>
            <p:cNvSpPr/>
            <p:nvPr/>
          </p:nvSpPr>
          <p:spPr>
            <a:xfrm>
              <a:off x="897966" y="5879109"/>
              <a:ext cx="2821940" cy="363855"/>
            </a:xfrm>
            <a:custGeom>
              <a:avLst/>
              <a:gdLst/>
              <a:ahLst/>
              <a:cxnLst/>
              <a:rect l="l" t="t" r="r" b="b"/>
              <a:pathLst>
                <a:path w="2821940" h="363854">
                  <a:moveTo>
                    <a:pt x="2639872" y="0"/>
                  </a:moveTo>
                  <a:lnTo>
                    <a:pt x="181825" y="0"/>
                  </a:lnTo>
                  <a:lnTo>
                    <a:pt x="133489" y="6495"/>
                  </a:lnTo>
                  <a:lnTo>
                    <a:pt x="90055" y="24824"/>
                  </a:lnTo>
                  <a:lnTo>
                    <a:pt x="53255" y="53255"/>
                  </a:lnTo>
                  <a:lnTo>
                    <a:pt x="24824" y="90055"/>
                  </a:lnTo>
                  <a:lnTo>
                    <a:pt x="6495" y="133489"/>
                  </a:lnTo>
                  <a:lnTo>
                    <a:pt x="0" y="181825"/>
                  </a:lnTo>
                  <a:lnTo>
                    <a:pt x="6495" y="230162"/>
                  </a:lnTo>
                  <a:lnTo>
                    <a:pt x="24824" y="273596"/>
                  </a:lnTo>
                  <a:lnTo>
                    <a:pt x="53255" y="310395"/>
                  </a:lnTo>
                  <a:lnTo>
                    <a:pt x="90055" y="338827"/>
                  </a:lnTo>
                  <a:lnTo>
                    <a:pt x="133489" y="357156"/>
                  </a:lnTo>
                  <a:lnTo>
                    <a:pt x="181825" y="363651"/>
                  </a:lnTo>
                  <a:lnTo>
                    <a:pt x="2639872" y="363651"/>
                  </a:lnTo>
                  <a:lnTo>
                    <a:pt x="2688171" y="357156"/>
                  </a:lnTo>
                  <a:lnTo>
                    <a:pt x="2731580" y="338827"/>
                  </a:lnTo>
                  <a:lnTo>
                    <a:pt x="2768365" y="310395"/>
                  </a:lnTo>
                  <a:lnTo>
                    <a:pt x="2796788" y="273596"/>
                  </a:lnTo>
                  <a:lnTo>
                    <a:pt x="2815115" y="230162"/>
                  </a:lnTo>
                  <a:lnTo>
                    <a:pt x="2821609" y="181825"/>
                  </a:lnTo>
                  <a:lnTo>
                    <a:pt x="2815115" y="133489"/>
                  </a:lnTo>
                  <a:lnTo>
                    <a:pt x="2796788" y="90055"/>
                  </a:lnTo>
                  <a:lnTo>
                    <a:pt x="2768365" y="53255"/>
                  </a:lnTo>
                  <a:lnTo>
                    <a:pt x="2731580" y="24824"/>
                  </a:lnTo>
                  <a:lnTo>
                    <a:pt x="2688171" y="6495"/>
                  </a:lnTo>
                  <a:lnTo>
                    <a:pt x="2639872"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0" name="object 30"/>
            <p:cNvSpPr/>
            <p:nvPr/>
          </p:nvSpPr>
          <p:spPr>
            <a:xfrm>
              <a:off x="897966" y="5879109"/>
              <a:ext cx="2821940" cy="363855"/>
            </a:xfrm>
            <a:custGeom>
              <a:avLst/>
              <a:gdLst/>
              <a:ahLst/>
              <a:cxnLst/>
              <a:rect l="l" t="t" r="r" b="b"/>
              <a:pathLst>
                <a:path w="2821940" h="363854">
                  <a:moveTo>
                    <a:pt x="0" y="181825"/>
                  </a:moveTo>
                  <a:lnTo>
                    <a:pt x="6495" y="133489"/>
                  </a:lnTo>
                  <a:lnTo>
                    <a:pt x="24824" y="90055"/>
                  </a:lnTo>
                  <a:lnTo>
                    <a:pt x="53255" y="53255"/>
                  </a:lnTo>
                  <a:lnTo>
                    <a:pt x="90055" y="24824"/>
                  </a:lnTo>
                  <a:lnTo>
                    <a:pt x="133489" y="6495"/>
                  </a:lnTo>
                  <a:lnTo>
                    <a:pt x="181825" y="0"/>
                  </a:lnTo>
                  <a:lnTo>
                    <a:pt x="2639872" y="0"/>
                  </a:lnTo>
                  <a:lnTo>
                    <a:pt x="2688171" y="6495"/>
                  </a:lnTo>
                  <a:lnTo>
                    <a:pt x="2731580" y="24824"/>
                  </a:lnTo>
                  <a:lnTo>
                    <a:pt x="2768365" y="53255"/>
                  </a:lnTo>
                  <a:lnTo>
                    <a:pt x="2796788" y="90055"/>
                  </a:lnTo>
                  <a:lnTo>
                    <a:pt x="2815115" y="133489"/>
                  </a:lnTo>
                  <a:lnTo>
                    <a:pt x="2821609" y="181825"/>
                  </a:lnTo>
                  <a:lnTo>
                    <a:pt x="2815115" y="230162"/>
                  </a:lnTo>
                  <a:lnTo>
                    <a:pt x="2796788" y="273596"/>
                  </a:lnTo>
                  <a:lnTo>
                    <a:pt x="2768365" y="310395"/>
                  </a:lnTo>
                  <a:lnTo>
                    <a:pt x="2731580" y="338827"/>
                  </a:lnTo>
                  <a:lnTo>
                    <a:pt x="2688171" y="357156"/>
                  </a:lnTo>
                  <a:lnTo>
                    <a:pt x="2639872" y="363651"/>
                  </a:lnTo>
                  <a:lnTo>
                    <a:pt x="181825" y="363651"/>
                  </a:lnTo>
                  <a:lnTo>
                    <a:pt x="133489" y="357156"/>
                  </a:lnTo>
                  <a:lnTo>
                    <a:pt x="90055" y="338827"/>
                  </a:lnTo>
                  <a:lnTo>
                    <a:pt x="53255" y="310395"/>
                  </a:lnTo>
                  <a:lnTo>
                    <a:pt x="24824" y="273596"/>
                  </a:lnTo>
                  <a:lnTo>
                    <a:pt x="6495" y="230162"/>
                  </a:lnTo>
                  <a:lnTo>
                    <a:pt x="0" y="181825"/>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31" name="object 31"/>
          <p:cNvSpPr txBox="1"/>
          <p:nvPr/>
        </p:nvSpPr>
        <p:spPr>
          <a:xfrm>
            <a:off x="1162913" y="3044444"/>
            <a:ext cx="213868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Operating</a:t>
            </a:r>
            <a:r>
              <a:rPr kumimoji="0" sz="1200" b="1" i="0" u="none" strike="noStrike" kern="0" cap="none" spc="-5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Model</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Enablement</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grpSp>
        <p:nvGrpSpPr>
          <p:cNvPr id="32" name="object 32"/>
          <p:cNvGrpSpPr/>
          <p:nvPr/>
        </p:nvGrpSpPr>
        <p:grpSpPr>
          <a:xfrm>
            <a:off x="5888863" y="2985516"/>
            <a:ext cx="349885" cy="334010"/>
            <a:chOff x="5888863" y="2985516"/>
            <a:chExt cx="349885" cy="334010"/>
          </a:xfrm>
        </p:grpSpPr>
        <p:sp>
          <p:nvSpPr>
            <p:cNvPr id="33" name="object 33"/>
            <p:cNvSpPr/>
            <p:nvPr/>
          </p:nvSpPr>
          <p:spPr>
            <a:xfrm>
              <a:off x="5898388" y="2995041"/>
              <a:ext cx="330835" cy="314960"/>
            </a:xfrm>
            <a:custGeom>
              <a:avLst/>
              <a:gdLst/>
              <a:ahLst/>
              <a:cxnLst/>
              <a:rect l="l" t="t" r="r" b="b"/>
              <a:pathLst>
                <a:path w="330835" h="314960">
                  <a:moveTo>
                    <a:pt x="165481" y="0"/>
                  </a:moveTo>
                  <a:lnTo>
                    <a:pt x="121473" y="5623"/>
                  </a:lnTo>
                  <a:lnTo>
                    <a:pt x="81938" y="21491"/>
                  </a:lnTo>
                  <a:lnTo>
                    <a:pt x="48450" y="46100"/>
                  </a:lnTo>
                  <a:lnTo>
                    <a:pt x="22582" y="77949"/>
                  </a:lnTo>
                  <a:lnTo>
                    <a:pt x="5907" y="115534"/>
                  </a:lnTo>
                  <a:lnTo>
                    <a:pt x="0" y="157353"/>
                  </a:lnTo>
                  <a:lnTo>
                    <a:pt x="5907" y="199117"/>
                  </a:lnTo>
                  <a:lnTo>
                    <a:pt x="22582" y="236666"/>
                  </a:lnTo>
                  <a:lnTo>
                    <a:pt x="48450" y="268493"/>
                  </a:lnTo>
                  <a:lnTo>
                    <a:pt x="81938" y="293092"/>
                  </a:lnTo>
                  <a:lnTo>
                    <a:pt x="121473" y="308956"/>
                  </a:lnTo>
                  <a:lnTo>
                    <a:pt x="165481" y="314579"/>
                  </a:lnTo>
                  <a:lnTo>
                    <a:pt x="209435" y="308956"/>
                  </a:lnTo>
                  <a:lnTo>
                    <a:pt x="248934" y="293092"/>
                  </a:lnTo>
                  <a:lnTo>
                    <a:pt x="282400" y="268493"/>
                  </a:lnTo>
                  <a:lnTo>
                    <a:pt x="308257" y="236666"/>
                  </a:lnTo>
                  <a:lnTo>
                    <a:pt x="324927" y="199117"/>
                  </a:lnTo>
                  <a:lnTo>
                    <a:pt x="330835" y="157353"/>
                  </a:lnTo>
                  <a:lnTo>
                    <a:pt x="324927" y="115534"/>
                  </a:lnTo>
                  <a:lnTo>
                    <a:pt x="308257" y="77949"/>
                  </a:lnTo>
                  <a:lnTo>
                    <a:pt x="282400" y="46101"/>
                  </a:lnTo>
                  <a:lnTo>
                    <a:pt x="248934" y="21491"/>
                  </a:lnTo>
                  <a:lnTo>
                    <a:pt x="209435" y="5623"/>
                  </a:lnTo>
                  <a:lnTo>
                    <a:pt x="165481"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4" name="object 34"/>
            <p:cNvSpPr/>
            <p:nvPr/>
          </p:nvSpPr>
          <p:spPr>
            <a:xfrm>
              <a:off x="5898388" y="2995041"/>
              <a:ext cx="330835" cy="314960"/>
            </a:xfrm>
            <a:custGeom>
              <a:avLst/>
              <a:gdLst/>
              <a:ahLst/>
              <a:cxnLst/>
              <a:rect l="l" t="t" r="r" b="b"/>
              <a:pathLst>
                <a:path w="330835" h="314960">
                  <a:moveTo>
                    <a:pt x="0" y="157353"/>
                  </a:moveTo>
                  <a:lnTo>
                    <a:pt x="5907" y="115534"/>
                  </a:lnTo>
                  <a:lnTo>
                    <a:pt x="22582" y="77949"/>
                  </a:lnTo>
                  <a:lnTo>
                    <a:pt x="48450" y="46100"/>
                  </a:lnTo>
                  <a:lnTo>
                    <a:pt x="81938" y="21491"/>
                  </a:lnTo>
                  <a:lnTo>
                    <a:pt x="121473" y="5623"/>
                  </a:lnTo>
                  <a:lnTo>
                    <a:pt x="165481" y="0"/>
                  </a:lnTo>
                  <a:lnTo>
                    <a:pt x="209435" y="5623"/>
                  </a:lnTo>
                  <a:lnTo>
                    <a:pt x="248934" y="21491"/>
                  </a:lnTo>
                  <a:lnTo>
                    <a:pt x="282400" y="46101"/>
                  </a:lnTo>
                  <a:lnTo>
                    <a:pt x="308257" y="77949"/>
                  </a:lnTo>
                  <a:lnTo>
                    <a:pt x="324927" y="115534"/>
                  </a:lnTo>
                  <a:lnTo>
                    <a:pt x="330835" y="157353"/>
                  </a:lnTo>
                  <a:lnTo>
                    <a:pt x="324927" y="199117"/>
                  </a:lnTo>
                  <a:lnTo>
                    <a:pt x="308257" y="236666"/>
                  </a:lnTo>
                  <a:lnTo>
                    <a:pt x="282400" y="268493"/>
                  </a:lnTo>
                  <a:lnTo>
                    <a:pt x="248934" y="293092"/>
                  </a:lnTo>
                  <a:lnTo>
                    <a:pt x="209435" y="308956"/>
                  </a:lnTo>
                  <a:lnTo>
                    <a:pt x="165481" y="314579"/>
                  </a:lnTo>
                  <a:lnTo>
                    <a:pt x="121473" y="308956"/>
                  </a:lnTo>
                  <a:lnTo>
                    <a:pt x="81938" y="293092"/>
                  </a:lnTo>
                  <a:lnTo>
                    <a:pt x="48450" y="268493"/>
                  </a:lnTo>
                  <a:lnTo>
                    <a:pt x="22582" y="236666"/>
                  </a:lnTo>
                  <a:lnTo>
                    <a:pt x="5907" y="199117"/>
                  </a:lnTo>
                  <a:lnTo>
                    <a:pt x="0" y="157353"/>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35" name="object 35"/>
            <p:cNvPicPr/>
            <p:nvPr/>
          </p:nvPicPr>
          <p:blipFill>
            <a:blip r:embed="rId6" cstate="print"/>
            <a:stretch>
              <a:fillRect/>
            </a:stretch>
          </p:blipFill>
          <p:spPr>
            <a:xfrm>
              <a:off x="5989930" y="3095496"/>
              <a:ext cx="149548" cy="125569"/>
            </a:xfrm>
            <a:prstGeom prst="rect">
              <a:avLst/>
            </a:prstGeom>
          </p:spPr>
        </p:pic>
      </p:grpSp>
      <p:grpSp>
        <p:nvGrpSpPr>
          <p:cNvPr id="36" name="object 36"/>
          <p:cNvGrpSpPr/>
          <p:nvPr/>
        </p:nvGrpSpPr>
        <p:grpSpPr>
          <a:xfrm>
            <a:off x="4550753" y="3003641"/>
            <a:ext cx="316865" cy="302260"/>
            <a:chOff x="4550753" y="3003641"/>
            <a:chExt cx="316865" cy="302260"/>
          </a:xfrm>
        </p:grpSpPr>
        <p:sp>
          <p:nvSpPr>
            <p:cNvPr id="37" name="object 37"/>
            <p:cNvSpPr/>
            <p:nvPr/>
          </p:nvSpPr>
          <p:spPr>
            <a:xfrm>
              <a:off x="4558368" y="3011256"/>
              <a:ext cx="301625" cy="287020"/>
            </a:xfrm>
            <a:custGeom>
              <a:avLst/>
              <a:gdLst/>
              <a:ahLst/>
              <a:cxnLst/>
              <a:rect l="l" t="t" r="r" b="b"/>
              <a:pathLst>
                <a:path w="301625" h="287020">
                  <a:moveTo>
                    <a:pt x="150623" y="0"/>
                  </a:moveTo>
                  <a:lnTo>
                    <a:pt x="103015" y="7301"/>
                  </a:lnTo>
                  <a:lnTo>
                    <a:pt x="61667" y="27634"/>
                  </a:lnTo>
                  <a:lnTo>
                    <a:pt x="29061" y="58637"/>
                  </a:lnTo>
                  <a:lnTo>
                    <a:pt x="7678" y="97953"/>
                  </a:lnTo>
                  <a:lnTo>
                    <a:pt x="0" y="143221"/>
                  </a:lnTo>
                  <a:lnTo>
                    <a:pt x="7679" y="188491"/>
                  </a:lnTo>
                  <a:lnTo>
                    <a:pt x="29062" y="227808"/>
                  </a:lnTo>
                  <a:lnTo>
                    <a:pt x="61667" y="258812"/>
                  </a:lnTo>
                  <a:lnTo>
                    <a:pt x="103015" y="279144"/>
                  </a:lnTo>
                  <a:lnTo>
                    <a:pt x="150623" y="286445"/>
                  </a:lnTo>
                  <a:lnTo>
                    <a:pt x="198236" y="279144"/>
                  </a:lnTo>
                  <a:lnTo>
                    <a:pt x="239587" y="258812"/>
                  </a:lnTo>
                  <a:lnTo>
                    <a:pt x="272194" y="227808"/>
                  </a:lnTo>
                  <a:lnTo>
                    <a:pt x="293578" y="188492"/>
                  </a:lnTo>
                  <a:lnTo>
                    <a:pt x="301257" y="143221"/>
                  </a:lnTo>
                  <a:lnTo>
                    <a:pt x="293578" y="97953"/>
                  </a:lnTo>
                  <a:lnTo>
                    <a:pt x="272194" y="58637"/>
                  </a:lnTo>
                  <a:lnTo>
                    <a:pt x="239586" y="27634"/>
                  </a:lnTo>
                  <a:lnTo>
                    <a:pt x="198235" y="7301"/>
                  </a:lnTo>
                  <a:lnTo>
                    <a:pt x="150623" y="0"/>
                  </a:lnTo>
                  <a:close/>
                </a:path>
              </a:pathLst>
            </a:custGeom>
            <a:solidFill>
              <a:srgbClr val="041C2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38" name="object 38"/>
            <p:cNvSpPr/>
            <p:nvPr/>
          </p:nvSpPr>
          <p:spPr>
            <a:xfrm>
              <a:off x="4558368" y="3011256"/>
              <a:ext cx="301625" cy="287020"/>
            </a:xfrm>
            <a:custGeom>
              <a:avLst/>
              <a:gdLst/>
              <a:ahLst/>
              <a:cxnLst/>
              <a:rect l="l" t="t" r="r" b="b"/>
              <a:pathLst>
                <a:path w="301625" h="287020">
                  <a:moveTo>
                    <a:pt x="301257" y="143221"/>
                  </a:moveTo>
                  <a:lnTo>
                    <a:pt x="293578" y="188492"/>
                  </a:lnTo>
                  <a:lnTo>
                    <a:pt x="272194" y="227808"/>
                  </a:lnTo>
                  <a:lnTo>
                    <a:pt x="239587" y="258812"/>
                  </a:lnTo>
                  <a:lnTo>
                    <a:pt x="198236" y="279144"/>
                  </a:lnTo>
                  <a:lnTo>
                    <a:pt x="150623" y="286445"/>
                  </a:lnTo>
                  <a:lnTo>
                    <a:pt x="103015" y="279144"/>
                  </a:lnTo>
                  <a:lnTo>
                    <a:pt x="61667" y="258812"/>
                  </a:lnTo>
                  <a:lnTo>
                    <a:pt x="29062" y="227808"/>
                  </a:lnTo>
                  <a:lnTo>
                    <a:pt x="7679" y="188491"/>
                  </a:lnTo>
                  <a:lnTo>
                    <a:pt x="0" y="143221"/>
                  </a:lnTo>
                  <a:lnTo>
                    <a:pt x="7678" y="97953"/>
                  </a:lnTo>
                  <a:lnTo>
                    <a:pt x="29061" y="58637"/>
                  </a:lnTo>
                  <a:lnTo>
                    <a:pt x="61667" y="27634"/>
                  </a:lnTo>
                  <a:lnTo>
                    <a:pt x="103015" y="7301"/>
                  </a:lnTo>
                  <a:lnTo>
                    <a:pt x="150623" y="0"/>
                  </a:lnTo>
                  <a:lnTo>
                    <a:pt x="198235" y="7301"/>
                  </a:lnTo>
                  <a:lnTo>
                    <a:pt x="239586" y="27634"/>
                  </a:lnTo>
                  <a:lnTo>
                    <a:pt x="272194" y="58637"/>
                  </a:lnTo>
                  <a:lnTo>
                    <a:pt x="293578" y="97953"/>
                  </a:lnTo>
                  <a:lnTo>
                    <a:pt x="301257" y="143221"/>
                  </a:lnTo>
                  <a:close/>
                </a:path>
                <a:path w="301625" h="287020">
                  <a:moveTo>
                    <a:pt x="94146" y="89512"/>
                  </a:moveTo>
                  <a:lnTo>
                    <a:pt x="207109" y="196930"/>
                  </a:lnTo>
                </a:path>
                <a:path w="301625" h="287020">
                  <a:moveTo>
                    <a:pt x="207108" y="89512"/>
                  </a:moveTo>
                  <a:lnTo>
                    <a:pt x="94146" y="196930"/>
                  </a:lnTo>
                </a:path>
              </a:pathLst>
            </a:custGeom>
            <a:ln w="15230">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39" name="object 39"/>
          <p:cNvGrpSpPr/>
          <p:nvPr/>
        </p:nvGrpSpPr>
        <p:grpSpPr>
          <a:xfrm>
            <a:off x="7339927" y="3003641"/>
            <a:ext cx="316865" cy="302260"/>
            <a:chOff x="7339927" y="3003641"/>
            <a:chExt cx="316865" cy="302260"/>
          </a:xfrm>
        </p:grpSpPr>
        <p:sp>
          <p:nvSpPr>
            <p:cNvPr id="40" name="object 40"/>
            <p:cNvSpPr/>
            <p:nvPr/>
          </p:nvSpPr>
          <p:spPr>
            <a:xfrm>
              <a:off x="7347542" y="3011256"/>
              <a:ext cx="301625" cy="287020"/>
            </a:xfrm>
            <a:custGeom>
              <a:avLst/>
              <a:gdLst/>
              <a:ahLst/>
              <a:cxnLst/>
              <a:rect l="l" t="t" r="r" b="b"/>
              <a:pathLst>
                <a:path w="301625" h="287020">
                  <a:moveTo>
                    <a:pt x="150622" y="0"/>
                  </a:moveTo>
                  <a:lnTo>
                    <a:pt x="103014" y="7301"/>
                  </a:lnTo>
                  <a:lnTo>
                    <a:pt x="61667" y="27634"/>
                  </a:lnTo>
                  <a:lnTo>
                    <a:pt x="29061" y="58637"/>
                  </a:lnTo>
                  <a:lnTo>
                    <a:pt x="7678" y="97953"/>
                  </a:lnTo>
                  <a:lnTo>
                    <a:pt x="0" y="143221"/>
                  </a:lnTo>
                  <a:lnTo>
                    <a:pt x="7679" y="188491"/>
                  </a:lnTo>
                  <a:lnTo>
                    <a:pt x="29062" y="227808"/>
                  </a:lnTo>
                  <a:lnTo>
                    <a:pt x="61668" y="258812"/>
                  </a:lnTo>
                  <a:lnTo>
                    <a:pt x="103015" y="279144"/>
                  </a:lnTo>
                  <a:lnTo>
                    <a:pt x="150623" y="286445"/>
                  </a:lnTo>
                  <a:lnTo>
                    <a:pt x="198236" y="279144"/>
                  </a:lnTo>
                  <a:lnTo>
                    <a:pt x="239587" y="258812"/>
                  </a:lnTo>
                  <a:lnTo>
                    <a:pt x="272194" y="227808"/>
                  </a:lnTo>
                  <a:lnTo>
                    <a:pt x="293578" y="188492"/>
                  </a:lnTo>
                  <a:lnTo>
                    <a:pt x="301257" y="143221"/>
                  </a:lnTo>
                  <a:lnTo>
                    <a:pt x="293578" y="97953"/>
                  </a:lnTo>
                  <a:lnTo>
                    <a:pt x="272194" y="58637"/>
                  </a:lnTo>
                  <a:lnTo>
                    <a:pt x="239586" y="27634"/>
                  </a:lnTo>
                  <a:lnTo>
                    <a:pt x="198235" y="7301"/>
                  </a:lnTo>
                  <a:lnTo>
                    <a:pt x="150622" y="0"/>
                  </a:lnTo>
                  <a:close/>
                </a:path>
              </a:pathLst>
            </a:custGeom>
            <a:solidFill>
              <a:srgbClr val="041C2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1" name="object 41"/>
            <p:cNvSpPr/>
            <p:nvPr/>
          </p:nvSpPr>
          <p:spPr>
            <a:xfrm>
              <a:off x="7347542" y="3011256"/>
              <a:ext cx="301625" cy="287020"/>
            </a:xfrm>
            <a:custGeom>
              <a:avLst/>
              <a:gdLst/>
              <a:ahLst/>
              <a:cxnLst/>
              <a:rect l="l" t="t" r="r" b="b"/>
              <a:pathLst>
                <a:path w="301625" h="287020">
                  <a:moveTo>
                    <a:pt x="301257" y="143221"/>
                  </a:moveTo>
                  <a:lnTo>
                    <a:pt x="293578" y="188492"/>
                  </a:lnTo>
                  <a:lnTo>
                    <a:pt x="272194" y="227808"/>
                  </a:lnTo>
                  <a:lnTo>
                    <a:pt x="239587" y="258812"/>
                  </a:lnTo>
                  <a:lnTo>
                    <a:pt x="198236" y="279144"/>
                  </a:lnTo>
                  <a:lnTo>
                    <a:pt x="150623" y="286445"/>
                  </a:lnTo>
                  <a:lnTo>
                    <a:pt x="103015" y="279144"/>
                  </a:lnTo>
                  <a:lnTo>
                    <a:pt x="61668" y="258812"/>
                  </a:lnTo>
                  <a:lnTo>
                    <a:pt x="29062" y="227808"/>
                  </a:lnTo>
                  <a:lnTo>
                    <a:pt x="7679" y="188491"/>
                  </a:lnTo>
                  <a:lnTo>
                    <a:pt x="0" y="143221"/>
                  </a:lnTo>
                  <a:lnTo>
                    <a:pt x="7678" y="97953"/>
                  </a:lnTo>
                  <a:lnTo>
                    <a:pt x="29061" y="58637"/>
                  </a:lnTo>
                  <a:lnTo>
                    <a:pt x="61667" y="27634"/>
                  </a:lnTo>
                  <a:lnTo>
                    <a:pt x="103014" y="7301"/>
                  </a:lnTo>
                  <a:lnTo>
                    <a:pt x="150622" y="0"/>
                  </a:lnTo>
                  <a:lnTo>
                    <a:pt x="198235" y="7301"/>
                  </a:lnTo>
                  <a:lnTo>
                    <a:pt x="239586" y="27634"/>
                  </a:lnTo>
                  <a:lnTo>
                    <a:pt x="272194" y="58637"/>
                  </a:lnTo>
                  <a:lnTo>
                    <a:pt x="293578" y="97953"/>
                  </a:lnTo>
                  <a:lnTo>
                    <a:pt x="301257" y="143221"/>
                  </a:lnTo>
                  <a:close/>
                </a:path>
                <a:path w="301625" h="287020">
                  <a:moveTo>
                    <a:pt x="94146" y="89512"/>
                  </a:moveTo>
                  <a:lnTo>
                    <a:pt x="207109" y="196930"/>
                  </a:lnTo>
                </a:path>
                <a:path w="301625" h="287020">
                  <a:moveTo>
                    <a:pt x="207108" y="89512"/>
                  </a:moveTo>
                  <a:lnTo>
                    <a:pt x="94146" y="196930"/>
                  </a:lnTo>
                </a:path>
              </a:pathLst>
            </a:custGeom>
            <a:ln w="15230">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42" name="object 42"/>
          <p:cNvGrpSpPr/>
          <p:nvPr/>
        </p:nvGrpSpPr>
        <p:grpSpPr>
          <a:xfrm>
            <a:off x="8837041" y="2985516"/>
            <a:ext cx="349885" cy="334010"/>
            <a:chOff x="8837041" y="2985516"/>
            <a:chExt cx="349885" cy="334010"/>
          </a:xfrm>
        </p:grpSpPr>
        <p:sp>
          <p:nvSpPr>
            <p:cNvPr id="43" name="object 43"/>
            <p:cNvSpPr/>
            <p:nvPr/>
          </p:nvSpPr>
          <p:spPr>
            <a:xfrm>
              <a:off x="8846566" y="2995041"/>
              <a:ext cx="330835" cy="314960"/>
            </a:xfrm>
            <a:custGeom>
              <a:avLst/>
              <a:gdLst/>
              <a:ahLst/>
              <a:cxnLst/>
              <a:rect l="l" t="t" r="r" b="b"/>
              <a:pathLst>
                <a:path w="330834" h="314960">
                  <a:moveTo>
                    <a:pt x="165353" y="0"/>
                  </a:moveTo>
                  <a:lnTo>
                    <a:pt x="121399" y="5623"/>
                  </a:lnTo>
                  <a:lnTo>
                    <a:pt x="81900" y="21491"/>
                  </a:lnTo>
                  <a:lnTo>
                    <a:pt x="48434" y="46100"/>
                  </a:lnTo>
                  <a:lnTo>
                    <a:pt x="22577" y="77949"/>
                  </a:lnTo>
                  <a:lnTo>
                    <a:pt x="5907" y="115534"/>
                  </a:lnTo>
                  <a:lnTo>
                    <a:pt x="0" y="157353"/>
                  </a:lnTo>
                  <a:lnTo>
                    <a:pt x="5907" y="199117"/>
                  </a:lnTo>
                  <a:lnTo>
                    <a:pt x="22577" y="236666"/>
                  </a:lnTo>
                  <a:lnTo>
                    <a:pt x="48434" y="268493"/>
                  </a:lnTo>
                  <a:lnTo>
                    <a:pt x="81900" y="293092"/>
                  </a:lnTo>
                  <a:lnTo>
                    <a:pt x="121399" y="308956"/>
                  </a:lnTo>
                  <a:lnTo>
                    <a:pt x="165353" y="314579"/>
                  </a:lnTo>
                  <a:lnTo>
                    <a:pt x="209308" y="308956"/>
                  </a:lnTo>
                  <a:lnTo>
                    <a:pt x="248807" y="293092"/>
                  </a:lnTo>
                  <a:lnTo>
                    <a:pt x="282273" y="268493"/>
                  </a:lnTo>
                  <a:lnTo>
                    <a:pt x="308130" y="236666"/>
                  </a:lnTo>
                  <a:lnTo>
                    <a:pt x="324800" y="199117"/>
                  </a:lnTo>
                  <a:lnTo>
                    <a:pt x="330707" y="157353"/>
                  </a:lnTo>
                  <a:lnTo>
                    <a:pt x="324800" y="115534"/>
                  </a:lnTo>
                  <a:lnTo>
                    <a:pt x="308130" y="77949"/>
                  </a:lnTo>
                  <a:lnTo>
                    <a:pt x="282273" y="46101"/>
                  </a:lnTo>
                  <a:lnTo>
                    <a:pt x="248807" y="21491"/>
                  </a:lnTo>
                  <a:lnTo>
                    <a:pt x="209308" y="5623"/>
                  </a:lnTo>
                  <a:lnTo>
                    <a:pt x="165353"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4" name="object 44"/>
            <p:cNvSpPr/>
            <p:nvPr/>
          </p:nvSpPr>
          <p:spPr>
            <a:xfrm>
              <a:off x="8846566" y="2995041"/>
              <a:ext cx="330835" cy="314960"/>
            </a:xfrm>
            <a:custGeom>
              <a:avLst/>
              <a:gdLst/>
              <a:ahLst/>
              <a:cxnLst/>
              <a:rect l="l" t="t" r="r" b="b"/>
              <a:pathLst>
                <a:path w="330834" h="314960">
                  <a:moveTo>
                    <a:pt x="0" y="157353"/>
                  </a:moveTo>
                  <a:lnTo>
                    <a:pt x="5907" y="115534"/>
                  </a:lnTo>
                  <a:lnTo>
                    <a:pt x="22577" y="77949"/>
                  </a:lnTo>
                  <a:lnTo>
                    <a:pt x="48434" y="46100"/>
                  </a:lnTo>
                  <a:lnTo>
                    <a:pt x="81900" y="21491"/>
                  </a:lnTo>
                  <a:lnTo>
                    <a:pt x="121399" y="5623"/>
                  </a:lnTo>
                  <a:lnTo>
                    <a:pt x="165353" y="0"/>
                  </a:lnTo>
                  <a:lnTo>
                    <a:pt x="209308" y="5623"/>
                  </a:lnTo>
                  <a:lnTo>
                    <a:pt x="248807" y="21491"/>
                  </a:lnTo>
                  <a:lnTo>
                    <a:pt x="282273" y="46101"/>
                  </a:lnTo>
                  <a:lnTo>
                    <a:pt x="308130" y="77949"/>
                  </a:lnTo>
                  <a:lnTo>
                    <a:pt x="324800" y="115534"/>
                  </a:lnTo>
                  <a:lnTo>
                    <a:pt x="330707" y="157353"/>
                  </a:lnTo>
                  <a:lnTo>
                    <a:pt x="324800" y="199117"/>
                  </a:lnTo>
                  <a:lnTo>
                    <a:pt x="308130" y="236666"/>
                  </a:lnTo>
                  <a:lnTo>
                    <a:pt x="282273" y="268493"/>
                  </a:lnTo>
                  <a:lnTo>
                    <a:pt x="248807" y="293092"/>
                  </a:lnTo>
                  <a:lnTo>
                    <a:pt x="209308" y="308956"/>
                  </a:lnTo>
                  <a:lnTo>
                    <a:pt x="165353" y="314579"/>
                  </a:lnTo>
                  <a:lnTo>
                    <a:pt x="121399" y="308956"/>
                  </a:lnTo>
                  <a:lnTo>
                    <a:pt x="81900" y="293092"/>
                  </a:lnTo>
                  <a:lnTo>
                    <a:pt x="48434" y="268493"/>
                  </a:lnTo>
                  <a:lnTo>
                    <a:pt x="22577" y="236666"/>
                  </a:lnTo>
                  <a:lnTo>
                    <a:pt x="5907" y="199117"/>
                  </a:lnTo>
                  <a:lnTo>
                    <a:pt x="0" y="157353"/>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5" name="object 45"/>
            <p:cNvSpPr/>
            <p:nvPr/>
          </p:nvSpPr>
          <p:spPr>
            <a:xfrm>
              <a:off x="8942994" y="3122503"/>
              <a:ext cx="140335" cy="115570"/>
            </a:xfrm>
            <a:custGeom>
              <a:avLst/>
              <a:gdLst/>
              <a:ahLst/>
              <a:cxnLst/>
              <a:rect l="l" t="t" r="r" b="b"/>
              <a:pathLst>
                <a:path w="140334" h="115569">
                  <a:moveTo>
                    <a:pt x="139802" y="0"/>
                  </a:moveTo>
                  <a:lnTo>
                    <a:pt x="49119" y="114967"/>
                  </a:lnTo>
                  <a:lnTo>
                    <a:pt x="0" y="69159"/>
                  </a:lnTo>
                </a:path>
              </a:pathLst>
            </a:custGeom>
            <a:ln w="15587">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46" name="object 46"/>
          <p:cNvGrpSpPr/>
          <p:nvPr/>
        </p:nvGrpSpPr>
        <p:grpSpPr>
          <a:xfrm>
            <a:off x="528510" y="2455862"/>
            <a:ext cx="3408679" cy="327025"/>
            <a:chOff x="528510" y="2455862"/>
            <a:chExt cx="3408679" cy="327025"/>
          </a:xfrm>
        </p:grpSpPr>
        <p:sp>
          <p:nvSpPr>
            <p:cNvPr id="47" name="object 47"/>
            <p:cNvSpPr/>
            <p:nvPr/>
          </p:nvSpPr>
          <p:spPr>
            <a:xfrm>
              <a:off x="542798" y="2470150"/>
              <a:ext cx="3380104" cy="298450"/>
            </a:xfrm>
            <a:custGeom>
              <a:avLst/>
              <a:gdLst/>
              <a:ahLst/>
              <a:cxnLst/>
              <a:rect l="l" t="t" r="r" b="b"/>
              <a:pathLst>
                <a:path w="3380104" h="298450">
                  <a:moveTo>
                    <a:pt x="3230753" y="0"/>
                  </a:moveTo>
                  <a:lnTo>
                    <a:pt x="149021" y="0"/>
                  </a:lnTo>
                  <a:lnTo>
                    <a:pt x="101916" y="7592"/>
                  </a:lnTo>
                  <a:lnTo>
                    <a:pt x="61008" y="28736"/>
                  </a:lnTo>
                  <a:lnTo>
                    <a:pt x="28750" y="60981"/>
                  </a:lnTo>
                  <a:lnTo>
                    <a:pt x="7596" y="101876"/>
                  </a:lnTo>
                  <a:lnTo>
                    <a:pt x="0" y="148971"/>
                  </a:lnTo>
                  <a:lnTo>
                    <a:pt x="7596" y="196065"/>
                  </a:lnTo>
                  <a:lnTo>
                    <a:pt x="28750" y="236960"/>
                  </a:lnTo>
                  <a:lnTo>
                    <a:pt x="61008" y="269205"/>
                  </a:lnTo>
                  <a:lnTo>
                    <a:pt x="101916" y="290349"/>
                  </a:lnTo>
                  <a:lnTo>
                    <a:pt x="149021" y="297941"/>
                  </a:lnTo>
                  <a:lnTo>
                    <a:pt x="3230626" y="297941"/>
                  </a:lnTo>
                  <a:lnTo>
                    <a:pt x="3277733" y="290349"/>
                  </a:lnTo>
                  <a:lnTo>
                    <a:pt x="3318660" y="269205"/>
                  </a:lnTo>
                  <a:lnTo>
                    <a:pt x="3350942" y="236960"/>
                  </a:lnTo>
                  <a:lnTo>
                    <a:pt x="3372118" y="196065"/>
                  </a:lnTo>
                  <a:lnTo>
                    <a:pt x="3379724" y="148971"/>
                  </a:lnTo>
                  <a:lnTo>
                    <a:pt x="3372131" y="101876"/>
                  </a:lnTo>
                  <a:lnTo>
                    <a:pt x="3350987" y="60981"/>
                  </a:lnTo>
                  <a:lnTo>
                    <a:pt x="3318742" y="28736"/>
                  </a:lnTo>
                  <a:lnTo>
                    <a:pt x="3277847" y="7592"/>
                  </a:lnTo>
                  <a:lnTo>
                    <a:pt x="3230753" y="0"/>
                  </a:lnTo>
                  <a:close/>
                </a:path>
              </a:pathLst>
            </a:custGeom>
            <a:solidFill>
              <a:srgbClr val="00547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8" name="object 48"/>
            <p:cNvSpPr/>
            <p:nvPr/>
          </p:nvSpPr>
          <p:spPr>
            <a:xfrm>
              <a:off x="542798" y="2470150"/>
              <a:ext cx="3380104" cy="298450"/>
            </a:xfrm>
            <a:custGeom>
              <a:avLst/>
              <a:gdLst/>
              <a:ahLst/>
              <a:cxnLst/>
              <a:rect l="l" t="t" r="r" b="b"/>
              <a:pathLst>
                <a:path w="3380104" h="298450">
                  <a:moveTo>
                    <a:pt x="0" y="148971"/>
                  </a:moveTo>
                  <a:lnTo>
                    <a:pt x="7596" y="101876"/>
                  </a:lnTo>
                  <a:lnTo>
                    <a:pt x="28750" y="60981"/>
                  </a:lnTo>
                  <a:lnTo>
                    <a:pt x="61008" y="28736"/>
                  </a:lnTo>
                  <a:lnTo>
                    <a:pt x="101916" y="7592"/>
                  </a:lnTo>
                  <a:lnTo>
                    <a:pt x="149021" y="0"/>
                  </a:lnTo>
                  <a:lnTo>
                    <a:pt x="3230753" y="0"/>
                  </a:lnTo>
                  <a:lnTo>
                    <a:pt x="3277847" y="7592"/>
                  </a:lnTo>
                  <a:lnTo>
                    <a:pt x="3318742" y="28736"/>
                  </a:lnTo>
                  <a:lnTo>
                    <a:pt x="3350987" y="60981"/>
                  </a:lnTo>
                  <a:lnTo>
                    <a:pt x="3372131" y="101876"/>
                  </a:lnTo>
                  <a:lnTo>
                    <a:pt x="3379724" y="148971"/>
                  </a:lnTo>
                  <a:lnTo>
                    <a:pt x="3372118" y="196065"/>
                  </a:lnTo>
                  <a:lnTo>
                    <a:pt x="3350942" y="236960"/>
                  </a:lnTo>
                  <a:lnTo>
                    <a:pt x="3318660" y="269205"/>
                  </a:lnTo>
                  <a:lnTo>
                    <a:pt x="3277733" y="290349"/>
                  </a:lnTo>
                  <a:lnTo>
                    <a:pt x="3230626" y="297941"/>
                  </a:lnTo>
                  <a:lnTo>
                    <a:pt x="149021" y="297941"/>
                  </a:lnTo>
                  <a:lnTo>
                    <a:pt x="101916" y="290349"/>
                  </a:lnTo>
                  <a:lnTo>
                    <a:pt x="61008" y="269205"/>
                  </a:lnTo>
                  <a:lnTo>
                    <a:pt x="28750" y="236960"/>
                  </a:lnTo>
                  <a:lnTo>
                    <a:pt x="7596" y="196065"/>
                  </a:lnTo>
                  <a:lnTo>
                    <a:pt x="0" y="148971"/>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49" name="object 49"/>
          <p:cNvSpPr txBox="1"/>
          <p:nvPr/>
        </p:nvSpPr>
        <p:spPr>
          <a:xfrm>
            <a:off x="1028801" y="2511044"/>
            <a:ext cx="240855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Client</a:t>
            </a:r>
            <a:r>
              <a:rPr kumimoji="0" sz="1200" b="1" i="0" u="none" strike="noStrike" kern="0" cap="none" spc="-4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Specific</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Domain</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10" normalizeH="0" baseline="0" noProof="0" dirty="0">
                <a:ln>
                  <a:noFill/>
                </a:ln>
                <a:solidFill>
                  <a:srgbClr val="FFFFFF"/>
                </a:solidFill>
                <a:effectLst/>
                <a:uLnTx/>
                <a:uFillTx/>
                <a:latin typeface="Arial"/>
                <a:ea typeface="+mn-ea"/>
                <a:cs typeface="Arial"/>
              </a:rPr>
              <a:t>Expertise</a:t>
            </a:r>
            <a:endParaRPr kumimoji="0" sz="1200" b="0" i="0" u="none" strike="noStrike" kern="0" cap="none" spc="0" normalizeH="0" baseline="0" noProof="0">
              <a:ln>
                <a:noFill/>
              </a:ln>
              <a:solidFill>
                <a:sysClr val="windowText" lastClr="000000"/>
              </a:solidFill>
              <a:effectLst/>
              <a:uLnTx/>
              <a:uFillTx/>
              <a:latin typeface="Arial"/>
              <a:ea typeface="+mn-ea"/>
              <a:cs typeface="Arial"/>
            </a:endParaRPr>
          </a:p>
        </p:txBody>
      </p:sp>
      <p:grpSp>
        <p:nvGrpSpPr>
          <p:cNvPr id="50" name="object 50"/>
          <p:cNvGrpSpPr/>
          <p:nvPr/>
        </p:nvGrpSpPr>
        <p:grpSpPr>
          <a:xfrm>
            <a:off x="8837041" y="2452370"/>
            <a:ext cx="349885" cy="334010"/>
            <a:chOff x="8837041" y="2452370"/>
            <a:chExt cx="349885" cy="334010"/>
          </a:xfrm>
        </p:grpSpPr>
        <p:sp>
          <p:nvSpPr>
            <p:cNvPr id="51" name="object 51"/>
            <p:cNvSpPr/>
            <p:nvPr/>
          </p:nvSpPr>
          <p:spPr>
            <a:xfrm>
              <a:off x="8846566" y="2461895"/>
              <a:ext cx="330835" cy="314960"/>
            </a:xfrm>
            <a:custGeom>
              <a:avLst/>
              <a:gdLst/>
              <a:ahLst/>
              <a:cxnLst/>
              <a:rect l="l" t="t" r="r" b="b"/>
              <a:pathLst>
                <a:path w="330834" h="314960">
                  <a:moveTo>
                    <a:pt x="165353" y="0"/>
                  </a:moveTo>
                  <a:lnTo>
                    <a:pt x="121399" y="5613"/>
                  </a:lnTo>
                  <a:lnTo>
                    <a:pt x="81900" y="21458"/>
                  </a:lnTo>
                  <a:lnTo>
                    <a:pt x="48434" y="46037"/>
                  </a:lnTo>
                  <a:lnTo>
                    <a:pt x="22577" y="77855"/>
                  </a:lnTo>
                  <a:lnTo>
                    <a:pt x="5907" y="115417"/>
                  </a:lnTo>
                  <a:lnTo>
                    <a:pt x="0" y="157225"/>
                  </a:lnTo>
                  <a:lnTo>
                    <a:pt x="5907" y="199034"/>
                  </a:lnTo>
                  <a:lnTo>
                    <a:pt x="22577" y="236596"/>
                  </a:lnTo>
                  <a:lnTo>
                    <a:pt x="48434" y="268414"/>
                  </a:lnTo>
                  <a:lnTo>
                    <a:pt x="81900" y="292993"/>
                  </a:lnTo>
                  <a:lnTo>
                    <a:pt x="121399" y="308838"/>
                  </a:lnTo>
                  <a:lnTo>
                    <a:pt x="165353" y="314451"/>
                  </a:lnTo>
                  <a:lnTo>
                    <a:pt x="209308" y="308838"/>
                  </a:lnTo>
                  <a:lnTo>
                    <a:pt x="248807" y="292993"/>
                  </a:lnTo>
                  <a:lnTo>
                    <a:pt x="282273" y="268414"/>
                  </a:lnTo>
                  <a:lnTo>
                    <a:pt x="308130" y="236596"/>
                  </a:lnTo>
                  <a:lnTo>
                    <a:pt x="324800" y="199034"/>
                  </a:lnTo>
                  <a:lnTo>
                    <a:pt x="330707" y="157225"/>
                  </a:lnTo>
                  <a:lnTo>
                    <a:pt x="324800" y="115417"/>
                  </a:lnTo>
                  <a:lnTo>
                    <a:pt x="308130" y="77855"/>
                  </a:lnTo>
                  <a:lnTo>
                    <a:pt x="282273" y="46037"/>
                  </a:lnTo>
                  <a:lnTo>
                    <a:pt x="248807" y="21458"/>
                  </a:lnTo>
                  <a:lnTo>
                    <a:pt x="209308" y="5613"/>
                  </a:lnTo>
                  <a:lnTo>
                    <a:pt x="165353"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2" name="object 52"/>
            <p:cNvSpPr/>
            <p:nvPr/>
          </p:nvSpPr>
          <p:spPr>
            <a:xfrm>
              <a:off x="8846566" y="2461895"/>
              <a:ext cx="330835" cy="314960"/>
            </a:xfrm>
            <a:custGeom>
              <a:avLst/>
              <a:gdLst/>
              <a:ahLst/>
              <a:cxnLst/>
              <a:rect l="l" t="t" r="r" b="b"/>
              <a:pathLst>
                <a:path w="330834" h="314960">
                  <a:moveTo>
                    <a:pt x="0" y="157225"/>
                  </a:moveTo>
                  <a:lnTo>
                    <a:pt x="5907" y="115417"/>
                  </a:lnTo>
                  <a:lnTo>
                    <a:pt x="22577" y="77855"/>
                  </a:lnTo>
                  <a:lnTo>
                    <a:pt x="48434" y="46037"/>
                  </a:lnTo>
                  <a:lnTo>
                    <a:pt x="81900" y="21458"/>
                  </a:lnTo>
                  <a:lnTo>
                    <a:pt x="121399" y="5613"/>
                  </a:lnTo>
                  <a:lnTo>
                    <a:pt x="165353" y="0"/>
                  </a:lnTo>
                  <a:lnTo>
                    <a:pt x="209308" y="5613"/>
                  </a:lnTo>
                  <a:lnTo>
                    <a:pt x="248807" y="21458"/>
                  </a:lnTo>
                  <a:lnTo>
                    <a:pt x="282273" y="46037"/>
                  </a:lnTo>
                  <a:lnTo>
                    <a:pt x="308130" y="77855"/>
                  </a:lnTo>
                  <a:lnTo>
                    <a:pt x="324800" y="115417"/>
                  </a:lnTo>
                  <a:lnTo>
                    <a:pt x="330707" y="157225"/>
                  </a:lnTo>
                  <a:lnTo>
                    <a:pt x="324800" y="199034"/>
                  </a:lnTo>
                  <a:lnTo>
                    <a:pt x="308130" y="236596"/>
                  </a:lnTo>
                  <a:lnTo>
                    <a:pt x="282273" y="268414"/>
                  </a:lnTo>
                  <a:lnTo>
                    <a:pt x="248807" y="292993"/>
                  </a:lnTo>
                  <a:lnTo>
                    <a:pt x="209308" y="308838"/>
                  </a:lnTo>
                  <a:lnTo>
                    <a:pt x="165353" y="314451"/>
                  </a:lnTo>
                  <a:lnTo>
                    <a:pt x="121399" y="308838"/>
                  </a:lnTo>
                  <a:lnTo>
                    <a:pt x="81900" y="292993"/>
                  </a:lnTo>
                  <a:lnTo>
                    <a:pt x="48434" y="268414"/>
                  </a:lnTo>
                  <a:lnTo>
                    <a:pt x="22577" y="236596"/>
                  </a:lnTo>
                  <a:lnTo>
                    <a:pt x="5907" y="199034"/>
                  </a:lnTo>
                  <a:lnTo>
                    <a:pt x="0" y="157225"/>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3" name="object 53"/>
            <p:cNvSpPr/>
            <p:nvPr/>
          </p:nvSpPr>
          <p:spPr>
            <a:xfrm>
              <a:off x="8942994" y="2567894"/>
              <a:ext cx="140335" cy="115570"/>
            </a:xfrm>
            <a:custGeom>
              <a:avLst/>
              <a:gdLst/>
              <a:ahLst/>
              <a:cxnLst/>
              <a:rect l="l" t="t" r="r" b="b"/>
              <a:pathLst>
                <a:path w="140334" h="115569">
                  <a:moveTo>
                    <a:pt x="139802" y="0"/>
                  </a:moveTo>
                  <a:lnTo>
                    <a:pt x="49119" y="114967"/>
                  </a:lnTo>
                  <a:lnTo>
                    <a:pt x="0" y="69159"/>
                  </a:lnTo>
                </a:path>
              </a:pathLst>
            </a:custGeom>
            <a:ln w="15587">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54" name="object 54"/>
          <p:cNvGrpSpPr/>
          <p:nvPr/>
        </p:nvGrpSpPr>
        <p:grpSpPr>
          <a:xfrm>
            <a:off x="5888863" y="2452370"/>
            <a:ext cx="349885" cy="334010"/>
            <a:chOff x="5888863" y="2452370"/>
            <a:chExt cx="349885" cy="334010"/>
          </a:xfrm>
        </p:grpSpPr>
        <p:sp>
          <p:nvSpPr>
            <p:cNvPr id="55" name="object 55"/>
            <p:cNvSpPr/>
            <p:nvPr/>
          </p:nvSpPr>
          <p:spPr>
            <a:xfrm>
              <a:off x="5898388" y="2461895"/>
              <a:ext cx="330835" cy="314960"/>
            </a:xfrm>
            <a:custGeom>
              <a:avLst/>
              <a:gdLst/>
              <a:ahLst/>
              <a:cxnLst/>
              <a:rect l="l" t="t" r="r" b="b"/>
              <a:pathLst>
                <a:path w="330835" h="314960">
                  <a:moveTo>
                    <a:pt x="165481" y="0"/>
                  </a:moveTo>
                  <a:lnTo>
                    <a:pt x="121473" y="5613"/>
                  </a:lnTo>
                  <a:lnTo>
                    <a:pt x="81938" y="21458"/>
                  </a:lnTo>
                  <a:lnTo>
                    <a:pt x="48450" y="46037"/>
                  </a:lnTo>
                  <a:lnTo>
                    <a:pt x="22582" y="77855"/>
                  </a:lnTo>
                  <a:lnTo>
                    <a:pt x="5907" y="115417"/>
                  </a:lnTo>
                  <a:lnTo>
                    <a:pt x="0" y="157225"/>
                  </a:lnTo>
                  <a:lnTo>
                    <a:pt x="5907" y="199034"/>
                  </a:lnTo>
                  <a:lnTo>
                    <a:pt x="22582" y="236596"/>
                  </a:lnTo>
                  <a:lnTo>
                    <a:pt x="48450" y="268414"/>
                  </a:lnTo>
                  <a:lnTo>
                    <a:pt x="81938" y="292993"/>
                  </a:lnTo>
                  <a:lnTo>
                    <a:pt x="121473" y="308838"/>
                  </a:lnTo>
                  <a:lnTo>
                    <a:pt x="165481" y="314451"/>
                  </a:lnTo>
                  <a:lnTo>
                    <a:pt x="209435" y="308838"/>
                  </a:lnTo>
                  <a:lnTo>
                    <a:pt x="248934" y="292993"/>
                  </a:lnTo>
                  <a:lnTo>
                    <a:pt x="282400" y="268414"/>
                  </a:lnTo>
                  <a:lnTo>
                    <a:pt x="308257" y="236596"/>
                  </a:lnTo>
                  <a:lnTo>
                    <a:pt x="324927" y="199034"/>
                  </a:lnTo>
                  <a:lnTo>
                    <a:pt x="330835" y="157225"/>
                  </a:lnTo>
                  <a:lnTo>
                    <a:pt x="324927" y="115417"/>
                  </a:lnTo>
                  <a:lnTo>
                    <a:pt x="308257" y="77855"/>
                  </a:lnTo>
                  <a:lnTo>
                    <a:pt x="282400" y="46037"/>
                  </a:lnTo>
                  <a:lnTo>
                    <a:pt x="248934" y="21458"/>
                  </a:lnTo>
                  <a:lnTo>
                    <a:pt x="209435" y="5613"/>
                  </a:lnTo>
                  <a:lnTo>
                    <a:pt x="165481"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6" name="object 56"/>
            <p:cNvSpPr/>
            <p:nvPr/>
          </p:nvSpPr>
          <p:spPr>
            <a:xfrm>
              <a:off x="5898388" y="2461895"/>
              <a:ext cx="330835" cy="314960"/>
            </a:xfrm>
            <a:custGeom>
              <a:avLst/>
              <a:gdLst/>
              <a:ahLst/>
              <a:cxnLst/>
              <a:rect l="l" t="t" r="r" b="b"/>
              <a:pathLst>
                <a:path w="330835" h="314960">
                  <a:moveTo>
                    <a:pt x="0" y="157225"/>
                  </a:moveTo>
                  <a:lnTo>
                    <a:pt x="5907" y="115417"/>
                  </a:lnTo>
                  <a:lnTo>
                    <a:pt x="22582" y="77855"/>
                  </a:lnTo>
                  <a:lnTo>
                    <a:pt x="48450" y="46037"/>
                  </a:lnTo>
                  <a:lnTo>
                    <a:pt x="81938" y="21458"/>
                  </a:lnTo>
                  <a:lnTo>
                    <a:pt x="121473" y="5613"/>
                  </a:lnTo>
                  <a:lnTo>
                    <a:pt x="165481" y="0"/>
                  </a:lnTo>
                  <a:lnTo>
                    <a:pt x="209435" y="5613"/>
                  </a:lnTo>
                  <a:lnTo>
                    <a:pt x="248934" y="21458"/>
                  </a:lnTo>
                  <a:lnTo>
                    <a:pt x="282400" y="46037"/>
                  </a:lnTo>
                  <a:lnTo>
                    <a:pt x="308257" y="77855"/>
                  </a:lnTo>
                  <a:lnTo>
                    <a:pt x="324927" y="115417"/>
                  </a:lnTo>
                  <a:lnTo>
                    <a:pt x="330835" y="157225"/>
                  </a:lnTo>
                  <a:lnTo>
                    <a:pt x="324927" y="199034"/>
                  </a:lnTo>
                  <a:lnTo>
                    <a:pt x="308257" y="236596"/>
                  </a:lnTo>
                  <a:lnTo>
                    <a:pt x="282400" y="268414"/>
                  </a:lnTo>
                  <a:lnTo>
                    <a:pt x="248934" y="292993"/>
                  </a:lnTo>
                  <a:lnTo>
                    <a:pt x="209435" y="308838"/>
                  </a:lnTo>
                  <a:lnTo>
                    <a:pt x="165481" y="314451"/>
                  </a:lnTo>
                  <a:lnTo>
                    <a:pt x="121473" y="308838"/>
                  </a:lnTo>
                  <a:lnTo>
                    <a:pt x="81938" y="292993"/>
                  </a:lnTo>
                  <a:lnTo>
                    <a:pt x="48450" y="268414"/>
                  </a:lnTo>
                  <a:lnTo>
                    <a:pt x="22582" y="236596"/>
                  </a:lnTo>
                  <a:lnTo>
                    <a:pt x="5907" y="199034"/>
                  </a:lnTo>
                  <a:lnTo>
                    <a:pt x="0" y="157225"/>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57" name="object 57"/>
            <p:cNvPicPr/>
            <p:nvPr/>
          </p:nvPicPr>
          <p:blipFill>
            <a:blip r:embed="rId6" cstate="print"/>
            <a:stretch>
              <a:fillRect/>
            </a:stretch>
          </p:blipFill>
          <p:spPr>
            <a:xfrm>
              <a:off x="5989930" y="2562350"/>
              <a:ext cx="149548" cy="125569"/>
            </a:xfrm>
            <a:prstGeom prst="rect">
              <a:avLst/>
            </a:prstGeom>
          </p:spPr>
        </p:pic>
      </p:grpSp>
      <p:grpSp>
        <p:nvGrpSpPr>
          <p:cNvPr id="58" name="object 58"/>
          <p:cNvGrpSpPr/>
          <p:nvPr/>
        </p:nvGrpSpPr>
        <p:grpSpPr>
          <a:xfrm>
            <a:off x="4550753" y="2470368"/>
            <a:ext cx="316865" cy="302260"/>
            <a:chOff x="4550753" y="2470368"/>
            <a:chExt cx="316865" cy="302260"/>
          </a:xfrm>
        </p:grpSpPr>
        <p:sp>
          <p:nvSpPr>
            <p:cNvPr id="59" name="object 59"/>
            <p:cNvSpPr/>
            <p:nvPr/>
          </p:nvSpPr>
          <p:spPr>
            <a:xfrm>
              <a:off x="4558368" y="2477983"/>
              <a:ext cx="301625" cy="287020"/>
            </a:xfrm>
            <a:custGeom>
              <a:avLst/>
              <a:gdLst/>
              <a:ahLst/>
              <a:cxnLst/>
              <a:rect l="l" t="t" r="r" b="b"/>
              <a:pathLst>
                <a:path w="301625" h="287019">
                  <a:moveTo>
                    <a:pt x="150623" y="0"/>
                  </a:moveTo>
                  <a:lnTo>
                    <a:pt x="103015" y="7301"/>
                  </a:lnTo>
                  <a:lnTo>
                    <a:pt x="61667" y="27634"/>
                  </a:lnTo>
                  <a:lnTo>
                    <a:pt x="29061" y="58637"/>
                  </a:lnTo>
                  <a:lnTo>
                    <a:pt x="7678" y="97953"/>
                  </a:lnTo>
                  <a:lnTo>
                    <a:pt x="0" y="143221"/>
                  </a:lnTo>
                  <a:lnTo>
                    <a:pt x="7679" y="188491"/>
                  </a:lnTo>
                  <a:lnTo>
                    <a:pt x="29062" y="227808"/>
                  </a:lnTo>
                  <a:lnTo>
                    <a:pt x="61667" y="258812"/>
                  </a:lnTo>
                  <a:lnTo>
                    <a:pt x="103015" y="279144"/>
                  </a:lnTo>
                  <a:lnTo>
                    <a:pt x="150623" y="286445"/>
                  </a:lnTo>
                  <a:lnTo>
                    <a:pt x="198236" y="279144"/>
                  </a:lnTo>
                  <a:lnTo>
                    <a:pt x="239587" y="258812"/>
                  </a:lnTo>
                  <a:lnTo>
                    <a:pt x="272194" y="227808"/>
                  </a:lnTo>
                  <a:lnTo>
                    <a:pt x="293578" y="188492"/>
                  </a:lnTo>
                  <a:lnTo>
                    <a:pt x="301257" y="143221"/>
                  </a:lnTo>
                  <a:lnTo>
                    <a:pt x="293578" y="97953"/>
                  </a:lnTo>
                  <a:lnTo>
                    <a:pt x="272194" y="58637"/>
                  </a:lnTo>
                  <a:lnTo>
                    <a:pt x="239586" y="27634"/>
                  </a:lnTo>
                  <a:lnTo>
                    <a:pt x="198235" y="7301"/>
                  </a:lnTo>
                  <a:lnTo>
                    <a:pt x="150623" y="0"/>
                  </a:lnTo>
                  <a:close/>
                </a:path>
              </a:pathLst>
            </a:custGeom>
            <a:solidFill>
              <a:srgbClr val="041C2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0" name="object 60"/>
            <p:cNvSpPr/>
            <p:nvPr/>
          </p:nvSpPr>
          <p:spPr>
            <a:xfrm>
              <a:off x="4558368" y="2477983"/>
              <a:ext cx="301625" cy="287020"/>
            </a:xfrm>
            <a:custGeom>
              <a:avLst/>
              <a:gdLst/>
              <a:ahLst/>
              <a:cxnLst/>
              <a:rect l="l" t="t" r="r" b="b"/>
              <a:pathLst>
                <a:path w="301625" h="287019">
                  <a:moveTo>
                    <a:pt x="301257" y="143221"/>
                  </a:moveTo>
                  <a:lnTo>
                    <a:pt x="293578" y="188492"/>
                  </a:lnTo>
                  <a:lnTo>
                    <a:pt x="272194" y="227808"/>
                  </a:lnTo>
                  <a:lnTo>
                    <a:pt x="239587" y="258812"/>
                  </a:lnTo>
                  <a:lnTo>
                    <a:pt x="198236" y="279144"/>
                  </a:lnTo>
                  <a:lnTo>
                    <a:pt x="150623" y="286445"/>
                  </a:lnTo>
                  <a:lnTo>
                    <a:pt x="103015" y="279144"/>
                  </a:lnTo>
                  <a:lnTo>
                    <a:pt x="61667" y="258812"/>
                  </a:lnTo>
                  <a:lnTo>
                    <a:pt x="29062" y="227808"/>
                  </a:lnTo>
                  <a:lnTo>
                    <a:pt x="7679" y="188491"/>
                  </a:lnTo>
                  <a:lnTo>
                    <a:pt x="0" y="143221"/>
                  </a:lnTo>
                  <a:lnTo>
                    <a:pt x="7678" y="97953"/>
                  </a:lnTo>
                  <a:lnTo>
                    <a:pt x="29061" y="58637"/>
                  </a:lnTo>
                  <a:lnTo>
                    <a:pt x="61667" y="27634"/>
                  </a:lnTo>
                  <a:lnTo>
                    <a:pt x="103015" y="7301"/>
                  </a:lnTo>
                  <a:lnTo>
                    <a:pt x="150623" y="0"/>
                  </a:lnTo>
                  <a:lnTo>
                    <a:pt x="198235" y="7301"/>
                  </a:lnTo>
                  <a:lnTo>
                    <a:pt x="239586" y="27634"/>
                  </a:lnTo>
                  <a:lnTo>
                    <a:pt x="272194" y="58637"/>
                  </a:lnTo>
                  <a:lnTo>
                    <a:pt x="293578" y="97953"/>
                  </a:lnTo>
                  <a:lnTo>
                    <a:pt x="301257" y="143221"/>
                  </a:lnTo>
                  <a:close/>
                </a:path>
                <a:path w="301625" h="287019">
                  <a:moveTo>
                    <a:pt x="94146" y="89512"/>
                  </a:moveTo>
                  <a:lnTo>
                    <a:pt x="207109" y="196930"/>
                  </a:lnTo>
                </a:path>
                <a:path w="301625" h="287019">
                  <a:moveTo>
                    <a:pt x="207108" y="89512"/>
                  </a:moveTo>
                  <a:lnTo>
                    <a:pt x="94146" y="196930"/>
                  </a:lnTo>
                </a:path>
              </a:pathLst>
            </a:custGeom>
            <a:ln w="15230">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grpSp>
        <p:nvGrpSpPr>
          <p:cNvPr id="61" name="object 61"/>
          <p:cNvGrpSpPr/>
          <p:nvPr/>
        </p:nvGrpSpPr>
        <p:grpSpPr>
          <a:xfrm>
            <a:off x="7339927" y="2470368"/>
            <a:ext cx="316865" cy="302260"/>
            <a:chOff x="7339927" y="2470368"/>
            <a:chExt cx="316865" cy="302260"/>
          </a:xfrm>
        </p:grpSpPr>
        <p:sp>
          <p:nvSpPr>
            <p:cNvPr id="62" name="object 62"/>
            <p:cNvSpPr/>
            <p:nvPr/>
          </p:nvSpPr>
          <p:spPr>
            <a:xfrm>
              <a:off x="7347542" y="2477983"/>
              <a:ext cx="301625" cy="287020"/>
            </a:xfrm>
            <a:custGeom>
              <a:avLst/>
              <a:gdLst/>
              <a:ahLst/>
              <a:cxnLst/>
              <a:rect l="l" t="t" r="r" b="b"/>
              <a:pathLst>
                <a:path w="301625" h="287019">
                  <a:moveTo>
                    <a:pt x="150622" y="0"/>
                  </a:moveTo>
                  <a:lnTo>
                    <a:pt x="103014" y="7301"/>
                  </a:lnTo>
                  <a:lnTo>
                    <a:pt x="61667" y="27634"/>
                  </a:lnTo>
                  <a:lnTo>
                    <a:pt x="29061" y="58637"/>
                  </a:lnTo>
                  <a:lnTo>
                    <a:pt x="7678" y="97953"/>
                  </a:lnTo>
                  <a:lnTo>
                    <a:pt x="0" y="143221"/>
                  </a:lnTo>
                  <a:lnTo>
                    <a:pt x="7679" y="188491"/>
                  </a:lnTo>
                  <a:lnTo>
                    <a:pt x="29062" y="227808"/>
                  </a:lnTo>
                  <a:lnTo>
                    <a:pt x="61668" y="258812"/>
                  </a:lnTo>
                  <a:lnTo>
                    <a:pt x="103015" y="279144"/>
                  </a:lnTo>
                  <a:lnTo>
                    <a:pt x="150623" y="286445"/>
                  </a:lnTo>
                  <a:lnTo>
                    <a:pt x="198236" y="279144"/>
                  </a:lnTo>
                  <a:lnTo>
                    <a:pt x="239587" y="258812"/>
                  </a:lnTo>
                  <a:lnTo>
                    <a:pt x="272194" y="227808"/>
                  </a:lnTo>
                  <a:lnTo>
                    <a:pt x="293578" y="188492"/>
                  </a:lnTo>
                  <a:lnTo>
                    <a:pt x="301257" y="143221"/>
                  </a:lnTo>
                  <a:lnTo>
                    <a:pt x="293578" y="97953"/>
                  </a:lnTo>
                  <a:lnTo>
                    <a:pt x="272194" y="58637"/>
                  </a:lnTo>
                  <a:lnTo>
                    <a:pt x="239586" y="27634"/>
                  </a:lnTo>
                  <a:lnTo>
                    <a:pt x="198235" y="7301"/>
                  </a:lnTo>
                  <a:lnTo>
                    <a:pt x="150622" y="0"/>
                  </a:lnTo>
                  <a:close/>
                </a:path>
              </a:pathLst>
            </a:custGeom>
            <a:solidFill>
              <a:srgbClr val="041C2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3" name="object 63"/>
            <p:cNvSpPr/>
            <p:nvPr/>
          </p:nvSpPr>
          <p:spPr>
            <a:xfrm>
              <a:off x="7347542" y="2477983"/>
              <a:ext cx="301625" cy="287020"/>
            </a:xfrm>
            <a:custGeom>
              <a:avLst/>
              <a:gdLst/>
              <a:ahLst/>
              <a:cxnLst/>
              <a:rect l="l" t="t" r="r" b="b"/>
              <a:pathLst>
                <a:path w="301625" h="287019">
                  <a:moveTo>
                    <a:pt x="301257" y="143221"/>
                  </a:moveTo>
                  <a:lnTo>
                    <a:pt x="293578" y="188492"/>
                  </a:lnTo>
                  <a:lnTo>
                    <a:pt x="272194" y="227808"/>
                  </a:lnTo>
                  <a:lnTo>
                    <a:pt x="239587" y="258812"/>
                  </a:lnTo>
                  <a:lnTo>
                    <a:pt x="198236" y="279144"/>
                  </a:lnTo>
                  <a:lnTo>
                    <a:pt x="150623" y="286445"/>
                  </a:lnTo>
                  <a:lnTo>
                    <a:pt x="103015" y="279144"/>
                  </a:lnTo>
                  <a:lnTo>
                    <a:pt x="61668" y="258812"/>
                  </a:lnTo>
                  <a:lnTo>
                    <a:pt x="29062" y="227808"/>
                  </a:lnTo>
                  <a:lnTo>
                    <a:pt x="7679" y="188491"/>
                  </a:lnTo>
                  <a:lnTo>
                    <a:pt x="0" y="143221"/>
                  </a:lnTo>
                  <a:lnTo>
                    <a:pt x="7678" y="97953"/>
                  </a:lnTo>
                  <a:lnTo>
                    <a:pt x="29061" y="58637"/>
                  </a:lnTo>
                  <a:lnTo>
                    <a:pt x="61667" y="27634"/>
                  </a:lnTo>
                  <a:lnTo>
                    <a:pt x="103014" y="7301"/>
                  </a:lnTo>
                  <a:lnTo>
                    <a:pt x="150622" y="0"/>
                  </a:lnTo>
                  <a:lnTo>
                    <a:pt x="198235" y="7301"/>
                  </a:lnTo>
                  <a:lnTo>
                    <a:pt x="239586" y="27634"/>
                  </a:lnTo>
                  <a:lnTo>
                    <a:pt x="272194" y="58637"/>
                  </a:lnTo>
                  <a:lnTo>
                    <a:pt x="293578" y="97953"/>
                  </a:lnTo>
                  <a:lnTo>
                    <a:pt x="301257" y="143221"/>
                  </a:lnTo>
                  <a:close/>
                </a:path>
                <a:path w="301625" h="287019">
                  <a:moveTo>
                    <a:pt x="94146" y="89512"/>
                  </a:moveTo>
                  <a:lnTo>
                    <a:pt x="207109" y="196930"/>
                  </a:lnTo>
                </a:path>
                <a:path w="301625" h="287019">
                  <a:moveTo>
                    <a:pt x="207108" y="89512"/>
                  </a:moveTo>
                  <a:lnTo>
                    <a:pt x="94146" y="196930"/>
                  </a:lnTo>
                </a:path>
              </a:pathLst>
            </a:custGeom>
            <a:ln w="15230">
              <a:solidFill>
                <a:srgbClr val="DD808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64" name="object 64"/>
          <p:cNvSpPr txBox="1"/>
          <p:nvPr/>
        </p:nvSpPr>
        <p:spPr>
          <a:xfrm>
            <a:off x="1296035" y="5953759"/>
            <a:ext cx="2021839" cy="208279"/>
          </a:xfrm>
          <a:prstGeom prst="rect">
            <a:avLst/>
          </a:prstGeom>
        </p:spPr>
        <p:txBody>
          <a:bodyPr vert="horz" wrap="square" lIns="0" tIns="12700" rIns="0" bIns="0" rtlCol="0">
            <a:spAutoFit/>
          </a:bodyPr>
          <a:lstStyle/>
          <a:p>
            <a:pPr marL="381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3</a:t>
            </a:r>
            <a:r>
              <a:rPr kumimoji="0" sz="1200" b="0" i="0" u="none" strike="noStrike" kern="0" cap="none" spc="0" normalizeH="0" baseline="24305" noProof="0" dirty="0">
                <a:ln>
                  <a:noFill/>
                </a:ln>
                <a:solidFill>
                  <a:srgbClr val="FFFFFF"/>
                </a:solidFill>
                <a:effectLst/>
                <a:uLnTx/>
                <a:uFillTx/>
                <a:latin typeface="Arial MT"/>
                <a:ea typeface="+mn-ea"/>
                <a:cs typeface="Arial MT"/>
              </a:rPr>
              <a:t>rd</a:t>
            </a:r>
            <a:r>
              <a:rPr kumimoji="0" sz="1200" b="0" i="0" u="none" strike="noStrike" kern="0" cap="none" spc="142" normalizeH="0" baseline="24305"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Party</a:t>
            </a:r>
            <a:r>
              <a:rPr kumimoji="0" sz="1200" b="0" i="0" u="none" strike="noStrike" kern="0" cap="none" spc="-2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Platform</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Integration</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65" name="object 65"/>
          <p:cNvGrpSpPr/>
          <p:nvPr/>
        </p:nvGrpSpPr>
        <p:grpSpPr>
          <a:xfrm>
            <a:off x="883678" y="4700079"/>
            <a:ext cx="6787515" cy="1527810"/>
            <a:chOff x="883678" y="4700079"/>
            <a:chExt cx="6787515" cy="1527810"/>
          </a:xfrm>
        </p:grpSpPr>
        <p:sp>
          <p:nvSpPr>
            <p:cNvPr id="66" name="object 66"/>
            <p:cNvSpPr/>
            <p:nvPr/>
          </p:nvSpPr>
          <p:spPr>
            <a:xfrm>
              <a:off x="7330566" y="5903683"/>
              <a:ext cx="330835" cy="314960"/>
            </a:xfrm>
            <a:custGeom>
              <a:avLst/>
              <a:gdLst/>
              <a:ahLst/>
              <a:cxnLst/>
              <a:rect l="l" t="t" r="r" b="b"/>
              <a:pathLst>
                <a:path w="330834" h="314960">
                  <a:moveTo>
                    <a:pt x="165480" y="0"/>
                  </a:moveTo>
                  <a:lnTo>
                    <a:pt x="121473" y="5616"/>
                  </a:lnTo>
                  <a:lnTo>
                    <a:pt x="81938" y="21467"/>
                  </a:lnTo>
                  <a:lnTo>
                    <a:pt x="48450" y="46054"/>
                  </a:lnTo>
                  <a:lnTo>
                    <a:pt x="22582" y="77880"/>
                  </a:lnTo>
                  <a:lnTo>
                    <a:pt x="5907" y="115445"/>
                  </a:lnTo>
                  <a:lnTo>
                    <a:pt x="0" y="157251"/>
                  </a:lnTo>
                  <a:lnTo>
                    <a:pt x="5907" y="199053"/>
                  </a:lnTo>
                  <a:lnTo>
                    <a:pt x="22582" y="236616"/>
                  </a:lnTo>
                  <a:lnTo>
                    <a:pt x="48450" y="268443"/>
                  </a:lnTo>
                  <a:lnTo>
                    <a:pt x="81938" y="293032"/>
                  </a:lnTo>
                  <a:lnTo>
                    <a:pt x="121473" y="308885"/>
                  </a:lnTo>
                  <a:lnTo>
                    <a:pt x="165480" y="314502"/>
                  </a:lnTo>
                  <a:lnTo>
                    <a:pt x="209435" y="308885"/>
                  </a:lnTo>
                  <a:lnTo>
                    <a:pt x="248934" y="293032"/>
                  </a:lnTo>
                  <a:lnTo>
                    <a:pt x="282400" y="268443"/>
                  </a:lnTo>
                  <a:lnTo>
                    <a:pt x="308257" y="236616"/>
                  </a:lnTo>
                  <a:lnTo>
                    <a:pt x="324927" y="199053"/>
                  </a:lnTo>
                  <a:lnTo>
                    <a:pt x="330834" y="157251"/>
                  </a:lnTo>
                  <a:lnTo>
                    <a:pt x="324927" y="115445"/>
                  </a:lnTo>
                  <a:lnTo>
                    <a:pt x="308257" y="77880"/>
                  </a:lnTo>
                  <a:lnTo>
                    <a:pt x="282400" y="46054"/>
                  </a:lnTo>
                  <a:lnTo>
                    <a:pt x="248934" y="21467"/>
                  </a:lnTo>
                  <a:lnTo>
                    <a:pt x="209435" y="5616"/>
                  </a:lnTo>
                  <a:lnTo>
                    <a:pt x="165480"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7" name="object 67"/>
            <p:cNvSpPr/>
            <p:nvPr/>
          </p:nvSpPr>
          <p:spPr>
            <a:xfrm>
              <a:off x="7330566" y="5903683"/>
              <a:ext cx="330835" cy="314960"/>
            </a:xfrm>
            <a:custGeom>
              <a:avLst/>
              <a:gdLst/>
              <a:ahLst/>
              <a:cxnLst/>
              <a:rect l="l" t="t" r="r" b="b"/>
              <a:pathLst>
                <a:path w="330834" h="314960">
                  <a:moveTo>
                    <a:pt x="0" y="157251"/>
                  </a:moveTo>
                  <a:lnTo>
                    <a:pt x="5907" y="115445"/>
                  </a:lnTo>
                  <a:lnTo>
                    <a:pt x="22582" y="77880"/>
                  </a:lnTo>
                  <a:lnTo>
                    <a:pt x="48450" y="46054"/>
                  </a:lnTo>
                  <a:lnTo>
                    <a:pt x="81938" y="21467"/>
                  </a:lnTo>
                  <a:lnTo>
                    <a:pt x="121473" y="5616"/>
                  </a:lnTo>
                  <a:lnTo>
                    <a:pt x="165480" y="0"/>
                  </a:lnTo>
                  <a:lnTo>
                    <a:pt x="209435" y="5616"/>
                  </a:lnTo>
                  <a:lnTo>
                    <a:pt x="248934" y="21467"/>
                  </a:lnTo>
                  <a:lnTo>
                    <a:pt x="282400" y="46054"/>
                  </a:lnTo>
                  <a:lnTo>
                    <a:pt x="308257" y="77880"/>
                  </a:lnTo>
                  <a:lnTo>
                    <a:pt x="324927" y="115445"/>
                  </a:lnTo>
                  <a:lnTo>
                    <a:pt x="330834" y="157251"/>
                  </a:lnTo>
                  <a:lnTo>
                    <a:pt x="324927" y="199053"/>
                  </a:lnTo>
                  <a:lnTo>
                    <a:pt x="308257" y="236616"/>
                  </a:lnTo>
                  <a:lnTo>
                    <a:pt x="282400" y="268443"/>
                  </a:lnTo>
                  <a:lnTo>
                    <a:pt x="248934" y="293032"/>
                  </a:lnTo>
                  <a:lnTo>
                    <a:pt x="209435" y="308885"/>
                  </a:lnTo>
                  <a:lnTo>
                    <a:pt x="165480" y="314502"/>
                  </a:lnTo>
                  <a:lnTo>
                    <a:pt x="121473" y="308885"/>
                  </a:lnTo>
                  <a:lnTo>
                    <a:pt x="81938" y="293032"/>
                  </a:lnTo>
                  <a:lnTo>
                    <a:pt x="48450" y="268443"/>
                  </a:lnTo>
                  <a:lnTo>
                    <a:pt x="22582" y="236616"/>
                  </a:lnTo>
                  <a:lnTo>
                    <a:pt x="5907" y="199053"/>
                  </a:lnTo>
                  <a:lnTo>
                    <a:pt x="0" y="157251"/>
                  </a:lnTo>
                  <a:close/>
                </a:path>
              </a:pathLst>
            </a:custGeom>
            <a:ln w="19049">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68" name="object 68"/>
            <p:cNvPicPr/>
            <p:nvPr/>
          </p:nvPicPr>
          <p:blipFill>
            <a:blip r:embed="rId7" cstate="print"/>
            <a:stretch>
              <a:fillRect/>
            </a:stretch>
          </p:blipFill>
          <p:spPr>
            <a:xfrm>
              <a:off x="7422109" y="6004113"/>
              <a:ext cx="149548" cy="125569"/>
            </a:xfrm>
            <a:prstGeom prst="rect">
              <a:avLst/>
            </a:prstGeom>
          </p:spPr>
        </p:pic>
        <p:sp>
          <p:nvSpPr>
            <p:cNvPr id="69" name="object 69"/>
            <p:cNvSpPr/>
            <p:nvPr/>
          </p:nvSpPr>
          <p:spPr>
            <a:xfrm>
              <a:off x="897966" y="4714366"/>
              <a:ext cx="2821940" cy="363855"/>
            </a:xfrm>
            <a:custGeom>
              <a:avLst/>
              <a:gdLst/>
              <a:ahLst/>
              <a:cxnLst/>
              <a:rect l="l" t="t" r="r" b="b"/>
              <a:pathLst>
                <a:path w="2821940" h="363854">
                  <a:moveTo>
                    <a:pt x="2639872" y="0"/>
                  </a:moveTo>
                  <a:lnTo>
                    <a:pt x="181825" y="0"/>
                  </a:lnTo>
                  <a:lnTo>
                    <a:pt x="133489" y="6495"/>
                  </a:lnTo>
                  <a:lnTo>
                    <a:pt x="90055" y="24826"/>
                  </a:lnTo>
                  <a:lnTo>
                    <a:pt x="53255" y="53260"/>
                  </a:lnTo>
                  <a:lnTo>
                    <a:pt x="24824" y="90066"/>
                  </a:lnTo>
                  <a:lnTo>
                    <a:pt x="6495" y="133511"/>
                  </a:lnTo>
                  <a:lnTo>
                    <a:pt x="0" y="181863"/>
                  </a:lnTo>
                  <a:lnTo>
                    <a:pt x="6495" y="230162"/>
                  </a:lnTo>
                  <a:lnTo>
                    <a:pt x="24824" y="273572"/>
                  </a:lnTo>
                  <a:lnTo>
                    <a:pt x="53255" y="310356"/>
                  </a:lnTo>
                  <a:lnTo>
                    <a:pt x="90055" y="338779"/>
                  </a:lnTo>
                  <a:lnTo>
                    <a:pt x="133489" y="357106"/>
                  </a:lnTo>
                  <a:lnTo>
                    <a:pt x="181825" y="363600"/>
                  </a:lnTo>
                  <a:lnTo>
                    <a:pt x="2639872" y="363600"/>
                  </a:lnTo>
                  <a:lnTo>
                    <a:pt x="2688171" y="357106"/>
                  </a:lnTo>
                  <a:lnTo>
                    <a:pt x="2731580" y="338779"/>
                  </a:lnTo>
                  <a:lnTo>
                    <a:pt x="2768365" y="310356"/>
                  </a:lnTo>
                  <a:lnTo>
                    <a:pt x="2796788" y="273572"/>
                  </a:lnTo>
                  <a:lnTo>
                    <a:pt x="2815115" y="230162"/>
                  </a:lnTo>
                  <a:lnTo>
                    <a:pt x="2821609" y="181863"/>
                  </a:lnTo>
                  <a:lnTo>
                    <a:pt x="2815115" y="133511"/>
                  </a:lnTo>
                  <a:lnTo>
                    <a:pt x="2796788" y="90066"/>
                  </a:lnTo>
                  <a:lnTo>
                    <a:pt x="2768365" y="53260"/>
                  </a:lnTo>
                  <a:lnTo>
                    <a:pt x="2731580" y="24826"/>
                  </a:lnTo>
                  <a:lnTo>
                    <a:pt x="2688171" y="6495"/>
                  </a:lnTo>
                  <a:lnTo>
                    <a:pt x="2639872"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0" name="object 70"/>
            <p:cNvSpPr/>
            <p:nvPr/>
          </p:nvSpPr>
          <p:spPr>
            <a:xfrm>
              <a:off x="897966" y="4714366"/>
              <a:ext cx="2821940" cy="363855"/>
            </a:xfrm>
            <a:custGeom>
              <a:avLst/>
              <a:gdLst/>
              <a:ahLst/>
              <a:cxnLst/>
              <a:rect l="l" t="t" r="r" b="b"/>
              <a:pathLst>
                <a:path w="2821940" h="363854">
                  <a:moveTo>
                    <a:pt x="0" y="181863"/>
                  </a:moveTo>
                  <a:lnTo>
                    <a:pt x="6495" y="133511"/>
                  </a:lnTo>
                  <a:lnTo>
                    <a:pt x="24824" y="90066"/>
                  </a:lnTo>
                  <a:lnTo>
                    <a:pt x="53255" y="53260"/>
                  </a:lnTo>
                  <a:lnTo>
                    <a:pt x="90055" y="24826"/>
                  </a:lnTo>
                  <a:lnTo>
                    <a:pt x="133489" y="6495"/>
                  </a:lnTo>
                  <a:lnTo>
                    <a:pt x="181825" y="0"/>
                  </a:lnTo>
                  <a:lnTo>
                    <a:pt x="2639872" y="0"/>
                  </a:lnTo>
                  <a:lnTo>
                    <a:pt x="2688171" y="6495"/>
                  </a:lnTo>
                  <a:lnTo>
                    <a:pt x="2731580" y="24826"/>
                  </a:lnTo>
                  <a:lnTo>
                    <a:pt x="2768365" y="53260"/>
                  </a:lnTo>
                  <a:lnTo>
                    <a:pt x="2796788" y="90066"/>
                  </a:lnTo>
                  <a:lnTo>
                    <a:pt x="2815115" y="133511"/>
                  </a:lnTo>
                  <a:lnTo>
                    <a:pt x="2821609" y="181863"/>
                  </a:lnTo>
                  <a:lnTo>
                    <a:pt x="2815115" y="230162"/>
                  </a:lnTo>
                  <a:lnTo>
                    <a:pt x="2796788" y="273572"/>
                  </a:lnTo>
                  <a:lnTo>
                    <a:pt x="2768365" y="310356"/>
                  </a:lnTo>
                  <a:lnTo>
                    <a:pt x="2731580" y="338779"/>
                  </a:lnTo>
                  <a:lnTo>
                    <a:pt x="2688171" y="357106"/>
                  </a:lnTo>
                  <a:lnTo>
                    <a:pt x="2639872" y="363600"/>
                  </a:lnTo>
                  <a:lnTo>
                    <a:pt x="181825" y="363600"/>
                  </a:lnTo>
                  <a:lnTo>
                    <a:pt x="133489" y="357106"/>
                  </a:lnTo>
                  <a:lnTo>
                    <a:pt x="90055" y="338779"/>
                  </a:lnTo>
                  <a:lnTo>
                    <a:pt x="53255" y="310356"/>
                  </a:lnTo>
                  <a:lnTo>
                    <a:pt x="24824" y="273572"/>
                  </a:lnTo>
                  <a:lnTo>
                    <a:pt x="6495" y="230162"/>
                  </a:lnTo>
                  <a:lnTo>
                    <a:pt x="0" y="181863"/>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71" name="object 71"/>
          <p:cNvSpPr txBox="1"/>
          <p:nvPr/>
        </p:nvSpPr>
        <p:spPr>
          <a:xfrm>
            <a:off x="1353438" y="4697095"/>
            <a:ext cx="1906905" cy="391795"/>
          </a:xfrm>
          <a:prstGeom prst="rect">
            <a:avLst/>
          </a:prstGeom>
        </p:spPr>
        <p:txBody>
          <a:bodyPr vert="horz" wrap="square" lIns="0" tIns="12700" rIns="0" bIns="0" rtlCol="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Surfacing</a:t>
            </a:r>
            <a:r>
              <a:rPr kumimoji="0" sz="1200" b="0" i="0" u="none" strike="noStrike" kern="0" cap="none" spc="-6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and</a:t>
            </a:r>
            <a:r>
              <a:rPr kumimoji="0" sz="1200" b="0" i="0" u="none" strike="noStrike" kern="0" cap="none" spc="-40"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suggestion</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25" normalizeH="0" baseline="0" noProof="0" dirty="0">
                <a:ln>
                  <a:noFill/>
                </a:ln>
                <a:solidFill>
                  <a:srgbClr val="FFFFFF"/>
                </a:solidFill>
                <a:effectLst/>
                <a:uLnTx/>
                <a:uFillTx/>
                <a:latin typeface="Arial MT"/>
                <a:ea typeface="+mn-ea"/>
                <a:cs typeface="Arial MT"/>
              </a:rPr>
              <a:t>of</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a:p>
            <a:pPr marL="1270" marR="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structural</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changes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72" name="object 72"/>
          <p:cNvGrpSpPr/>
          <p:nvPr/>
        </p:nvGrpSpPr>
        <p:grpSpPr>
          <a:xfrm>
            <a:off x="883678" y="4729479"/>
            <a:ext cx="8303259" cy="945515"/>
            <a:chOff x="883678" y="4729479"/>
            <a:chExt cx="8303259" cy="945515"/>
          </a:xfrm>
        </p:grpSpPr>
        <p:sp>
          <p:nvSpPr>
            <p:cNvPr id="73" name="object 73"/>
            <p:cNvSpPr/>
            <p:nvPr/>
          </p:nvSpPr>
          <p:spPr>
            <a:xfrm>
              <a:off x="8846566" y="4739004"/>
              <a:ext cx="330835" cy="314960"/>
            </a:xfrm>
            <a:custGeom>
              <a:avLst/>
              <a:gdLst/>
              <a:ahLst/>
              <a:cxnLst/>
              <a:rect l="l" t="t" r="r" b="b"/>
              <a:pathLst>
                <a:path w="330834" h="314960">
                  <a:moveTo>
                    <a:pt x="165353" y="0"/>
                  </a:moveTo>
                  <a:lnTo>
                    <a:pt x="121399" y="5613"/>
                  </a:lnTo>
                  <a:lnTo>
                    <a:pt x="81900" y="21458"/>
                  </a:lnTo>
                  <a:lnTo>
                    <a:pt x="48434" y="46037"/>
                  </a:lnTo>
                  <a:lnTo>
                    <a:pt x="22577" y="77855"/>
                  </a:lnTo>
                  <a:lnTo>
                    <a:pt x="5907" y="115417"/>
                  </a:lnTo>
                  <a:lnTo>
                    <a:pt x="0" y="157226"/>
                  </a:lnTo>
                  <a:lnTo>
                    <a:pt x="5907" y="199034"/>
                  </a:lnTo>
                  <a:lnTo>
                    <a:pt x="22577" y="236596"/>
                  </a:lnTo>
                  <a:lnTo>
                    <a:pt x="48434" y="268414"/>
                  </a:lnTo>
                  <a:lnTo>
                    <a:pt x="81900" y="292993"/>
                  </a:lnTo>
                  <a:lnTo>
                    <a:pt x="121399" y="308838"/>
                  </a:lnTo>
                  <a:lnTo>
                    <a:pt x="165353" y="314452"/>
                  </a:lnTo>
                  <a:lnTo>
                    <a:pt x="209308" y="308838"/>
                  </a:lnTo>
                  <a:lnTo>
                    <a:pt x="248807" y="292993"/>
                  </a:lnTo>
                  <a:lnTo>
                    <a:pt x="282273" y="268414"/>
                  </a:lnTo>
                  <a:lnTo>
                    <a:pt x="308130" y="236596"/>
                  </a:lnTo>
                  <a:lnTo>
                    <a:pt x="324800" y="199034"/>
                  </a:lnTo>
                  <a:lnTo>
                    <a:pt x="330707" y="157226"/>
                  </a:lnTo>
                  <a:lnTo>
                    <a:pt x="324800" y="115417"/>
                  </a:lnTo>
                  <a:lnTo>
                    <a:pt x="308130" y="77855"/>
                  </a:lnTo>
                  <a:lnTo>
                    <a:pt x="282273" y="46037"/>
                  </a:lnTo>
                  <a:lnTo>
                    <a:pt x="248807" y="21458"/>
                  </a:lnTo>
                  <a:lnTo>
                    <a:pt x="209308" y="5613"/>
                  </a:lnTo>
                  <a:lnTo>
                    <a:pt x="165353"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4" name="object 74"/>
            <p:cNvSpPr/>
            <p:nvPr/>
          </p:nvSpPr>
          <p:spPr>
            <a:xfrm>
              <a:off x="8846566" y="4739004"/>
              <a:ext cx="330835" cy="314960"/>
            </a:xfrm>
            <a:custGeom>
              <a:avLst/>
              <a:gdLst/>
              <a:ahLst/>
              <a:cxnLst/>
              <a:rect l="l" t="t" r="r" b="b"/>
              <a:pathLst>
                <a:path w="330834" h="314960">
                  <a:moveTo>
                    <a:pt x="0" y="157226"/>
                  </a:moveTo>
                  <a:lnTo>
                    <a:pt x="5907" y="115417"/>
                  </a:lnTo>
                  <a:lnTo>
                    <a:pt x="22577" y="77855"/>
                  </a:lnTo>
                  <a:lnTo>
                    <a:pt x="48434" y="46037"/>
                  </a:lnTo>
                  <a:lnTo>
                    <a:pt x="81900" y="21458"/>
                  </a:lnTo>
                  <a:lnTo>
                    <a:pt x="121399" y="5613"/>
                  </a:lnTo>
                  <a:lnTo>
                    <a:pt x="165353" y="0"/>
                  </a:lnTo>
                  <a:lnTo>
                    <a:pt x="209308" y="5613"/>
                  </a:lnTo>
                  <a:lnTo>
                    <a:pt x="248807" y="21458"/>
                  </a:lnTo>
                  <a:lnTo>
                    <a:pt x="282273" y="46037"/>
                  </a:lnTo>
                  <a:lnTo>
                    <a:pt x="308130" y="77855"/>
                  </a:lnTo>
                  <a:lnTo>
                    <a:pt x="324800" y="115417"/>
                  </a:lnTo>
                  <a:lnTo>
                    <a:pt x="330707" y="157226"/>
                  </a:lnTo>
                  <a:lnTo>
                    <a:pt x="324800" y="199034"/>
                  </a:lnTo>
                  <a:lnTo>
                    <a:pt x="308130" y="236596"/>
                  </a:lnTo>
                  <a:lnTo>
                    <a:pt x="282273" y="268414"/>
                  </a:lnTo>
                  <a:lnTo>
                    <a:pt x="248807" y="292993"/>
                  </a:lnTo>
                  <a:lnTo>
                    <a:pt x="209308" y="308838"/>
                  </a:lnTo>
                  <a:lnTo>
                    <a:pt x="165353" y="314452"/>
                  </a:lnTo>
                  <a:lnTo>
                    <a:pt x="121399" y="308838"/>
                  </a:lnTo>
                  <a:lnTo>
                    <a:pt x="81900" y="292993"/>
                  </a:lnTo>
                  <a:lnTo>
                    <a:pt x="48434" y="268414"/>
                  </a:lnTo>
                  <a:lnTo>
                    <a:pt x="22577" y="236596"/>
                  </a:lnTo>
                  <a:lnTo>
                    <a:pt x="5907" y="199034"/>
                  </a:lnTo>
                  <a:lnTo>
                    <a:pt x="0" y="157226"/>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5" name="object 75"/>
            <p:cNvSpPr/>
            <p:nvPr/>
          </p:nvSpPr>
          <p:spPr>
            <a:xfrm>
              <a:off x="8945639" y="4846919"/>
              <a:ext cx="134620" cy="111125"/>
            </a:xfrm>
            <a:custGeom>
              <a:avLst/>
              <a:gdLst/>
              <a:ahLst/>
              <a:cxnLst/>
              <a:rect l="l" t="t" r="r" b="b"/>
              <a:pathLst>
                <a:path w="134620" h="111125">
                  <a:moveTo>
                    <a:pt x="134430" y="0"/>
                  </a:moveTo>
                  <a:lnTo>
                    <a:pt x="47232" y="110548"/>
                  </a:lnTo>
                  <a:lnTo>
                    <a:pt x="0" y="66501"/>
                  </a:lnTo>
                </a:path>
              </a:pathLst>
            </a:custGeom>
            <a:ln w="14988">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6" name="object 76"/>
            <p:cNvSpPr/>
            <p:nvPr/>
          </p:nvSpPr>
          <p:spPr>
            <a:xfrm>
              <a:off x="5898388" y="4739004"/>
              <a:ext cx="330835" cy="314960"/>
            </a:xfrm>
            <a:custGeom>
              <a:avLst/>
              <a:gdLst/>
              <a:ahLst/>
              <a:cxnLst/>
              <a:rect l="l" t="t" r="r" b="b"/>
              <a:pathLst>
                <a:path w="330835" h="314960">
                  <a:moveTo>
                    <a:pt x="165481" y="0"/>
                  </a:moveTo>
                  <a:lnTo>
                    <a:pt x="121473" y="5613"/>
                  </a:lnTo>
                  <a:lnTo>
                    <a:pt x="81938" y="21458"/>
                  </a:lnTo>
                  <a:lnTo>
                    <a:pt x="48450" y="46037"/>
                  </a:lnTo>
                  <a:lnTo>
                    <a:pt x="22582" y="77855"/>
                  </a:lnTo>
                  <a:lnTo>
                    <a:pt x="5907" y="115417"/>
                  </a:lnTo>
                  <a:lnTo>
                    <a:pt x="0" y="157226"/>
                  </a:lnTo>
                  <a:lnTo>
                    <a:pt x="5907" y="199034"/>
                  </a:lnTo>
                  <a:lnTo>
                    <a:pt x="22582" y="236596"/>
                  </a:lnTo>
                  <a:lnTo>
                    <a:pt x="48450" y="268414"/>
                  </a:lnTo>
                  <a:lnTo>
                    <a:pt x="81938" y="292993"/>
                  </a:lnTo>
                  <a:lnTo>
                    <a:pt x="121473" y="308838"/>
                  </a:lnTo>
                  <a:lnTo>
                    <a:pt x="165481" y="314452"/>
                  </a:lnTo>
                  <a:lnTo>
                    <a:pt x="209435" y="308838"/>
                  </a:lnTo>
                  <a:lnTo>
                    <a:pt x="248934" y="292993"/>
                  </a:lnTo>
                  <a:lnTo>
                    <a:pt x="282400" y="268414"/>
                  </a:lnTo>
                  <a:lnTo>
                    <a:pt x="308257" y="236596"/>
                  </a:lnTo>
                  <a:lnTo>
                    <a:pt x="324927" y="199034"/>
                  </a:lnTo>
                  <a:lnTo>
                    <a:pt x="330835" y="157226"/>
                  </a:lnTo>
                  <a:lnTo>
                    <a:pt x="324927" y="115417"/>
                  </a:lnTo>
                  <a:lnTo>
                    <a:pt x="308257" y="77855"/>
                  </a:lnTo>
                  <a:lnTo>
                    <a:pt x="282400" y="46037"/>
                  </a:lnTo>
                  <a:lnTo>
                    <a:pt x="248934" y="21458"/>
                  </a:lnTo>
                  <a:lnTo>
                    <a:pt x="209435" y="5613"/>
                  </a:lnTo>
                  <a:lnTo>
                    <a:pt x="165481"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7" name="object 77"/>
            <p:cNvSpPr/>
            <p:nvPr/>
          </p:nvSpPr>
          <p:spPr>
            <a:xfrm>
              <a:off x="5898388" y="4739004"/>
              <a:ext cx="330835" cy="314960"/>
            </a:xfrm>
            <a:custGeom>
              <a:avLst/>
              <a:gdLst/>
              <a:ahLst/>
              <a:cxnLst/>
              <a:rect l="l" t="t" r="r" b="b"/>
              <a:pathLst>
                <a:path w="330835" h="314960">
                  <a:moveTo>
                    <a:pt x="0" y="157226"/>
                  </a:moveTo>
                  <a:lnTo>
                    <a:pt x="5907" y="115417"/>
                  </a:lnTo>
                  <a:lnTo>
                    <a:pt x="22582" y="77855"/>
                  </a:lnTo>
                  <a:lnTo>
                    <a:pt x="48450" y="46037"/>
                  </a:lnTo>
                  <a:lnTo>
                    <a:pt x="81938" y="21458"/>
                  </a:lnTo>
                  <a:lnTo>
                    <a:pt x="121473" y="5613"/>
                  </a:lnTo>
                  <a:lnTo>
                    <a:pt x="165481" y="0"/>
                  </a:lnTo>
                  <a:lnTo>
                    <a:pt x="209435" y="5613"/>
                  </a:lnTo>
                  <a:lnTo>
                    <a:pt x="248934" y="21458"/>
                  </a:lnTo>
                  <a:lnTo>
                    <a:pt x="282400" y="46037"/>
                  </a:lnTo>
                  <a:lnTo>
                    <a:pt x="308257" y="77855"/>
                  </a:lnTo>
                  <a:lnTo>
                    <a:pt x="324927" y="115417"/>
                  </a:lnTo>
                  <a:lnTo>
                    <a:pt x="330835" y="157226"/>
                  </a:lnTo>
                  <a:lnTo>
                    <a:pt x="324927" y="199034"/>
                  </a:lnTo>
                  <a:lnTo>
                    <a:pt x="308257" y="236596"/>
                  </a:lnTo>
                  <a:lnTo>
                    <a:pt x="282400" y="268414"/>
                  </a:lnTo>
                  <a:lnTo>
                    <a:pt x="248934" y="292993"/>
                  </a:lnTo>
                  <a:lnTo>
                    <a:pt x="209435" y="308838"/>
                  </a:lnTo>
                  <a:lnTo>
                    <a:pt x="165481" y="314452"/>
                  </a:lnTo>
                  <a:lnTo>
                    <a:pt x="121473" y="308838"/>
                  </a:lnTo>
                  <a:lnTo>
                    <a:pt x="81938" y="292993"/>
                  </a:lnTo>
                  <a:lnTo>
                    <a:pt x="48450" y="268414"/>
                  </a:lnTo>
                  <a:lnTo>
                    <a:pt x="22582" y="236596"/>
                  </a:lnTo>
                  <a:lnTo>
                    <a:pt x="5907" y="199034"/>
                  </a:lnTo>
                  <a:lnTo>
                    <a:pt x="0" y="157226"/>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78" name="object 78"/>
            <p:cNvPicPr/>
            <p:nvPr/>
          </p:nvPicPr>
          <p:blipFill>
            <a:blip r:embed="rId6" cstate="print"/>
            <a:stretch>
              <a:fillRect/>
            </a:stretch>
          </p:blipFill>
          <p:spPr>
            <a:xfrm>
              <a:off x="5989930" y="4839332"/>
              <a:ext cx="149548" cy="125569"/>
            </a:xfrm>
            <a:prstGeom prst="rect">
              <a:avLst/>
            </a:prstGeom>
          </p:spPr>
        </p:pic>
        <p:sp>
          <p:nvSpPr>
            <p:cNvPr id="79" name="object 79"/>
            <p:cNvSpPr/>
            <p:nvPr/>
          </p:nvSpPr>
          <p:spPr>
            <a:xfrm>
              <a:off x="4541393" y="4739004"/>
              <a:ext cx="330835" cy="314960"/>
            </a:xfrm>
            <a:custGeom>
              <a:avLst/>
              <a:gdLst/>
              <a:ahLst/>
              <a:cxnLst/>
              <a:rect l="l" t="t" r="r" b="b"/>
              <a:pathLst>
                <a:path w="330835" h="314960">
                  <a:moveTo>
                    <a:pt x="165354" y="0"/>
                  </a:moveTo>
                  <a:lnTo>
                    <a:pt x="121399" y="5613"/>
                  </a:lnTo>
                  <a:lnTo>
                    <a:pt x="81900" y="21458"/>
                  </a:lnTo>
                  <a:lnTo>
                    <a:pt x="48434" y="46037"/>
                  </a:lnTo>
                  <a:lnTo>
                    <a:pt x="22577" y="77855"/>
                  </a:lnTo>
                  <a:lnTo>
                    <a:pt x="5907" y="115417"/>
                  </a:lnTo>
                  <a:lnTo>
                    <a:pt x="0" y="157226"/>
                  </a:lnTo>
                  <a:lnTo>
                    <a:pt x="5907" y="199034"/>
                  </a:lnTo>
                  <a:lnTo>
                    <a:pt x="22577" y="236596"/>
                  </a:lnTo>
                  <a:lnTo>
                    <a:pt x="48434" y="268414"/>
                  </a:lnTo>
                  <a:lnTo>
                    <a:pt x="81900" y="292993"/>
                  </a:lnTo>
                  <a:lnTo>
                    <a:pt x="121399" y="308838"/>
                  </a:lnTo>
                  <a:lnTo>
                    <a:pt x="165354" y="314452"/>
                  </a:lnTo>
                  <a:lnTo>
                    <a:pt x="209308" y="308838"/>
                  </a:lnTo>
                  <a:lnTo>
                    <a:pt x="248807" y="292993"/>
                  </a:lnTo>
                  <a:lnTo>
                    <a:pt x="282273" y="268414"/>
                  </a:lnTo>
                  <a:lnTo>
                    <a:pt x="308130" y="236596"/>
                  </a:lnTo>
                  <a:lnTo>
                    <a:pt x="324800" y="199034"/>
                  </a:lnTo>
                  <a:lnTo>
                    <a:pt x="330708" y="157226"/>
                  </a:lnTo>
                  <a:lnTo>
                    <a:pt x="324800" y="115417"/>
                  </a:lnTo>
                  <a:lnTo>
                    <a:pt x="308130" y="77855"/>
                  </a:lnTo>
                  <a:lnTo>
                    <a:pt x="282273" y="46037"/>
                  </a:lnTo>
                  <a:lnTo>
                    <a:pt x="248807" y="21458"/>
                  </a:lnTo>
                  <a:lnTo>
                    <a:pt x="209308" y="5613"/>
                  </a:lnTo>
                  <a:lnTo>
                    <a:pt x="165354"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0" name="object 80"/>
            <p:cNvSpPr/>
            <p:nvPr/>
          </p:nvSpPr>
          <p:spPr>
            <a:xfrm>
              <a:off x="4541393" y="4739004"/>
              <a:ext cx="330835" cy="314960"/>
            </a:xfrm>
            <a:custGeom>
              <a:avLst/>
              <a:gdLst/>
              <a:ahLst/>
              <a:cxnLst/>
              <a:rect l="l" t="t" r="r" b="b"/>
              <a:pathLst>
                <a:path w="330835" h="314960">
                  <a:moveTo>
                    <a:pt x="0" y="157226"/>
                  </a:moveTo>
                  <a:lnTo>
                    <a:pt x="5907" y="115417"/>
                  </a:lnTo>
                  <a:lnTo>
                    <a:pt x="22577" y="77855"/>
                  </a:lnTo>
                  <a:lnTo>
                    <a:pt x="48434" y="46037"/>
                  </a:lnTo>
                  <a:lnTo>
                    <a:pt x="81900" y="21458"/>
                  </a:lnTo>
                  <a:lnTo>
                    <a:pt x="121399" y="5613"/>
                  </a:lnTo>
                  <a:lnTo>
                    <a:pt x="165354" y="0"/>
                  </a:lnTo>
                  <a:lnTo>
                    <a:pt x="209308" y="5613"/>
                  </a:lnTo>
                  <a:lnTo>
                    <a:pt x="248807" y="21458"/>
                  </a:lnTo>
                  <a:lnTo>
                    <a:pt x="282273" y="46037"/>
                  </a:lnTo>
                  <a:lnTo>
                    <a:pt x="308130" y="77855"/>
                  </a:lnTo>
                  <a:lnTo>
                    <a:pt x="324800" y="115417"/>
                  </a:lnTo>
                  <a:lnTo>
                    <a:pt x="330708" y="157226"/>
                  </a:lnTo>
                  <a:lnTo>
                    <a:pt x="324800" y="199034"/>
                  </a:lnTo>
                  <a:lnTo>
                    <a:pt x="308130" y="236596"/>
                  </a:lnTo>
                  <a:lnTo>
                    <a:pt x="282273" y="268414"/>
                  </a:lnTo>
                  <a:lnTo>
                    <a:pt x="248807" y="292993"/>
                  </a:lnTo>
                  <a:lnTo>
                    <a:pt x="209308" y="308838"/>
                  </a:lnTo>
                  <a:lnTo>
                    <a:pt x="165354" y="314452"/>
                  </a:lnTo>
                  <a:lnTo>
                    <a:pt x="121399" y="308838"/>
                  </a:lnTo>
                  <a:lnTo>
                    <a:pt x="81900" y="292993"/>
                  </a:lnTo>
                  <a:lnTo>
                    <a:pt x="48434" y="268414"/>
                  </a:lnTo>
                  <a:lnTo>
                    <a:pt x="22577" y="236596"/>
                  </a:lnTo>
                  <a:lnTo>
                    <a:pt x="5907" y="199034"/>
                  </a:lnTo>
                  <a:lnTo>
                    <a:pt x="0" y="157226"/>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81" name="object 81"/>
            <p:cNvPicPr/>
            <p:nvPr/>
          </p:nvPicPr>
          <p:blipFill>
            <a:blip r:embed="rId6" cstate="print"/>
            <a:stretch>
              <a:fillRect/>
            </a:stretch>
          </p:blipFill>
          <p:spPr>
            <a:xfrm>
              <a:off x="4632935" y="4839332"/>
              <a:ext cx="149548" cy="125569"/>
            </a:xfrm>
            <a:prstGeom prst="rect">
              <a:avLst/>
            </a:prstGeom>
          </p:spPr>
        </p:pic>
        <p:sp>
          <p:nvSpPr>
            <p:cNvPr id="82" name="object 82"/>
            <p:cNvSpPr/>
            <p:nvPr/>
          </p:nvSpPr>
          <p:spPr>
            <a:xfrm>
              <a:off x="7330566" y="4739004"/>
              <a:ext cx="330835" cy="314960"/>
            </a:xfrm>
            <a:custGeom>
              <a:avLst/>
              <a:gdLst/>
              <a:ahLst/>
              <a:cxnLst/>
              <a:rect l="l" t="t" r="r" b="b"/>
              <a:pathLst>
                <a:path w="330834" h="314960">
                  <a:moveTo>
                    <a:pt x="165480" y="0"/>
                  </a:moveTo>
                  <a:lnTo>
                    <a:pt x="121473" y="5613"/>
                  </a:lnTo>
                  <a:lnTo>
                    <a:pt x="81938" y="21458"/>
                  </a:lnTo>
                  <a:lnTo>
                    <a:pt x="48450" y="46037"/>
                  </a:lnTo>
                  <a:lnTo>
                    <a:pt x="22582" y="77855"/>
                  </a:lnTo>
                  <a:lnTo>
                    <a:pt x="5907" y="115417"/>
                  </a:lnTo>
                  <a:lnTo>
                    <a:pt x="0" y="157226"/>
                  </a:lnTo>
                  <a:lnTo>
                    <a:pt x="5907" y="199034"/>
                  </a:lnTo>
                  <a:lnTo>
                    <a:pt x="22582" y="236596"/>
                  </a:lnTo>
                  <a:lnTo>
                    <a:pt x="48450" y="268414"/>
                  </a:lnTo>
                  <a:lnTo>
                    <a:pt x="81938" y="292993"/>
                  </a:lnTo>
                  <a:lnTo>
                    <a:pt x="121473" y="308838"/>
                  </a:lnTo>
                  <a:lnTo>
                    <a:pt x="165480" y="314452"/>
                  </a:lnTo>
                  <a:lnTo>
                    <a:pt x="209435" y="308838"/>
                  </a:lnTo>
                  <a:lnTo>
                    <a:pt x="248934" y="292993"/>
                  </a:lnTo>
                  <a:lnTo>
                    <a:pt x="282400" y="268414"/>
                  </a:lnTo>
                  <a:lnTo>
                    <a:pt x="308257" y="236596"/>
                  </a:lnTo>
                  <a:lnTo>
                    <a:pt x="324927" y="199034"/>
                  </a:lnTo>
                  <a:lnTo>
                    <a:pt x="330834" y="157226"/>
                  </a:lnTo>
                  <a:lnTo>
                    <a:pt x="324927" y="115417"/>
                  </a:lnTo>
                  <a:lnTo>
                    <a:pt x="308257" y="77855"/>
                  </a:lnTo>
                  <a:lnTo>
                    <a:pt x="282400" y="46037"/>
                  </a:lnTo>
                  <a:lnTo>
                    <a:pt x="248934" y="21458"/>
                  </a:lnTo>
                  <a:lnTo>
                    <a:pt x="209435" y="5613"/>
                  </a:lnTo>
                  <a:lnTo>
                    <a:pt x="165480"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3" name="object 83"/>
            <p:cNvSpPr/>
            <p:nvPr/>
          </p:nvSpPr>
          <p:spPr>
            <a:xfrm>
              <a:off x="7330566" y="4739004"/>
              <a:ext cx="330835" cy="314960"/>
            </a:xfrm>
            <a:custGeom>
              <a:avLst/>
              <a:gdLst/>
              <a:ahLst/>
              <a:cxnLst/>
              <a:rect l="l" t="t" r="r" b="b"/>
              <a:pathLst>
                <a:path w="330834" h="314960">
                  <a:moveTo>
                    <a:pt x="0" y="157226"/>
                  </a:moveTo>
                  <a:lnTo>
                    <a:pt x="5907" y="115417"/>
                  </a:lnTo>
                  <a:lnTo>
                    <a:pt x="22582" y="77855"/>
                  </a:lnTo>
                  <a:lnTo>
                    <a:pt x="48450" y="46037"/>
                  </a:lnTo>
                  <a:lnTo>
                    <a:pt x="81938" y="21458"/>
                  </a:lnTo>
                  <a:lnTo>
                    <a:pt x="121473" y="5613"/>
                  </a:lnTo>
                  <a:lnTo>
                    <a:pt x="165480" y="0"/>
                  </a:lnTo>
                  <a:lnTo>
                    <a:pt x="209435" y="5613"/>
                  </a:lnTo>
                  <a:lnTo>
                    <a:pt x="248934" y="21458"/>
                  </a:lnTo>
                  <a:lnTo>
                    <a:pt x="282400" y="46037"/>
                  </a:lnTo>
                  <a:lnTo>
                    <a:pt x="308257" y="77855"/>
                  </a:lnTo>
                  <a:lnTo>
                    <a:pt x="324927" y="115417"/>
                  </a:lnTo>
                  <a:lnTo>
                    <a:pt x="330834" y="157226"/>
                  </a:lnTo>
                  <a:lnTo>
                    <a:pt x="324927" y="199034"/>
                  </a:lnTo>
                  <a:lnTo>
                    <a:pt x="308257" y="236596"/>
                  </a:lnTo>
                  <a:lnTo>
                    <a:pt x="282400" y="268414"/>
                  </a:lnTo>
                  <a:lnTo>
                    <a:pt x="248934" y="292993"/>
                  </a:lnTo>
                  <a:lnTo>
                    <a:pt x="209435" y="308838"/>
                  </a:lnTo>
                  <a:lnTo>
                    <a:pt x="165480" y="314452"/>
                  </a:lnTo>
                  <a:lnTo>
                    <a:pt x="121473" y="308838"/>
                  </a:lnTo>
                  <a:lnTo>
                    <a:pt x="81938" y="292993"/>
                  </a:lnTo>
                  <a:lnTo>
                    <a:pt x="48450" y="268414"/>
                  </a:lnTo>
                  <a:lnTo>
                    <a:pt x="22582" y="236596"/>
                  </a:lnTo>
                  <a:lnTo>
                    <a:pt x="5907" y="199034"/>
                  </a:lnTo>
                  <a:lnTo>
                    <a:pt x="0" y="157226"/>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84" name="object 84"/>
            <p:cNvPicPr/>
            <p:nvPr/>
          </p:nvPicPr>
          <p:blipFill>
            <a:blip r:embed="rId7" cstate="print"/>
            <a:stretch>
              <a:fillRect/>
            </a:stretch>
          </p:blipFill>
          <p:spPr>
            <a:xfrm>
              <a:off x="7422109" y="4839332"/>
              <a:ext cx="149548" cy="125569"/>
            </a:xfrm>
            <a:prstGeom prst="rect">
              <a:avLst/>
            </a:prstGeom>
          </p:spPr>
        </p:pic>
        <p:sp>
          <p:nvSpPr>
            <p:cNvPr id="85" name="object 85"/>
            <p:cNvSpPr/>
            <p:nvPr/>
          </p:nvSpPr>
          <p:spPr>
            <a:xfrm>
              <a:off x="897966" y="5296788"/>
              <a:ext cx="2821940" cy="363855"/>
            </a:xfrm>
            <a:custGeom>
              <a:avLst/>
              <a:gdLst/>
              <a:ahLst/>
              <a:cxnLst/>
              <a:rect l="l" t="t" r="r" b="b"/>
              <a:pathLst>
                <a:path w="2821940" h="363854">
                  <a:moveTo>
                    <a:pt x="2639872" y="0"/>
                  </a:moveTo>
                  <a:lnTo>
                    <a:pt x="181825" y="0"/>
                  </a:lnTo>
                  <a:lnTo>
                    <a:pt x="133489" y="6494"/>
                  </a:lnTo>
                  <a:lnTo>
                    <a:pt x="90055" y="24821"/>
                  </a:lnTo>
                  <a:lnTo>
                    <a:pt x="53255" y="53244"/>
                  </a:lnTo>
                  <a:lnTo>
                    <a:pt x="24824" y="90028"/>
                  </a:lnTo>
                  <a:lnTo>
                    <a:pt x="6495" y="133438"/>
                  </a:lnTo>
                  <a:lnTo>
                    <a:pt x="0" y="181737"/>
                  </a:lnTo>
                  <a:lnTo>
                    <a:pt x="6495" y="230089"/>
                  </a:lnTo>
                  <a:lnTo>
                    <a:pt x="24824" y="273534"/>
                  </a:lnTo>
                  <a:lnTo>
                    <a:pt x="53255" y="310340"/>
                  </a:lnTo>
                  <a:lnTo>
                    <a:pt x="90055" y="338774"/>
                  </a:lnTo>
                  <a:lnTo>
                    <a:pt x="133489" y="357105"/>
                  </a:lnTo>
                  <a:lnTo>
                    <a:pt x="181825" y="363601"/>
                  </a:lnTo>
                  <a:lnTo>
                    <a:pt x="2639872" y="363601"/>
                  </a:lnTo>
                  <a:lnTo>
                    <a:pt x="2688171" y="357105"/>
                  </a:lnTo>
                  <a:lnTo>
                    <a:pt x="2731580" y="338774"/>
                  </a:lnTo>
                  <a:lnTo>
                    <a:pt x="2768365" y="310340"/>
                  </a:lnTo>
                  <a:lnTo>
                    <a:pt x="2796788" y="273534"/>
                  </a:lnTo>
                  <a:lnTo>
                    <a:pt x="2815115" y="230089"/>
                  </a:lnTo>
                  <a:lnTo>
                    <a:pt x="2821609" y="181737"/>
                  </a:lnTo>
                  <a:lnTo>
                    <a:pt x="2815115" y="133438"/>
                  </a:lnTo>
                  <a:lnTo>
                    <a:pt x="2796788" y="90028"/>
                  </a:lnTo>
                  <a:lnTo>
                    <a:pt x="2768365" y="53244"/>
                  </a:lnTo>
                  <a:lnTo>
                    <a:pt x="2731580" y="24821"/>
                  </a:lnTo>
                  <a:lnTo>
                    <a:pt x="2688171" y="6494"/>
                  </a:lnTo>
                  <a:lnTo>
                    <a:pt x="2639872"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86" name="object 86"/>
            <p:cNvSpPr/>
            <p:nvPr/>
          </p:nvSpPr>
          <p:spPr>
            <a:xfrm>
              <a:off x="897966" y="5296788"/>
              <a:ext cx="2821940" cy="363855"/>
            </a:xfrm>
            <a:custGeom>
              <a:avLst/>
              <a:gdLst/>
              <a:ahLst/>
              <a:cxnLst/>
              <a:rect l="l" t="t" r="r" b="b"/>
              <a:pathLst>
                <a:path w="2821940" h="363854">
                  <a:moveTo>
                    <a:pt x="0" y="181737"/>
                  </a:moveTo>
                  <a:lnTo>
                    <a:pt x="6495" y="133438"/>
                  </a:lnTo>
                  <a:lnTo>
                    <a:pt x="24824" y="90028"/>
                  </a:lnTo>
                  <a:lnTo>
                    <a:pt x="53255" y="53244"/>
                  </a:lnTo>
                  <a:lnTo>
                    <a:pt x="90055" y="24821"/>
                  </a:lnTo>
                  <a:lnTo>
                    <a:pt x="133489" y="6494"/>
                  </a:lnTo>
                  <a:lnTo>
                    <a:pt x="181825" y="0"/>
                  </a:lnTo>
                  <a:lnTo>
                    <a:pt x="2639872" y="0"/>
                  </a:lnTo>
                  <a:lnTo>
                    <a:pt x="2688171" y="6494"/>
                  </a:lnTo>
                  <a:lnTo>
                    <a:pt x="2731580" y="24821"/>
                  </a:lnTo>
                  <a:lnTo>
                    <a:pt x="2768365" y="53244"/>
                  </a:lnTo>
                  <a:lnTo>
                    <a:pt x="2796788" y="90028"/>
                  </a:lnTo>
                  <a:lnTo>
                    <a:pt x="2815115" y="133438"/>
                  </a:lnTo>
                  <a:lnTo>
                    <a:pt x="2821609" y="181737"/>
                  </a:lnTo>
                  <a:lnTo>
                    <a:pt x="2815115" y="230089"/>
                  </a:lnTo>
                  <a:lnTo>
                    <a:pt x="2796788" y="273534"/>
                  </a:lnTo>
                  <a:lnTo>
                    <a:pt x="2768365" y="310340"/>
                  </a:lnTo>
                  <a:lnTo>
                    <a:pt x="2731580" y="338774"/>
                  </a:lnTo>
                  <a:lnTo>
                    <a:pt x="2688171" y="357105"/>
                  </a:lnTo>
                  <a:lnTo>
                    <a:pt x="2639872" y="363601"/>
                  </a:lnTo>
                  <a:lnTo>
                    <a:pt x="181825" y="363601"/>
                  </a:lnTo>
                  <a:lnTo>
                    <a:pt x="133489" y="357105"/>
                  </a:lnTo>
                  <a:lnTo>
                    <a:pt x="90055" y="338774"/>
                  </a:lnTo>
                  <a:lnTo>
                    <a:pt x="53255" y="310340"/>
                  </a:lnTo>
                  <a:lnTo>
                    <a:pt x="24824" y="273534"/>
                  </a:lnTo>
                  <a:lnTo>
                    <a:pt x="6495" y="230089"/>
                  </a:lnTo>
                  <a:lnTo>
                    <a:pt x="0" y="181737"/>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87" name="object 87"/>
          <p:cNvSpPr txBox="1"/>
          <p:nvPr/>
        </p:nvSpPr>
        <p:spPr>
          <a:xfrm>
            <a:off x="1297050" y="5370652"/>
            <a:ext cx="2022475" cy="20891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Content</a:t>
            </a:r>
            <a:r>
              <a:rPr kumimoji="0" sz="1200" b="0" i="0" u="none" strike="noStrike" kern="0" cap="none" spc="-45" normalizeH="0" baseline="0" noProof="0" dirty="0">
                <a:ln>
                  <a:noFill/>
                </a:ln>
                <a:solidFill>
                  <a:srgbClr val="FFFFFF"/>
                </a:solidFill>
                <a:effectLst/>
                <a:uLnTx/>
                <a:uFillTx/>
                <a:latin typeface="Arial MT"/>
                <a:ea typeface="+mn-ea"/>
                <a:cs typeface="Arial MT"/>
              </a:rPr>
              <a:t> </a:t>
            </a:r>
            <a:r>
              <a:rPr kumimoji="0" sz="1200" b="0" i="0" u="none" strike="noStrike" kern="0" cap="none" spc="0" normalizeH="0" baseline="0" noProof="0" dirty="0">
                <a:ln>
                  <a:noFill/>
                </a:ln>
                <a:solidFill>
                  <a:srgbClr val="FFFFFF"/>
                </a:solidFill>
                <a:effectLst/>
                <a:uLnTx/>
                <a:uFillTx/>
                <a:latin typeface="Arial MT"/>
                <a:ea typeface="+mn-ea"/>
                <a:cs typeface="Arial MT"/>
              </a:rPr>
              <a:t>Optimization</a:t>
            </a:r>
            <a:r>
              <a:rPr kumimoji="0" sz="1200" b="0" i="0" u="none" strike="noStrike" kern="0" cap="none" spc="-5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Support</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88" name="object 88"/>
          <p:cNvGrpSpPr/>
          <p:nvPr/>
        </p:nvGrpSpPr>
        <p:grpSpPr>
          <a:xfrm>
            <a:off x="883678" y="4117784"/>
            <a:ext cx="8303259" cy="1527810"/>
            <a:chOff x="883678" y="4117784"/>
            <a:chExt cx="8303259" cy="1527810"/>
          </a:xfrm>
        </p:grpSpPr>
        <p:sp>
          <p:nvSpPr>
            <p:cNvPr id="89" name="object 89"/>
            <p:cNvSpPr/>
            <p:nvPr/>
          </p:nvSpPr>
          <p:spPr>
            <a:xfrm>
              <a:off x="8846566" y="5321299"/>
              <a:ext cx="330835" cy="314960"/>
            </a:xfrm>
            <a:custGeom>
              <a:avLst/>
              <a:gdLst/>
              <a:ahLst/>
              <a:cxnLst/>
              <a:rect l="l" t="t" r="r" b="b"/>
              <a:pathLst>
                <a:path w="330834" h="314960">
                  <a:moveTo>
                    <a:pt x="165353" y="0"/>
                  </a:moveTo>
                  <a:lnTo>
                    <a:pt x="121399" y="5613"/>
                  </a:lnTo>
                  <a:lnTo>
                    <a:pt x="81900" y="21458"/>
                  </a:lnTo>
                  <a:lnTo>
                    <a:pt x="48434" y="46037"/>
                  </a:lnTo>
                  <a:lnTo>
                    <a:pt x="22577" y="77855"/>
                  </a:lnTo>
                  <a:lnTo>
                    <a:pt x="5907" y="115417"/>
                  </a:lnTo>
                  <a:lnTo>
                    <a:pt x="0" y="157225"/>
                  </a:lnTo>
                  <a:lnTo>
                    <a:pt x="5907" y="199040"/>
                  </a:lnTo>
                  <a:lnTo>
                    <a:pt x="22577" y="236616"/>
                  </a:lnTo>
                  <a:lnTo>
                    <a:pt x="48434" y="268452"/>
                  </a:lnTo>
                  <a:lnTo>
                    <a:pt x="81900" y="293050"/>
                  </a:lnTo>
                  <a:lnTo>
                    <a:pt x="121399" y="308908"/>
                  </a:lnTo>
                  <a:lnTo>
                    <a:pt x="165353" y="314528"/>
                  </a:lnTo>
                  <a:lnTo>
                    <a:pt x="209308" y="308908"/>
                  </a:lnTo>
                  <a:lnTo>
                    <a:pt x="248807" y="293050"/>
                  </a:lnTo>
                  <a:lnTo>
                    <a:pt x="282273" y="268452"/>
                  </a:lnTo>
                  <a:lnTo>
                    <a:pt x="308130" y="236616"/>
                  </a:lnTo>
                  <a:lnTo>
                    <a:pt x="324800" y="199040"/>
                  </a:lnTo>
                  <a:lnTo>
                    <a:pt x="330707" y="157225"/>
                  </a:lnTo>
                  <a:lnTo>
                    <a:pt x="324800" y="115417"/>
                  </a:lnTo>
                  <a:lnTo>
                    <a:pt x="308130" y="77855"/>
                  </a:lnTo>
                  <a:lnTo>
                    <a:pt x="282273" y="46037"/>
                  </a:lnTo>
                  <a:lnTo>
                    <a:pt x="248807" y="21458"/>
                  </a:lnTo>
                  <a:lnTo>
                    <a:pt x="209308" y="5613"/>
                  </a:lnTo>
                  <a:lnTo>
                    <a:pt x="165353"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0" name="object 90"/>
            <p:cNvSpPr/>
            <p:nvPr/>
          </p:nvSpPr>
          <p:spPr>
            <a:xfrm>
              <a:off x="8846566" y="5321299"/>
              <a:ext cx="330835" cy="314960"/>
            </a:xfrm>
            <a:custGeom>
              <a:avLst/>
              <a:gdLst/>
              <a:ahLst/>
              <a:cxnLst/>
              <a:rect l="l" t="t" r="r" b="b"/>
              <a:pathLst>
                <a:path w="330834" h="314960">
                  <a:moveTo>
                    <a:pt x="0" y="157225"/>
                  </a:moveTo>
                  <a:lnTo>
                    <a:pt x="5907" y="115417"/>
                  </a:lnTo>
                  <a:lnTo>
                    <a:pt x="22577" y="77855"/>
                  </a:lnTo>
                  <a:lnTo>
                    <a:pt x="48434" y="46037"/>
                  </a:lnTo>
                  <a:lnTo>
                    <a:pt x="81900" y="21458"/>
                  </a:lnTo>
                  <a:lnTo>
                    <a:pt x="121399" y="5613"/>
                  </a:lnTo>
                  <a:lnTo>
                    <a:pt x="165353" y="0"/>
                  </a:lnTo>
                  <a:lnTo>
                    <a:pt x="209308" y="5613"/>
                  </a:lnTo>
                  <a:lnTo>
                    <a:pt x="248807" y="21458"/>
                  </a:lnTo>
                  <a:lnTo>
                    <a:pt x="282273" y="46037"/>
                  </a:lnTo>
                  <a:lnTo>
                    <a:pt x="308130" y="77855"/>
                  </a:lnTo>
                  <a:lnTo>
                    <a:pt x="324800" y="115417"/>
                  </a:lnTo>
                  <a:lnTo>
                    <a:pt x="330707" y="157225"/>
                  </a:lnTo>
                  <a:lnTo>
                    <a:pt x="324800" y="199040"/>
                  </a:lnTo>
                  <a:lnTo>
                    <a:pt x="308130" y="236616"/>
                  </a:lnTo>
                  <a:lnTo>
                    <a:pt x="282273" y="268452"/>
                  </a:lnTo>
                  <a:lnTo>
                    <a:pt x="248807" y="293050"/>
                  </a:lnTo>
                  <a:lnTo>
                    <a:pt x="209308" y="308908"/>
                  </a:lnTo>
                  <a:lnTo>
                    <a:pt x="165353" y="314528"/>
                  </a:lnTo>
                  <a:lnTo>
                    <a:pt x="121399" y="308908"/>
                  </a:lnTo>
                  <a:lnTo>
                    <a:pt x="81900" y="293050"/>
                  </a:lnTo>
                  <a:lnTo>
                    <a:pt x="48434" y="268452"/>
                  </a:lnTo>
                  <a:lnTo>
                    <a:pt x="22577" y="236616"/>
                  </a:lnTo>
                  <a:lnTo>
                    <a:pt x="5907" y="199040"/>
                  </a:lnTo>
                  <a:lnTo>
                    <a:pt x="0" y="157225"/>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1" name="object 91"/>
            <p:cNvSpPr/>
            <p:nvPr/>
          </p:nvSpPr>
          <p:spPr>
            <a:xfrm>
              <a:off x="8945639" y="5429341"/>
              <a:ext cx="134620" cy="111125"/>
            </a:xfrm>
            <a:custGeom>
              <a:avLst/>
              <a:gdLst/>
              <a:ahLst/>
              <a:cxnLst/>
              <a:rect l="l" t="t" r="r" b="b"/>
              <a:pathLst>
                <a:path w="134620" h="111125">
                  <a:moveTo>
                    <a:pt x="134430" y="0"/>
                  </a:moveTo>
                  <a:lnTo>
                    <a:pt x="47232" y="110548"/>
                  </a:lnTo>
                  <a:lnTo>
                    <a:pt x="0" y="66501"/>
                  </a:lnTo>
                </a:path>
              </a:pathLst>
            </a:custGeom>
            <a:ln w="14988">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2" name="object 92"/>
            <p:cNvSpPr/>
            <p:nvPr/>
          </p:nvSpPr>
          <p:spPr>
            <a:xfrm>
              <a:off x="5898388" y="5321299"/>
              <a:ext cx="330835" cy="314960"/>
            </a:xfrm>
            <a:custGeom>
              <a:avLst/>
              <a:gdLst/>
              <a:ahLst/>
              <a:cxnLst/>
              <a:rect l="l" t="t" r="r" b="b"/>
              <a:pathLst>
                <a:path w="330835" h="314960">
                  <a:moveTo>
                    <a:pt x="165481" y="0"/>
                  </a:moveTo>
                  <a:lnTo>
                    <a:pt x="121473" y="5613"/>
                  </a:lnTo>
                  <a:lnTo>
                    <a:pt x="81938" y="21458"/>
                  </a:lnTo>
                  <a:lnTo>
                    <a:pt x="48450" y="46037"/>
                  </a:lnTo>
                  <a:lnTo>
                    <a:pt x="22582" y="77855"/>
                  </a:lnTo>
                  <a:lnTo>
                    <a:pt x="5907" y="115417"/>
                  </a:lnTo>
                  <a:lnTo>
                    <a:pt x="0" y="157225"/>
                  </a:lnTo>
                  <a:lnTo>
                    <a:pt x="5907" y="199040"/>
                  </a:lnTo>
                  <a:lnTo>
                    <a:pt x="22582" y="236616"/>
                  </a:lnTo>
                  <a:lnTo>
                    <a:pt x="48450" y="268452"/>
                  </a:lnTo>
                  <a:lnTo>
                    <a:pt x="81938" y="293050"/>
                  </a:lnTo>
                  <a:lnTo>
                    <a:pt x="121473" y="308908"/>
                  </a:lnTo>
                  <a:lnTo>
                    <a:pt x="165481" y="314528"/>
                  </a:lnTo>
                  <a:lnTo>
                    <a:pt x="209435" y="308908"/>
                  </a:lnTo>
                  <a:lnTo>
                    <a:pt x="248934" y="293050"/>
                  </a:lnTo>
                  <a:lnTo>
                    <a:pt x="282400" y="268452"/>
                  </a:lnTo>
                  <a:lnTo>
                    <a:pt x="308257" y="236616"/>
                  </a:lnTo>
                  <a:lnTo>
                    <a:pt x="324927" y="199040"/>
                  </a:lnTo>
                  <a:lnTo>
                    <a:pt x="330835" y="157225"/>
                  </a:lnTo>
                  <a:lnTo>
                    <a:pt x="324927" y="115417"/>
                  </a:lnTo>
                  <a:lnTo>
                    <a:pt x="308257" y="77855"/>
                  </a:lnTo>
                  <a:lnTo>
                    <a:pt x="282400" y="46037"/>
                  </a:lnTo>
                  <a:lnTo>
                    <a:pt x="248934" y="21458"/>
                  </a:lnTo>
                  <a:lnTo>
                    <a:pt x="209435" y="5613"/>
                  </a:lnTo>
                  <a:lnTo>
                    <a:pt x="165481"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3" name="object 93"/>
            <p:cNvSpPr/>
            <p:nvPr/>
          </p:nvSpPr>
          <p:spPr>
            <a:xfrm>
              <a:off x="5898388" y="5321299"/>
              <a:ext cx="330835" cy="314960"/>
            </a:xfrm>
            <a:custGeom>
              <a:avLst/>
              <a:gdLst/>
              <a:ahLst/>
              <a:cxnLst/>
              <a:rect l="l" t="t" r="r" b="b"/>
              <a:pathLst>
                <a:path w="330835" h="314960">
                  <a:moveTo>
                    <a:pt x="0" y="157225"/>
                  </a:moveTo>
                  <a:lnTo>
                    <a:pt x="5907" y="115417"/>
                  </a:lnTo>
                  <a:lnTo>
                    <a:pt x="22582" y="77855"/>
                  </a:lnTo>
                  <a:lnTo>
                    <a:pt x="48450" y="46037"/>
                  </a:lnTo>
                  <a:lnTo>
                    <a:pt x="81938" y="21458"/>
                  </a:lnTo>
                  <a:lnTo>
                    <a:pt x="121473" y="5613"/>
                  </a:lnTo>
                  <a:lnTo>
                    <a:pt x="165481" y="0"/>
                  </a:lnTo>
                  <a:lnTo>
                    <a:pt x="209435" y="5613"/>
                  </a:lnTo>
                  <a:lnTo>
                    <a:pt x="248934" y="21458"/>
                  </a:lnTo>
                  <a:lnTo>
                    <a:pt x="282400" y="46037"/>
                  </a:lnTo>
                  <a:lnTo>
                    <a:pt x="308257" y="77855"/>
                  </a:lnTo>
                  <a:lnTo>
                    <a:pt x="324927" y="115417"/>
                  </a:lnTo>
                  <a:lnTo>
                    <a:pt x="330835" y="157225"/>
                  </a:lnTo>
                  <a:lnTo>
                    <a:pt x="324927" y="199040"/>
                  </a:lnTo>
                  <a:lnTo>
                    <a:pt x="308257" y="236616"/>
                  </a:lnTo>
                  <a:lnTo>
                    <a:pt x="282400" y="268452"/>
                  </a:lnTo>
                  <a:lnTo>
                    <a:pt x="248934" y="293050"/>
                  </a:lnTo>
                  <a:lnTo>
                    <a:pt x="209435" y="308908"/>
                  </a:lnTo>
                  <a:lnTo>
                    <a:pt x="165481" y="314528"/>
                  </a:lnTo>
                  <a:lnTo>
                    <a:pt x="121473" y="308908"/>
                  </a:lnTo>
                  <a:lnTo>
                    <a:pt x="81938" y="293050"/>
                  </a:lnTo>
                  <a:lnTo>
                    <a:pt x="48450" y="268452"/>
                  </a:lnTo>
                  <a:lnTo>
                    <a:pt x="22582" y="236616"/>
                  </a:lnTo>
                  <a:lnTo>
                    <a:pt x="5907" y="199040"/>
                  </a:lnTo>
                  <a:lnTo>
                    <a:pt x="0" y="157225"/>
                  </a:lnTo>
                  <a:close/>
                </a:path>
              </a:pathLst>
            </a:custGeom>
            <a:ln w="19049">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4" name="object 94"/>
            <p:cNvSpPr/>
            <p:nvPr/>
          </p:nvSpPr>
          <p:spPr>
            <a:xfrm>
              <a:off x="5997461" y="5429341"/>
              <a:ext cx="134620" cy="111125"/>
            </a:xfrm>
            <a:custGeom>
              <a:avLst/>
              <a:gdLst/>
              <a:ahLst/>
              <a:cxnLst/>
              <a:rect l="l" t="t" r="r" b="b"/>
              <a:pathLst>
                <a:path w="134620" h="111125">
                  <a:moveTo>
                    <a:pt x="134430" y="0"/>
                  </a:moveTo>
                  <a:lnTo>
                    <a:pt x="47232" y="110548"/>
                  </a:lnTo>
                  <a:lnTo>
                    <a:pt x="0" y="66501"/>
                  </a:lnTo>
                </a:path>
              </a:pathLst>
            </a:custGeom>
            <a:ln w="14988">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5" name="object 95"/>
            <p:cNvSpPr/>
            <p:nvPr/>
          </p:nvSpPr>
          <p:spPr>
            <a:xfrm>
              <a:off x="4541393" y="5321299"/>
              <a:ext cx="330835" cy="314960"/>
            </a:xfrm>
            <a:custGeom>
              <a:avLst/>
              <a:gdLst/>
              <a:ahLst/>
              <a:cxnLst/>
              <a:rect l="l" t="t" r="r" b="b"/>
              <a:pathLst>
                <a:path w="330835" h="314960">
                  <a:moveTo>
                    <a:pt x="165354" y="0"/>
                  </a:moveTo>
                  <a:lnTo>
                    <a:pt x="121399" y="5613"/>
                  </a:lnTo>
                  <a:lnTo>
                    <a:pt x="81900" y="21458"/>
                  </a:lnTo>
                  <a:lnTo>
                    <a:pt x="48434" y="46037"/>
                  </a:lnTo>
                  <a:lnTo>
                    <a:pt x="22577" y="77855"/>
                  </a:lnTo>
                  <a:lnTo>
                    <a:pt x="5907" y="115417"/>
                  </a:lnTo>
                  <a:lnTo>
                    <a:pt x="0" y="157225"/>
                  </a:lnTo>
                  <a:lnTo>
                    <a:pt x="5907" y="199040"/>
                  </a:lnTo>
                  <a:lnTo>
                    <a:pt x="22577" y="236616"/>
                  </a:lnTo>
                  <a:lnTo>
                    <a:pt x="48434" y="268452"/>
                  </a:lnTo>
                  <a:lnTo>
                    <a:pt x="81900" y="293050"/>
                  </a:lnTo>
                  <a:lnTo>
                    <a:pt x="121399" y="308908"/>
                  </a:lnTo>
                  <a:lnTo>
                    <a:pt x="165354" y="314528"/>
                  </a:lnTo>
                  <a:lnTo>
                    <a:pt x="209308" y="308908"/>
                  </a:lnTo>
                  <a:lnTo>
                    <a:pt x="248807" y="293050"/>
                  </a:lnTo>
                  <a:lnTo>
                    <a:pt x="282273" y="268452"/>
                  </a:lnTo>
                  <a:lnTo>
                    <a:pt x="308130" y="236616"/>
                  </a:lnTo>
                  <a:lnTo>
                    <a:pt x="324800" y="199040"/>
                  </a:lnTo>
                  <a:lnTo>
                    <a:pt x="330708" y="157225"/>
                  </a:lnTo>
                  <a:lnTo>
                    <a:pt x="324800" y="115417"/>
                  </a:lnTo>
                  <a:lnTo>
                    <a:pt x="308130" y="77855"/>
                  </a:lnTo>
                  <a:lnTo>
                    <a:pt x="282273" y="46037"/>
                  </a:lnTo>
                  <a:lnTo>
                    <a:pt x="248807" y="21458"/>
                  </a:lnTo>
                  <a:lnTo>
                    <a:pt x="209308" y="5613"/>
                  </a:lnTo>
                  <a:lnTo>
                    <a:pt x="165354"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6" name="object 96"/>
            <p:cNvSpPr/>
            <p:nvPr/>
          </p:nvSpPr>
          <p:spPr>
            <a:xfrm>
              <a:off x="4541393" y="5321299"/>
              <a:ext cx="330835" cy="314960"/>
            </a:xfrm>
            <a:custGeom>
              <a:avLst/>
              <a:gdLst/>
              <a:ahLst/>
              <a:cxnLst/>
              <a:rect l="l" t="t" r="r" b="b"/>
              <a:pathLst>
                <a:path w="330835" h="314960">
                  <a:moveTo>
                    <a:pt x="0" y="157225"/>
                  </a:moveTo>
                  <a:lnTo>
                    <a:pt x="5907" y="115417"/>
                  </a:lnTo>
                  <a:lnTo>
                    <a:pt x="22577" y="77855"/>
                  </a:lnTo>
                  <a:lnTo>
                    <a:pt x="48434" y="46037"/>
                  </a:lnTo>
                  <a:lnTo>
                    <a:pt x="81900" y="21458"/>
                  </a:lnTo>
                  <a:lnTo>
                    <a:pt x="121399" y="5613"/>
                  </a:lnTo>
                  <a:lnTo>
                    <a:pt x="165354" y="0"/>
                  </a:lnTo>
                  <a:lnTo>
                    <a:pt x="209308" y="5613"/>
                  </a:lnTo>
                  <a:lnTo>
                    <a:pt x="248807" y="21458"/>
                  </a:lnTo>
                  <a:lnTo>
                    <a:pt x="282273" y="46037"/>
                  </a:lnTo>
                  <a:lnTo>
                    <a:pt x="308130" y="77855"/>
                  </a:lnTo>
                  <a:lnTo>
                    <a:pt x="324800" y="115417"/>
                  </a:lnTo>
                  <a:lnTo>
                    <a:pt x="330708" y="157225"/>
                  </a:lnTo>
                  <a:lnTo>
                    <a:pt x="324800" y="199040"/>
                  </a:lnTo>
                  <a:lnTo>
                    <a:pt x="308130" y="236616"/>
                  </a:lnTo>
                  <a:lnTo>
                    <a:pt x="282273" y="268452"/>
                  </a:lnTo>
                  <a:lnTo>
                    <a:pt x="248807" y="293050"/>
                  </a:lnTo>
                  <a:lnTo>
                    <a:pt x="209308" y="308908"/>
                  </a:lnTo>
                  <a:lnTo>
                    <a:pt x="165354" y="314528"/>
                  </a:lnTo>
                  <a:lnTo>
                    <a:pt x="121399" y="308908"/>
                  </a:lnTo>
                  <a:lnTo>
                    <a:pt x="81900" y="293050"/>
                  </a:lnTo>
                  <a:lnTo>
                    <a:pt x="48434" y="268452"/>
                  </a:lnTo>
                  <a:lnTo>
                    <a:pt x="22577" y="236616"/>
                  </a:lnTo>
                  <a:lnTo>
                    <a:pt x="5907" y="199040"/>
                  </a:lnTo>
                  <a:lnTo>
                    <a:pt x="0" y="157225"/>
                  </a:lnTo>
                  <a:close/>
                </a:path>
              </a:pathLst>
            </a:custGeom>
            <a:ln w="19049">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97" name="object 97"/>
            <p:cNvPicPr/>
            <p:nvPr/>
          </p:nvPicPr>
          <p:blipFill>
            <a:blip r:embed="rId8" cstate="print"/>
            <a:stretch>
              <a:fillRect/>
            </a:stretch>
          </p:blipFill>
          <p:spPr>
            <a:xfrm>
              <a:off x="4632935" y="5421754"/>
              <a:ext cx="149548" cy="125569"/>
            </a:xfrm>
            <a:prstGeom prst="rect">
              <a:avLst/>
            </a:prstGeom>
          </p:spPr>
        </p:pic>
        <p:sp>
          <p:nvSpPr>
            <p:cNvPr id="98" name="object 98"/>
            <p:cNvSpPr/>
            <p:nvPr/>
          </p:nvSpPr>
          <p:spPr>
            <a:xfrm>
              <a:off x="7330566" y="5321299"/>
              <a:ext cx="330835" cy="314960"/>
            </a:xfrm>
            <a:custGeom>
              <a:avLst/>
              <a:gdLst/>
              <a:ahLst/>
              <a:cxnLst/>
              <a:rect l="l" t="t" r="r" b="b"/>
              <a:pathLst>
                <a:path w="330834" h="314960">
                  <a:moveTo>
                    <a:pt x="165480" y="0"/>
                  </a:moveTo>
                  <a:lnTo>
                    <a:pt x="121473" y="5613"/>
                  </a:lnTo>
                  <a:lnTo>
                    <a:pt x="81938" y="21458"/>
                  </a:lnTo>
                  <a:lnTo>
                    <a:pt x="48450" y="46037"/>
                  </a:lnTo>
                  <a:lnTo>
                    <a:pt x="22582" y="77855"/>
                  </a:lnTo>
                  <a:lnTo>
                    <a:pt x="5907" y="115417"/>
                  </a:lnTo>
                  <a:lnTo>
                    <a:pt x="0" y="157225"/>
                  </a:lnTo>
                  <a:lnTo>
                    <a:pt x="5907" y="199040"/>
                  </a:lnTo>
                  <a:lnTo>
                    <a:pt x="22582" y="236616"/>
                  </a:lnTo>
                  <a:lnTo>
                    <a:pt x="48450" y="268452"/>
                  </a:lnTo>
                  <a:lnTo>
                    <a:pt x="81938" y="293050"/>
                  </a:lnTo>
                  <a:lnTo>
                    <a:pt x="121473" y="308908"/>
                  </a:lnTo>
                  <a:lnTo>
                    <a:pt x="165480" y="314528"/>
                  </a:lnTo>
                  <a:lnTo>
                    <a:pt x="209435" y="308908"/>
                  </a:lnTo>
                  <a:lnTo>
                    <a:pt x="248934" y="293050"/>
                  </a:lnTo>
                  <a:lnTo>
                    <a:pt x="282400" y="268452"/>
                  </a:lnTo>
                  <a:lnTo>
                    <a:pt x="308257" y="236616"/>
                  </a:lnTo>
                  <a:lnTo>
                    <a:pt x="324927" y="199040"/>
                  </a:lnTo>
                  <a:lnTo>
                    <a:pt x="330834" y="157225"/>
                  </a:lnTo>
                  <a:lnTo>
                    <a:pt x="324927" y="115417"/>
                  </a:lnTo>
                  <a:lnTo>
                    <a:pt x="308257" y="77855"/>
                  </a:lnTo>
                  <a:lnTo>
                    <a:pt x="282400" y="46037"/>
                  </a:lnTo>
                  <a:lnTo>
                    <a:pt x="248934" y="21458"/>
                  </a:lnTo>
                  <a:lnTo>
                    <a:pt x="209435" y="5613"/>
                  </a:lnTo>
                  <a:lnTo>
                    <a:pt x="165480"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99" name="object 99"/>
            <p:cNvSpPr/>
            <p:nvPr/>
          </p:nvSpPr>
          <p:spPr>
            <a:xfrm>
              <a:off x="7330566" y="5321299"/>
              <a:ext cx="330835" cy="314960"/>
            </a:xfrm>
            <a:custGeom>
              <a:avLst/>
              <a:gdLst/>
              <a:ahLst/>
              <a:cxnLst/>
              <a:rect l="l" t="t" r="r" b="b"/>
              <a:pathLst>
                <a:path w="330834" h="314960">
                  <a:moveTo>
                    <a:pt x="0" y="157225"/>
                  </a:moveTo>
                  <a:lnTo>
                    <a:pt x="5907" y="115417"/>
                  </a:lnTo>
                  <a:lnTo>
                    <a:pt x="22582" y="77855"/>
                  </a:lnTo>
                  <a:lnTo>
                    <a:pt x="48450" y="46037"/>
                  </a:lnTo>
                  <a:lnTo>
                    <a:pt x="81938" y="21458"/>
                  </a:lnTo>
                  <a:lnTo>
                    <a:pt x="121473" y="5613"/>
                  </a:lnTo>
                  <a:lnTo>
                    <a:pt x="165480" y="0"/>
                  </a:lnTo>
                  <a:lnTo>
                    <a:pt x="209435" y="5613"/>
                  </a:lnTo>
                  <a:lnTo>
                    <a:pt x="248934" y="21458"/>
                  </a:lnTo>
                  <a:lnTo>
                    <a:pt x="282400" y="46037"/>
                  </a:lnTo>
                  <a:lnTo>
                    <a:pt x="308257" y="77855"/>
                  </a:lnTo>
                  <a:lnTo>
                    <a:pt x="324927" y="115417"/>
                  </a:lnTo>
                  <a:lnTo>
                    <a:pt x="330834" y="157225"/>
                  </a:lnTo>
                  <a:lnTo>
                    <a:pt x="324927" y="199040"/>
                  </a:lnTo>
                  <a:lnTo>
                    <a:pt x="308257" y="236616"/>
                  </a:lnTo>
                  <a:lnTo>
                    <a:pt x="282400" y="268452"/>
                  </a:lnTo>
                  <a:lnTo>
                    <a:pt x="248934" y="293050"/>
                  </a:lnTo>
                  <a:lnTo>
                    <a:pt x="209435" y="308908"/>
                  </a:lnTo>
                  <a:lnTo>
                    <a:pt x="165480" y="314528"/>
                  </a:lnTo>
                  <a:lnTo>
                    <a:pt x="121473" y="308908"/>
                  </a:lnTo>
                  <a:lnTo>
                    <a:pt x="81938" y="293050"/>
                  </a:lnTo>
                  <a:lnTo>
                    <a:pt x="48450" y="268452"/>
                  </a:lnTo>
                  <a:lnTo>
                    <a:pt x="22582" y="236616"/>
                  </a:lnTo>
                  <a:lnTo>
                    <a:pt x="5907" y="199040"/>
                  </a:lnTo>
                  <a:lnTo>
                    <a:pt x="0" y="157225"/>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00" name="object 100"/>
            <p:cNvPicPr/>
            <p:nvPr/>
          </p:nvPicPr>
          <p:blipFill>
            <a:blip r:embed="rId9" cstate="print"/>
            <a:stretch>
              <a:fillRect/>
            </a:stretch>
          </p:blipFill>
          <p:spPr>
            <a:xfrm>
              <a:off x="7422109" y="5421754"/>
              <a:ext cx="149548" cy="125569"/>
            </a:xfrm>
            <a:prstGeom prst="rect">
              <a:avLst/>
            </a:prstGeom>
          </p:spPr>
        </p:pic>
        <p:sp>
          <p:nvSpPr>
            <p:cNvPr id="101" name="object 101"/>
            <p:cNvSpPr/>
            <p:nvPr/>
          </p:nvSpPr>
          <p:spPr>
            <a:xfrm>
              <a:off x="897966" y="4132071"/>
              <a:ext cx="2821940" cy="363855"/>
            </a:xfrm>
            <a:custGeom>
              <a:avLst/>
              <a:gdLst/>
              <a:ahLst/>
              <a:cxnLst/>
              <a:rect l="l" t="t" r="r" b="b"/>
              <a:pathLst>
                <a:path w="2821940" h="363854">
                  <a:moveTo>
                    <a:pt x="2639872" y="0"/>
                  </a:moveTo>
                  <a:lnTo>
                    <a:pt x="181825" y="0"/>
                  </a:lnTo>
                  <a:lnTo>
                    <a:pt x="133489" y="6494"/>
                  </a:lnTo>
                  <a:lnTo>
                    <a:pt x="90055" y="24821"/>
                  </a:lnTo>
                  <a:lnTo>
                    <a:pt x="53255" y="53244"/>
                  </a:lnTo>
                  <a:lnTo>
                    <a:pt x="24824" y="90028"/>
                  </a:lnTo>
                  <a:lnTo>
                    <a:pt x="6495" y="133438"/>
                  </a:lnTo>
                  <a:lnTo>
                    <a:pt x="0" y="181736"/>
                  </a:lnTo>
                  <a:lnTo>
                    <a:pt x="6495" y="230089"/>
                  </a:lnTo>
                  <a:lnTo>
                    <a:pt x="24824" y="273534"/>
                  </a:lnTo>
                  <a:lnTo>
                    <a:pt x="53255" y="310340"/>
                  </a:lnTo>
                  <a:lnTo>
                    <a:pt x="90055" y="338774"/>
                  </a:lnTo>
                  <a:lnTo>
                    <a:pt x="133489" y="357105"/>
                  </a:lnTo>
                  <a:lnTo>
                    <a:pt x="181825" y="363600"/>
                  </a:lnTo>
                  <a:lnTo>
                    <a:pt x="2639872" y="363600"/>
                  </a:lnTo>
                  <a:lnTo>
                    <a:pt x="2688171" y="357105"/>
                  </a:lnTo>
                  <a:lnTo>
                    <a:pt x="2731580" y="338774"/>
                  </a:lnTo>
                  <a:lnTo>
                    <a:pt x="2768365" y="310340"/>
                  </a:lnTo>
                  <a:lnTo>
                    <a:pt x="2796788" y="273534"/>
                  </a:lnTo>
                  <a:lnTo>
                    <a:pt x="2815115" y="230089"/>
                  </a:lnTo>
                  <a:lnTo>
                    <a:pt x="2821609" y="181736"/>
                  </a:lnTo>
                  <a:lnTo>
                    <a:pt x="2815115" y="133438"/>
                  </a:lnTo>
                  <a:lnTo>
                    <a:pt x="2796788" y="90028"/>
                  </a:lnTo>
                  <a:lnTo>
                    <a:pt x="2768365" y="53244"/>
                  </a:lnTo>
                  <a:lnTo>
                    <a:pt x="2731580" y="24821"/>
                  </a:lnTo>
                  <a:lnTo>
                    <a:pt x="2688171" y="6494"/>
                  </a:lnTo>
                  <a:lnTo>
                    <a:pt x="2639872"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2" name="object 102"/>
            <p:cNvSpPr/>
            <p:nvPr/>
          </p:nvSpPr>
          <p:spPr>
            <a:xfrm>
              <a:off x="897966" y="4132071"/>
              <a:ext cx="2821940" cy="363855"/>
            </a:xfrm>
            <a:custGeom>
              <a:avLst/>
              <a:gdLst/>
              <a:ahLst/>
              <a:cxnLst/>
              <a:rect l="l" t="t" r="r" b="b"/>
              <a:pathLst>
                <a:path w="2821940" h="363854">
                  <a:moveTo>
                    <a:pt x="0" y="181736"/>
                  </a:moveTo>
                  <a:lnTo>
                    <a:pt x="6495" y="133438"/>
                  </a:lnTo>
                  <a:lnTo>
                    <a:pt x="24824" y="90028"/>
                  </a:lnTo>
                  <a:lnTo>
                    <a:pt x="53255" y="53244"/>
                  </a:lnTo>
                  <a:lnTo>
                    <a:pt x="90055" y="24821"/>
                  </a:lnTo>
                  <a:lnTo>
                    <a:pt x="133489" y="6494"/>
                  </a:lnTo>
                  <a:lnTo>
                    <a:pt x="181825" y="0"/>
                  </a:lnTo>
                  <a:lnTo>
                    <a:pt x="2639872" y="0"/>
                  </a:lnTo>
                  <a:lnTo>
                    <a:pt x="2688171" y="6494"/>
                  </a:lnTo>
                  <a:lnTo>
                    <a:pt x="2731580" y="24821"/>
                  </a:lnTo>
                  <a:lnTo>
                    <a:pt x="2768365" y="53244"/>
                  </a:lnTo>
                  <a:lnTo>
                    <a:pt x="2796788" y="90028"/>
                  </a:lnTo>
                  <a:lnTo>
                    <a:pt x="2815115" y="133438"/>
                  </a:lnTo>
                  <a:lnTo>
                    <a:pt x="2821609" y="181736"/>
                  </a:lnTo>
                  <a:lnTo>
                    <a:pt x="2815115" y="230089"/>
                  </a:lnTo>
                  <a:lnTo>
                    <a:pt x="2796788" y="273534"/>
                  </a:lnTo>
                  <a:lnTo>
                    <a:pt x="2768365" y="310340"/>
                  </a:lnTo>
                  <a:lnTo>
                    <a:pt x="2731580" y="338774"/>
                  </a:lnTo>
                  <a:lnTo>
                    <a:pt x="2688171" y="357105"/>
                  </a:lnTo>
                  <a:lnTo>
                    <a:pt x="2639872" y="363600"/>
                  </a:lnTo>
                  <a:lnTo>
                    <a:pt x="181825" y="363600"/>
                  </a:lnTo>
                  <a:lnTo>
                    <a:pt x="133489" y="357105"/>
                  </a:lnTo>
                  <a:lnTo>
                    <a:pt x="90055" y="338774"/>
                  </a:lnTo>
                  <a:lnTo>
                    <a:pt x="53255" y="310340"/>
                  </a:lnTo>
                  <a:lnTo>
                    <a:pt x="24824" y="273534"/>
                  </a:lnTo>
                  <a:lnTo>
                    <a:pt x="6495" y="230089"/>
                  </a:lnTo>
                  <a:lnTo>
                    <a:pt x="0" y="181736"/>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103" name="object 103"/>
          <p:cNvSpPr txBox="1"/>
          <p:nvPr/>
        </p:nvSpPr>
        <p:spPr>
          <a:xfrm>
            <a:off x="1457071" y="4205985"/>
            <a:ext cx="1701800"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Opportunity</a:t>
            </a:r>
            <a:r>
              <a:rPr kumimoji="0" sz="1200" b="0" i="0" u="none" strike="noStrike" kern="0" cap="none" spc="-55"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identification</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104" name="object 104"/>
          <p:cNvGrpSpPr/>
          <p:nvPr/>
        </p:nvGrpSpPr>
        <p:grpSpPr>
          <a:xfrm>
            <a:off x="883678" y="3565842"/>
            <a:ext cx="8303259" cy="915035"/>
            <a:chOff x="883678" y="3565842"/>
            <a:chExt cx="8303259" cy="915035"/>
          </a:xfrm>
        </p:grpSpPr>
        <p:sp>
          <p:nvSpPr>
            <p:cNvPr id="105" name="object 105"/>
            <p:cNvSpPr/>
            <p:nvPr/>
          </p:nvSpPr>
          <p:spPr>
            <a:xfrm>
              <a:off x="8846566" y="4156582"/>
              <a:ext cx="330835" cy="314960"/>
            </a:xfrm>
            <a:custGeom>
              <a:avLst/>
              <a:gdLst/>
              <a:ahLst/>
              <a:cxnLst/>
              <a:rect l="l" t="t" r="r" b="b"/>
              <a:pathLst>
                <a:path w="330834" h="314960">
                  <a:moveTo>
                    <a:pt x="165353" y="0"/>
                  </a:moveTo>
                  <a:lnTo>
                    <a:pt x="121399" y="5613"/>
                  </a:lnTo>
                  <a:lnTo>
                    <a:pt x="81900" y="21458"/>
                  </a:lnTo>
                  <a:lnTo>
                    <a:pt x="48434" y="46037"/>
                  </a:lnTo>
                  <a:lnTo>
                    <a:pt x="22577" y="77855"/>
                  </a:lnTo>
                  <a:lnTo>
                    <a:pt x="5907" y="115417"/>
                  </a:lnTo>
                  <a:lnTo>
                    <a:pt x="0" y="157226"/>
                  </a:lnTo>
                  <a:lnTo>
                    <a:pt x="5907" y="199034"/>
                  </a:lnTo>
                  <a:lnTo>
                    <a:pt x="22577" y="236596"/>
                  </a:lnTo>
                  <a:lnTo>
                    <a:pt x="48434" y="268414"/>
                  </a:lnTo>
                  <a:lnTo>
                    <a:pt x="81900" y="292993"/>
                  </a:lnTo>
                  <a:lnTo>
                    <a:pt x="121399" y="308838"/>
                  </a:lnTo>
                  <a:lnTo>
                    <a:pt x="165353" y="314452"/>
                  </a:lnTo>
                  <a:lnTo>
                    <a:pt x="209308" y="308838"/>
                  </a:lnTo>
                  <a:lnTo>
                    <a:pt x="248807" y="292993"/>
                  </a:lnTo>
                  <a:lnTo>
                    <a:pt x="282273" y="268414"/>
                  </a:lnTo>
                  <a:lnTo>
                    <a:pt x="308130" y="236596"/>
                  </a:lnTo>
                  <a:lnTo>
                    <a:pt x="324800" y="199034"/>
                  </a:lnTo>
                  <a:lnTo>
                    <a:pt x="330707" y="157226"/>
                  </a:lnTo>
                  <a:lnTo>
                    <a:pt x="324800" y="115417"/>
                  </a:lnTo>
                  <a:lnTo>
                    <a:pt x="308130" y="77855"/>
                  </a:lnTo>
                  <a:lnTo>
                    <a:pt x="282273" y="46037"/>
                  </a:lnTo>
                  <a:lnTo>
                    <a:pt x="248807" y="21458"/>
                  </a:lnTo>
                  <a:lnTo>
                    <a:pt x="209308" y="5613"/>
                  </a:lnTo>
                  <a:lnTo>
                    <a:pt x="165353"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6" name="object 106"/>
            <p:cNvSpPr/>
            <p:nvPr/>
          </p:nvSpPr>
          <p:spPr>
            <a:xfrm>
              <a:off x="8846566" y="4156582"/>
              <a:ext cx="330835" cy="314960"/>
            </a:xfrm>
            <a:custGeom>
              <a:avLst/>
              <a:gdLst/>
              <a:ahLst/>
              <a:cxnLst/>
              <a:rect l="l" t="t" r="r" b="b"/>
              <a:pathLst>
                <a:path w="330834" h="314960">
                  <a:moveTo>
                    <a:pt x="0" y="157226"/>
                  </a:moveTo>
                  <a:lnTo>
                    <a:pt x="5907" y="115417"/>
                  </a:lnTo>
                  <a:lnTo>
                    <a:pt x="22577" y="77855"/>
                  </a:lnTo>
                  <a:lnTo>
                    <a:pt x="48434" y="46037"/>
                  </a:lnTo>
                  <a:lnTo>
                    <a:pt x="81900" y="21458"/>
                  </a:lnTo>
                  <a:lnTo>
                    <a:pt x="121399" y="5613"/>
                  </a:lnTo>
                  <a:lnTo>
                    <a:pt x="165353" y="0"/>
                  </a:lnTo>
                  <a:lnTo>
                    <a:pt x="209308" y="5613"/>
                  </a:lnTo>
                  <a:lnTo>
                    <a:pt x="248807" y="21458"/>
                  </a:lnTo>
                  <a:lnTo>
                    <a:pt x="282273" y="46037"/>
                  </a:lnTo>
                  <a:lnTo>
                    <a:pt x="308130" y="77855"/>
                  </a:lnTo>
                  <a:lnTo>
                    <a:pt x="324800" y="115417"/>
                  </a:lnTo>
                  <a:lnTo>
                    <a:pt x="330707" y="157226"/>
                  </a:lnTo>
                  <a:lnTo>
                    <a:pt x="324800" y="199034"/>
                  </a:lnTo>
                  <a:lnTo>
                    <a:pt x="308130" y="236596"/>
                  </a:lnTo>
                  <a:lnTo>
                    <a:pt x="282273" y="268414"/>
                  </a:lnTo>
                  <a:lnTo>
                    <a:pt x="248807" y="292993"/>
                  </a:lnTo>
                  <a:lnTo>
                    <a:pt x="209308" y="308838"/>
                  </a:lnTo>
                  <a:lnTo>
                    <a:pt x="165353" y="314452"/>
                  </a:lnTo>
                  <a:lnTo>
                    <a:pt x="121399" y="308838"/>
                  </a:lnTo>
                  <a:lnTo>
                    <a:pt x="81900" y="292993"/>
                  </a:lnTo>
                  <a:lnTo>
                    <a:pt x="48434" y="268414"/>
                  </a:lnTo>
                  <a:lnTo>
                    <a:pt x="22577" y="236596"/>
                  </a:lnTo>
                  <a:lnTo>
                    <a:pt x="5907" y="199034"/>
                  </a:lnTo>
                  <a:lnTo>
                    <a:pt x="0" y="157226"/>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7" name="object 107"/>
            <p:cNvSpPr/>
            <p:nvPr/>
          </p:nvSpPr>
          <p:spPr>
            <a:xfrm>
              <a:off x="8945639" y="4264625"/>
              <a:ext cx="134620" cy="111125"/>
            </a:xfrm>
            <a:custGeom>
              <a:avLst/>
              <a:gdLst/>
              <a:ahLst/>
              <a:cxnLst/>
              <a:rect l="l" t="t" r="r" b="b"/>
              <a:pathLst>
                <a:path w="134620" h="111125">
                  <a:moveTo>
                    <a:pt x="134430" y="0"/>
                  </a:moveTo>
                  <a:lnTo>
                    <a:pt x="47232" y="110548"/>
                  </a:lnTo>
                  <a:lnTo>
                    <a:pt x="0" y="66501"/>
                  </a:lnTo>
                </a:path>
              </a:pathLst>
            </a:custGeom>
            <a:ln w="14988">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8" name="object 108"/>
            <p:cNvSpPr/>
            <p:nvPr/>
          </p:nvSpPr>
          <p:spPr>
            <a:xfrm>
              <a:off x="5898388" y="4156582"/>
              <a:ext cx="330835" cy="314960"/>
            </a:xfrm>
            <a:custGeom>
              <a:avLst/>
              <a:gdLst/>
              <a:ahLst/>
              <a:cxnLst/>
              <a:rect l="l" t="t" r="r" b="b"/>
              <a:pathLst>
                <a:path w="330835" h="314960">
                  <a:moveTo>
                    <a:pt x="165481" y="0"/>
                  </a:moveTo>
                  <a:lnTo>
                    <a:pt x="121473" y="5613"/>
                  </a:lnTo>
                  <a:lnTo>
                    <a:pt x="81938" y="21458"/>
                  </a:lnTo>
                  <a:lnTo>
                    <a:pt x="48450" y="46037"/>
                  </a:lnTo>
                  <a:lnTo>
                    <a:pt x="22582" y="77855"/>
                  </a:lnTo>
                  <a:lnTo>
                    <a:pt x="5907" y="115417"/>
                  </a:lnTo>
                  <a:lnTo>
                    <a:pt x="0" y="157226"/>
                  </a:lnTo>
                  <a:lnTo>
                    <a:pt x="5907" y="199034"/>
                  </a:lnTo>
                  <a:lnTo>
                    <a:pt x="22582" y="236596"/>
                  </a:lnTo>
                  <a:lnTo>
                    <a:pt x="48450" y="268414"/>
                  </a:lnTo>
                  <a:lnTo>
                    <a:pt x="81938" y="292993"/>
                  </a:lnTo>
                  <a:lnTo>
                    <a:pt x="121473" y="308838"/>
                  </a:lnTo>
                  <a:lnTo>
                    <a:pt x="165481" y="314452"/>
                  </a:lnTo>
                  <a:lnTo>
                    <a:pt x="209435" y="308838"/>
                  </a:lnTo>
                  <a:lnTo>
                    <a:pt x="248934" y="292993"/>
                  </a:lnTo>
                  <a:lnTo>
                    <a:pt x="282400" y="268414"/>
                  </a:lnTo>
                  <a:lnTo>
                    <a:pt x="308257" y="236596"/>
                  </a:lnTo>
                  <a:lnTo>
                    <a:pt x="324927" y="199034"/>
                  </a:lnTo>
                  <a:lnTo>
                    <a:pt x="330835" y="157226"/>
                  </a:lnTo>
                  <a:lnTo>
                    <a:pt x="324927" y="115417"/>
                  </a:lnTo>
                  <a:lnTo>
                    <a:pt x="308257" y="77855"/>
                  </a:lnTo>
                  <a:lnTo>
                    <a:pt x="282400" y="46037"/>
                  </a:lnTo>
                  <a:lnTo>
                    <a:pt x="248934" y="21458"/>
                  </a:lnTo>
                  <a:lnTo>
                    <a:pt x="209435" y="5613"/>
                  </a:lnTo>
                  <a:lnTo>
                    <a:pt x="165481"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09" name="object 109"/>
            <p:cNvSpPr/>
            <p:nvPr/>
          </p:nvSpPr>
          <p:spPr>
            <a:xfrm>
              <a:off x="5898388" y="4156582"/>
              <a:ext cx="330835" cy="314960"/>
            </a:xfrm>
            <a:custGeom>
              <a:avLst/>
              <a:gdLst/>
              <a:ahLst/>
              <a:cxnLst/>
              <a:rect l="l" t="t" r="r" b="b"/>
              <a:pathLst>
                <a:path w="330835" h="314960">
                  <a:moveTo>
                    <a:pt x="0" y="157226"/>
                  </a:moveTo>
                  <a:lnTo>
                    <a:pt x="5907" y="115417"/>
                  </a:lnTo>
                  <a:lnTo>
                    <a:pt x="22582" y="77855"/>
                  </a:lnTo>
                  <a:lnTo>
                    <a:pt x="48450" y="46037"/>
                  </a:lnTo>
                  <a:lnTo>
                    <a:pt x="81938" y="21458"/>
                  </a:lnTo>
                  <a:lnTo>
                    <a:pt x="121473" y="5613"/>
                  </a:lnTo>
                  <a:lnTo>
                    <a:pt x="165481" y="0"/>
                  </a:lnTo>
                  <a:lnTo>
                    <a:pt x="209435" y="5613"/>
                  </a:lnTo>
                  <a:lnTo>
                    <a:pt x="248934" y="21458"/>
                  </a:lnTo>
                  <a:lnTo>
                    <a:pt x="282400" y="46037"/>
                  </a:lnTo>
                  <a:lnTo>
                    <a:pt x="308257" y="77855"/>
                  </a:lnTo>
                  <a:lnTo>
                    <a:pt x="324927" y="115417"/>
                  </a:lnTo>
                  <a:lnTo>
                    <a:pt x="330835" y="157226"/>
                  </a:lnTo>
                  <a:lnTo>
                    <a:pt x="324927" y="199034"/>
                  </a:lnTo>
                  <a:lnTo>
                    <a:pt x="308257" y="236596"/>
                  </a:lnTo>
                  <a:lnTo>
                    <a:pt x="282400" y="268414"/>
                  </a:lnTo>
                  <a:lnTo>
                    <a:pt x="248934" y="292993"/>
                  </a:lnTo>
                  <a:lnTo>
                    <a:pt x="209435" y="308838"/>
                  </a:lnTo>
                  <a:lnTo>
                    <a:pt x="165481" y="314452"/>
                  </a:lnTo>
                  <a:lnTo>
                    <a:pt x="121473" y="308838"/>
                  </a:lnTo>
                  <a:lnTo>
                    <a:pt x="81938" y="292993"/>
                  </a:lnTo>
                  <a:lnTo>
                    <a:pt x="48450" y="268414"/>
                  </a:lnTo>
                  <a:lnTo>
                    <a:pt x="22582" y="236596"/>
                  </a:lnTo>
                  <a:lnTo>
                    <a:pt x="5907" y="199034"/>
                  </a:lnTo>
                  <a:lnTo>
                    <a:pt x="0" y="157226"/>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0" name="object 110"/>
            <p:cNvSpPr/>
            <p:nvPr/>
          </p:nvSpPr>
          <p:spPr>
            <a:xfrm>
              <a:off x="5997461" y="4264625"/>
              <a:ext cx="134620" cy="111125"/>
            </a:xfrm>
            <a:custGeom>
              <a:avLst/>
              <a:gdLst/>
              <a:ahLst/>
              <a:cxnLst/>
              <a:rect l="l" t="t" r="r" b="b"/>
              <a:pathLst>
                <a:path w="134620" h="111125">
                  <a:moveTo>
                    <a:pt x="134430" y="0"/>
                  </a:moveTo>
                  <a:lnTo>
                    <a:pt x="47232" y="110548"/>
                  </a:lnTo>
                  <a:lnTo>
                    <a:pt x="0" y="66501"/>
                  </a:lnTo>
                </a:path>
              </a:pathLst>
            </a:custGeom>
            <a:ln w="14988">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1" name="object 111"/>
            <p:cNvSpPr/>
            <p:nvPr/>
          </p:nvSpPr>
          <p:spPr>
            <a:xfrm>
              <a:off x="4541393" y="4156582"/>
              <a:ext cx="330835" cy="314960"/>
            </a:xfrm>
            <a:custGeom>
              <a:avLst/>
              <a:gdLst/>
              <a:ahLst/>
              <a:cxnLst/>
              <a:rect l="l" t="t" r="r" b="b"/>
              <a:pathLst>
                <a:path w="330835" h="314960">
                  <a:moveTo>
                    <a:pt x="165354" y="0"/>
                  </a:moveTo>
                  <a:lnTo>
                    <a:pt x="121399" y="5613"/>
                  </a:lnTo>
                  <a:lnTo>
                    <a:pt x="81900" y="21458"/>
                  </a:lnTo>
                  <a:lnTo>
                    <a:pt x="48434" y="46037"/>
                  </a:lnTo>
                  <a:lnTo>
                    <a:pt x="22577" y="77855"/>
                  </a:lnTo>
                  <a:lnTo>
                    <a:pt x="5907" y="115417"/>
                  </a:lnTo>
                  <a:lnTo>
                    <a:pt x="0" y="157226"/>
                  </a:lnTo>
                  <a:lnTo>
                    <a:pt x="5907" y="199034"/>
                  </a:lnTo>
                  <a:lnTo>
                    <a:pt x="22577" y="236596"/>
                  </a:lnTo>
                  <a:lnTo>
                    <a:pt x="48434" y="268414"/>
                  </a:lnTo>
                  <a:lnTo>
                    <a:pt x="81900" y="292993"/>
                  </a:lnTo>
                  <a:lnTo>
                    <a:pt x="121399" y="308838"/>
                  </a:lnTo>
                  <a:lnTo>
                    <a:pt x="165354" y="314452"/>
                  </a:lnTo>
                  <a:lnTo>
                    <a:pt x="209308" y="308838"/>
                  </a:lnTo>
                  <a:lnTo>
                    <a:pt x="248807" y="292993"/>
                  </a:lnTo>
                  <a:lnTo>
                    <a:pt x="282273" y="268414"/>
                  </a:lnTo>
                  <a:lnTo>
                    <a:pt x="308130" y="236596"/>
                  </a:lnTo>
                  <a:lnTo>
                    <a:pt x="324800" y="199034"/>
                  </a:lnTo>
                  <a:lnTo>
                    <a:pt x="330708" y="157226"/>
                  </a:lnTo>
                  <a:lnTo>
                    <a:pt x="324800" y="115417"/>
                  </a:lnTo>
                  <a:lnTo>
                    <a:pt x="308130" y="77855"/>
                  </a:lnTo>
                  <a:lnTo>
                    <a:pt x="282273" y="46037"/>
                  </a:lnTo>
                  <a:lnTo>
                    <a:pt x="248807" y="21458"/>
                  </a:lnTo>
                  <a:lnTo>
                    <a:pt x="209308" y="5613"/>
                  </a:lnTo>
                  <a:lnTo>
                    <a:pt x="165354"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2" name="object 112"/>
            <p:cNvSpPr/>
            <p:nvPr/>
          </p:nvSpPr>
          <p:spPr>
            <a:xfrm>
              <a:off x="4541393" y="4156582"/>
              <a:ext cx="330835" cy="314960"/>
            </a:xfrm>
            <a:custGeom>
              <a:avLst/>
              <a:gdLst/>
              <a:ahLst/>
              <a:cxnLst/>
              <a:rect l="l" t="t" r="r" b="b"/>
              <a:pathLst>
                <a:path w="330835" h="314960">
                  <a:moveTo>
                    <a:pt x="0" y="157226"/>
                  </a:moveTo>
                  <a:lnTo>
                    <a:pt x="5907" y="115417"/>
                  </a:lnTo>
                  <a:lnTo>
                    <a:pt x="22577" y="77855"/>
                  </a:lnTo>
                  <a:lnTo>
                    <a:pt x="48434" y="46037"/>
                  </a:lnTo>
                  <a:lnTo>
                    <a:pt x="81900" y="21458"/>
                  </a:lnTo>
                  <a:lnTo>
                    <a:pt x="121399" y="5613"/>
                  </a:lnTo>
                  <a:lnTo>
                    <a:pt x="165354" y="0"/>
                  </a:lnTo>
                  <a:lnTo>
                    <a:pt x="209308" y="5613"/>
                  </a:lnTo>
                  <a:lnTo>
                    <a:pt x="248807" y="21458"/>
                  </a:lnTo>
                  <a:lnTo>
                    <a:pt x="282273" y="46037"/>
                  </a:lnTo>
                  <a:lnTo>
                    <a:pt x="308130" y="77855"/>
                  </a:lnTo>
                  <a:lnTo>
                    <a:pt x="324800" y="115417"/>
                  </a:lnTo>
                  <a:lnTo>
                    <a:pt x="330708" y="157226"/>
                  </a:lnTo>
                  <a:lnTo>
                    <a:pt x="324800" y="199034"/>
                  </a:lnTo>
                  <a:lnTo>
                    <a:pt x="308130" y="236596"/>
                  </a:lnTo>
                  <a:lnTo>
                    <a:pt x="282273" y="268414"/>
                  </a:lnTo>
                  <a:lnTo>
                    <a:pt x="248807" y="292993"/>
                  </a:lnTo>
                  <a:lnTo>
                    <a:pt x="209308" y="308838"/>
                  </a:lnTo>
                  <a:lnTo>
                    <a:pt x="165354" y="314452"/>
                  </a:lnTo>
                  <a:lnTo>
                    <a:pt x="121399" y="308838"/>
                  </a:lnTo>
                  <a:lnTo>
                    <a:pt x="81900" y="292993"/>
                  </a:lnTo>
                  <a:lnTo>
                    <a:pt x="48434" y="268414"/>
                  </a:lnTo>
                  <a:lnTo>
                    <a:pt x="22577" y="236596"/>
                  </a:lnTo>
                  <a:lnTo>
                    <a:pt x="5907" y="199034"/>
                  </a:lnTo>
                  <a:lnTo>
                    <a:pt x="0" y="157226"/>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3" name="object 113"/>
            <p:cNvSpPr/>
            <p:nvPr/>
          </p:nvSpPr>
          <p:spPr>
            <a:xfrm>
              <a:off x="4640466" y="4264625"/>
              <a:ext cx="134620" cy="111125"/>
            </a:xfrm>
            <a:custGeom>
              <a:avLst/>
              <a:gdLst/>
              <a:ahLst/>
              <a:cxnLst/>
              <a:rect l="l" t="t" r="r" b="b"/>
              <a:pathLst>
                <a:path w="134620" h="111125">
                  <a:moveTo>
                    <a:pt x="134430" y="0"/>
                  </a:moveTo>
                  <a:lnTo>
                    <a:pt x="47232" y="110548"/>
                  </a:lnTo>
                  <a:lnTo>
                    <a:pt x="0" y="66501"/>
                  </a:lnTo>
                </a:path>
              </a:pathLst>
            </a:custGeom>
            <a:ln w="14988">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4" name="object 114"/>
            <p:cNvSpPr/>
            <p:nvPr/>
          </p:nvSpPr>
          <p:spPr>
            <a:xfrm>
              <a:off x="7330566" y="4156582"/>
              <a:ext cx="330835" cy="314960"/>
            </a:xfrm>
            <a:custGeom>
              <a:avLst/>
              <a:gdLst/>
              <a:ahLst/>
              <a:cxnLst/>
              <a:rect l="l" t="t" r="r" b="b"/>
              <a:pathLst>
                <a:path w="330834" h="314960">
                  <a:moveTo>
                    <a:pt x="165480" y="0"/>
                  </a:moveTo>
                  <a:lnTo>
                    <a:pt x="121473" y="5613"/>
                  </a:lnTo>
                  <a:lnTo>
                    <a:pt x="81938" y="21458"/>
                  </a:lnTo>
                  <a:lnTo>
                    <a:pt x="48450" y="46037"/>
                  </a:lnTo>
                  <a:lnTo>
                    <a:pt x="22582" y="77855"/>
                  </a:lnTo>
                  <a:lnTo>
                    <a:pt x="5907" y="115417"/>
                  </a:lnTo>
                  <a:lnTo>
                    <a:pt x="0" y="157226"/>
                  </a:lnTo>
                  <a:lnTo>
                    <a:pt x="5907" y="199034"/>
                  </a:lnTo>
                  <a:lnTo>
                    <a:pt x="22582" y="236596"/>
                  </a:lnTo>
                  <a:lnTo>
                    <a:pt x="48450" y="268414"/>
                  </a:lnTo>
                  <a:lnTo>
                    <a:pt x="81938" y="292993"/>
                  </a:lnTo>
                  <a:lnTo>
                    <a:pt x="121473" y="308838"/>
                  </a:lnTo>
                  <a:lnTo>
                    <a:pt x="165480" y="314452"/>
                  </a:lnTo>
                  <a:lnTo>
                    <a:pt x="209435" y="308838"/>
                  </a:lnTo>
                  <a:lnTo>
                    <a:pt x="248934" y="292993"/>
                  </a:lnTo>
                  <a:lnTo>
                    <a:pt x="282400" y="268414"/>
                  </a:lnTo>
                  <a:lnTo>
                    <a:pt x="308257" y="236596"/>
                  </a:lnTo>
                  <a:lnTo>
                    <a:pt x="324927" y="199034"/>
                  </a:lnTo>
                  <a:lnTo>
                    <a:pt x="330834" y="157226"/>
                  </a:lnTo>
                  <a:lnTo>
                    <a:pt x="324927" y="115417"/>
                  </a:lnTo>
                  <a:lnTo>
                    <a:pt x="308257" y="77855"/>
                  </a:lnTo>
                  <a:lnTo>
                    <a:pt x="282400" y="46037"/>
                  </a:lnTo>
                  <a:lnTo>
                    <a:pt x="248934" y="21458"/>
                  </a:lnTo>
                  <a:lnTo>
                    <a:pt x="209435" y="5613"/>
                  </a:lnTo>
                  <a:lnTo>
                    <a:pt x="165480"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5" name="object 115"/>
            <p:cNvSpPr/>
            <p:nvPr/>
          </p:nvSpPr>
          <p:spPr>
            <a:xfrm>
              <a:off x="7330566" y="4156582"/>
              <a:ext cx="330835" cy="314960"/>
            </a:xfrm>
            <a:custGeom>
              <a:avLst/>
              <a:gdLst/>
              <a:ahLst/>
              <a:cxnLst/>
              <a:rect l="l" t="t" r="r" b="b"/>
              <a:pathLst>
                <a:path w="330834" h="314960">
                  <a:moveTo>
                    <a:pt x="0" y="157226"/>
                  </a:moveTo>
                  <a:lnTo>
                    <a:pt x="5907" y="115417"/>
                  </a:lnTo>
                  <a:lnTo>
                    <a:pt x="22582" y="77855"/>
                  </a:lnTo>
                  <a:lnTo>
                    <a:pt x="48450" y="46037"/>
                  </a:lnTo>
                  <a:lnTo>
                    <a:pt x="81938" y="21458"/>
                  </a:lnTo>
                  <a:lnTo>
                    <a:pt x="121473" y="5613"/>
                  </a:lnTo>
                  <a:lnTo>
                    <a:pt x="165480" y="0"/>
                  </a:lnTo>
                  <a:lnTo>
                    <a:pt x="209435" y="5613"/>
                  </a:lnTo>
                  <a:lnTo>
                    <a:pt x="248934" y="21458"/>
                  </a:lnTo>
                  <a:lnTo>
                    <a:pt x="282400" y="46037"/>
                  </a:lnTo>
                  <a:lnTo>
                    <a:pt x="308257" y="77855"/>
                  </a:lnTo>
                  <a:lnTo>
                    <a:pt x="324927" y="115417"/>
                  </a:lnTo>
                  <a:lnTo>
                    <a:pt x="330834" y="157226"/>
                  </a:lnTo>
                  <a:lnTo>
                    <a:pt x="324927" y="199034"/>
                  </a:lnTo>
                  <a:lnTo>
                    <a:pt x="308257" y="236596"/>
                  </a:lnTo>
                  <a:lnTo>
                    <a:pt x="282400" y="268414"/>
                  </a:lnTo>
                  <a:lnTo>
                    <a:pt x="248934" y="292993"/>
                  </a:lnTo>
                  <a:lnTo>
                    <a:pt x="209435" y="308838"/>
                  </a:lnTo>
                  <a:lnTo>
                    <a:pt x="165480" y="314452"/>
                  </a:lnTo>
                  <a:lnTo>
                    <a:pt x="121473" y="308838"/>
                  </a:lnTo>
                  <a:lnTo>
                    <a:pt x="81938" y="292993"/>
                  </a:lnTo>
                  <a:lnTo>
                    <a:pt x="48450" y="268414"/>
                  </a:lnTo>
                  <a:lnTo>
                    <a:pt x="22582" y="236596"/>
                  </a:lnTo>
                  <a:lnTo>
                    <a:pt x="5907" y="199034"/>
                  </a:lnTo>
                  <a:lnTo>
                    <a:pt x="0" y="157226"/>
                  </a:lnTo>
                  <a:close/>
                </a:path>
              </a:pathLst>
            </a:custGeom>
            <a:ln w="19049">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16" name="object 116"/>
            <p:cNvPicPr/>
            <p:nvPr/>
          </p:nvPicPr>
          <p:blipFill>
            <a:blip r:embed="rId7" cstate="print"/>
            <a:stretch>
              <a:fillRect/>
            </a:stretch>
          </p:blipFill>
          <p:spPr>
            <a:xfrm>
              <a:off x="7422109" y="4257037"/>
              <a:ext cx="149548" cy="125569"/>
            </a:xfrm>
            <a:prstGeom prst="rect">
              <a:avLst/>
            </a:prstGeom>
          </p:spPr>
        </p:pic>
        <p:sp>
          <p:nvSpPr>
            <p:cNvPr id="117" name="object 117"/>
            <p:cNvSpPr/>
            <p:nvPr/>
          </p:nvSpPr>
          <p:spPr>
            <a:xfrm>
              <a:off x="897966" y="3580129"/>
              <a:ext cx="2821940" cy="363855"/>
            </a:xfrm>
            <a:custGeom>
              <a:avLst/>
              <a:gdLst/>
              <a:ahLst/>
              <a:cxnLst/>
              <a:rect l="l" t="t" r="r" b="b"/>
              <a:pathLst>
                <a:path w="2821940" h="363854">
                  <a:moveTo>
                    <a:pt x="2639872" y="0"/>
                  </a:moveTo>
                  <a:lnTo>
                    <a:pt x="181825" y="0"/>
                  </a:lnTo>
                  <a:lnTo>
                    <a:pt x="133489" y="6495"/>
                  </a:lnTo>
                  <a:lnTo>
                    <a:pt x="90055" y="24826"/>
                  </a:lnTo>
                  <a:lnTo>
                    <a:pt x="53255" y="53260"/>
                  </a:lnTo>
                  <a:lnTo>
                    <a:pt x="24824" y="90066"/>
                  </a:lnTo>
                  <a:lnTo>
                    <a:pt x="6495" y="133511"/>
                  </a:lnTo>
                  <a:lnTo>
                    <a:pt x="0" y="181864"/>
                  </a:lnTo>
                  <a:lnTo>
                    <a:pt x="6495" y="230162"/>
                  </a:lnTo>
                  <a:lnTo>
                    <a:pt x="24824" y="273572"/>
                  </a:lnTo>
                  <a:lnTo>
                    <a:pt x="53255" y="310356"/>
                  </a:lnTo>
                  <a:lnTo>
                    <a:pt x="90055" y="338779"/>
                  </a:lnTo>
                  <a:lnTo>
                    <a:pt x="133489" y="357106"/>
                  </a:lnTo>
                  <a:lnTo>
                    <a:pt x="181825" y="363601"/>
                  </a:lnTo>
                  <a:lnTo>
                    <a:pt x="2639872" y="363601"/>
                  </a:lnTo>
                  <a:lnTo>
                    <a:pt x="2688171" y="357106"/>
                  </a:lnTo>
                  <a:lnTo>
                    <a:pt x="2731580" y="338779"/>
                  </a:lnTo>
                  <a:lnTo>
                    <a:pt x="2768365" y="310356"/>
                  </a:lnTo>
                  <a:lnTo>
                    <a:pt x="2796788" y="273572"/>
                  </a:lnTo>
                  <a:lnTo>
                    <a:pt x="2815115" y="230162"/>
                  </a:lnTo>
                  <a:lnTo>
                    <a:pt x="2821609" y="181864"/>
                  </a:lnTo>
                  <a:lnTo>
                    <a:pt x="2815115" y="133511"/>
                  </a:lnTo>
                  <a:lnTo>
                    <a:pt x="2796788" y="90066"/>
                  </a:lnTo>
                  <a:lnTo>
                    <a:pt x="2768365" y="53260"/>
                  </a:lnTo>
                  <a:lnTo>
                    <a:pt x="2731580" y="24826"/>
                  </a:lnTo>
                  <a:lnTo>
                    <a:pt x="2688171" y="6495"/>
                  </a:lnTo>
                  <a:lnTo>
                    <a:pt x="2639872"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18" name="object 118"/>
            <p:cNvSpPr/>
            <p:nvPr/>
          </p:nvSpPr>
          <p:spPr>
            <a:xfrm>
              <a:off x="897966" y="3580129"/>
              <a:ext cx="2821940" cy="363855"/>
            </a:xfrm>
            <a:custGeom>
              <a:avLst/>
              <a:gdLst/>
              <a:ahLst/>
              <a:cxnLst/>
              <a:rect l="l" t="t" r="r" b="b"/>
              <a:pathLst>
                <a:path w="2821940" h="363854">
                  <a:moveTo>
                    <a:pt x="0" y="181864"/>
                  </a:moveTo>
                  <a:lnTo>
                    <a:pt x="6495" y="133511"/>
                  </a:lnTo>
                  <a:lnTo>
                    <a:pt x="24824" y="90066"/>
                  </a:lnTo>
                  <a:lnTo>
                    <a:pt x="53255" y="53260"/>
                  </a:lnTo>
                  <a:lnTo>
                    <a:pt x="90055" y="24826"/>
                  </a:lnTo>
                  <a:lnTo>
                    <a:pt x="133489" y="6495"/>
                  </a:lnTo>
                  <a:lnTo>
                    <a:pt x="181825" y="0"/>
                  </a:lnTo>
                  <a:lnTo>
                    <a:pt x="2639872" y="0"/>
                  </a:lnTo>
                  <a:lnTo>
                    <a:pt x="2688171" y="6495"/>
                  </a:lnTo>
                  <a:lnTo>
                    <a:pt x="2731580" y="24826"/>
                  </a:lnTo>
                  <a:lnTo>
                    <a:pt x="2768365" y="53260"/>
                  </a:lnTo>
                  <a:lnTo>
                    <a:pt x="2796788" y="90066"/>
                  </a:lnTo>
                  <a:lnTo>
                    <a:pt x="2815115" y="133511"/>
                  </a:lnTo>
                  <a:lnTo>
                    <a:pt x="2821609" y="181864"/>
                  </a:lnTo>
                  <a:lnTo>
                    <a:pt x="2815115" y="230162"/>
                  </a:lnTo>
                  <a:lnTo>
                    <a:pt x="2796788" y="273572"/>
                  </a:lnTo>
                  <a:lnTo>
                    <a:pt x="2768365" y="310356"/>
                  </a:lnTo>
                  <a:lnTo>
                    <a:pt x="2731580" y="338779"/>
                  </a:lnTo>
                  <a:lnTo>
                    <a:pt x="2688171" y="357106"/>
                  </a:lnTo>
                  <a:lnTo>
                    <a:pt x="2639872" y="363601"/>
                  </a:lnTo>
                  <a:lnTo>
                    <a:pt x="181825" y="363601"/>
                  </a:lnTo>
                  <a:lnTo>
                    <a:pt x="133489" y="357106"/>
                  </a:lnTo>
                  <a:lnTo>
                    <a:pt x="90055" y="338779"/>
                  </a:lnTo>
                  <a:lnTo>
                    <a:pt x="53255" y="310356"/>
                  </a:lnTo>
                  <a:lnTo>
                    <a:pt x="24824" y="273572"/>
                  </a:lnTo>
                  <a:lnTo>
                    <a:pt x="6495" y="230162"/>
                  </a:lnTo>
                  <a:lnTo>
                    <a:pt x="0" y="181864"/>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119" name="object 119"/>
          <p:cNvSpPr txBox="1"/>
          <p:nvPr/>
        </p:nvSpPr>
        <p:spPr>
          <a:xfrm>
            <a:off x="1444878" y="3654044"/>
            <a:ext cx="1725295" cy="208279"/>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FFFFFF"/>
                </a:solidFill>
                <a:effectLst/>
                <a:uLnTx/>
                <a:uFillTx/>
                <a:latin typeface="Arial MT"/>
                <a:ea typeface="+mn-ea"/>
                <a:cs typeface="Arial MT"/>
              </a:rPr>
              <a:t>Performance</a:t>
            </a:r>
            <a:r>
              <a:rPr kumimoji="0" sz="1200" b="0" i="0" u="none" strike="noStrike" kern="0" cap="none" spc="-80" normalizeH="0" baseline="0" noProof="0" dirty="0">
                <a:ln>
                  <a:noFill/>
                </a:ln>
                <a:solidFill>
                  <a:srgbClr val="FFFFFF"/>
                </a:solidFill>
                <a:effectLst/>
                <a:uLnTx/>
                <a:uFillTx/>
                <a:latin typeface="Arial MT"/>
                <a:ea typeface="+mn-ea"/>
                <a:cs typeface="Arial MT"/>
              </a:rPr>
              <a:t> </a:t>
            </a:r>
            <a:r>
              <a:rPr kumimoji="0" sz="1200" b="0" i="0" u="none" strike="noStrike" kern="0" cap="none" spc="-10" normalizeH="0" baseline="0" noProof="0" dirty="0">
                <a:ln>
                  <a:noFill/>
                </a:ln>
                <a:solidFill>
                  <a:srgbClr val="FFFFFF"/>
                </a:solidFill>
                <a:effectLst/>
                <a:uLnTx/>
                <a:uFillTx/>
                <a:latin typeface="Arial MT"/>
                <a:ea typeface="+mn-ea"/>
                <a:cs typeface="Arial MT"/>
              </a:rPr>
              <a:t>Diagnostics</a:t>
            </a:r>
            <a:endParaRPr kumimoji="0" sz="1200" b="0" i="0" u="none" strike="noStrike" kern="0" cap="none" spc="0" normalizeH="0" baseline="0" noProof="0">
              <a:ln>
                <a:noFill/>
              </a:ln>
              <a:solidFill>
                <a:sysClr val="windowText" lastClr="000000"/>
              </a:solidFill>
              <a:effectLst/>
              <a:uLnTx/>
              <a:uFillTx/>
              <a:latin typeface="Arial MT"/>
              <a:ea typeface="+mn-ea"/>
              <a:cs typeface="Arial MT"/>
            </a:endParaRPr>
          </a:p>
        </p:txBody>
      </p:sp>
      <p:grpSp>
        <p:nvGrpSpPr>
          <p:cNvPr id="120" name="object 120"/>
          <p:cNvGrpSpPr/>
          <p:nvPr/>
        </p:nvGrpSpPr>
        <p:grpSpPr>
          <a:xfrm>
            <a:off x="4531867" y="3475672"/>
            <a:ext cx="5062855" cy="3108960"/>
            <a:chOff x="4531867" y="3475672"/>
            <a:chExt cx="5062855" cy="3108960"/>
          </a:xfrm>
        </p:grpSpPr>
        <p:sp>
          <p:nvSpPr>
            <p:cNvPr id="121" name="object 121"/>
            <p:cNvSpPr/>
            <p:nvPr/>
          </p:nvSpPr>
          <p:spPr>
            <a:xfrm>
              <a:off x="8846565" y="3604640"/>
              <a:ext cx="330835" cy="314960"/>
            </a:xfrm>
            <a:custGeom>
              <a:avLst/>
              <a:gdLst/>
              <a:ahLst/>
              <a:cxnLst/>
              <a:rect l="l" t="t" r="r" b="b"/>
              <a:pathLst>
                <a:path w="330834" h="314960">
                  <a:moveTo>
                    <a:pt x="165353" y="0"/>
                  </a:moveTo>
                  <a:lnTo>
                    <a:pt x="121399" y="5623"/>
                  </a:lnTo>
                  <a:lnTo>
                    <a:pt x="81900" y="21491"/>
                  </a:lnTo>
                  <a:lnTo>
                    <a:pt x="48434" y="46101"/>
                  </a:lnTo>
                  <a:lnTo>
                    <a:pt x="22577" y="77949"/>
                  </a:lnTo>
                  <a:lnTo>
                    <a:pt x="5907" y="115534"/>
                  </a:lnTo>
                  <a:lnTo>
                    <a:pt x="0" y="157353"/>
                  </a:lnTo>
                  <a:lnTo>
                    <a:pt x="5907" y="199117"/>
                  </a:lnTo>
                  <a:lnTo>
                    <a:pt x="22577" y="236666"/>
                  </a:lnTo>
                  <a:lnTo>
                    <a:pt x="48434" y="268493"/>
                  </a:lnTo>
                  <a:lnTo>
                    <a:pt x="81900" y="293092"/>
                  </a:lnTo>
                  <a:lnTo>
                    <a:pt x="121399" y="308956"/>
                  </a:lnTo>
                  <a:lnTo>
                    <a:pt x="165353" y="314579"/>
                  </a:lnTo>
                  <a:lnTo>
                    <a:pt x="209308" y="308956"/>
                  </a:lnTo>
                  <a:lnTo>
                    <a:pt x="248807" y="293092"/>
                  </a:lnTo>
                  <a:lnTo>
                    <a:pt x="282273" y="268493"/>
                  </a:lnTo>
                  <a:lnTo>
                    <a:pt x="308130" y="236666"/>
                  </a:lnTo>
                  <a:lnTo>
                    <a:pt x="324800" y="199117"/>
                  </a:lnTo>
                  <a:lnTo>
                    <a:pt x="330707" y="157353"/>
                  </a:lnTo>
                  <a:lnTo>
                    <a:pt x="324800" y="115534"/>
                  </a:lnTo>
                  <a:lnTo>
                    <a:pt x="308130" y="77949"/>
                  </a:lnTo>
                  <a:lnTo>
                    <a:pt x="282273" y="46100"/>
                  </a:lnTo>
                  <a:lnTo>
                    <a:pt x="248807" y="21491"/>
                  </a:lnTo>
                  <a:lnTo>
                    <a:pt x="209308" y="5623"/>
                  </a:lnTo>
                  <a:lnTo>
                    <a:pt x="165353"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2" name="object 122"/>
            <p:cNvSpPr/>
            <p:nvPr/>
          </p:nvSpPr>
          <p:spPr>
            <a:xfrm>
              <a:off x="8846565" y="3604640"/>
              <a:ext cx="330835" cy="314960"/>
            </a:xfrm>
            <a:custGeom>
              <a:avLst/>
              <a:gdLst/>
              <a:ahLst/>
              <a:cxnLst/>
              <a:rect l="l" t="t" r="r" b="b"/>
              <a:pathLst>
                <a:path w="330834" h="314960">
                  <a:moveTo>
                    <a:pt x="0" y="157353"/>
                  </a:moveTo>
                  <a:lnTo>
                    <a:pt x="5907" y="115534"/>
                  </a:lnTo>
                  <a:lnTo>
                    <a:pt x="22577" y="77949"/>
                  </a:lnTo>
                  <a:lnTo>
                    <a:pt x="48434" y="46101"/>
                  </a:lnTo>
                  <a:lnTo>
                    <a:pt x="81900" y="21491"/>
                  </a:lnTo>
                  <a:lnTo>
                    <a:pt x="121399" y="5623"/>
                  </a:lnTo>
                  <a:lnTo>
                    <a:pt x="165353" y="0"/>
                  </a:lnTo>
                  <a:lnTo>
                    <a:pt x="209308" y="5623"/>
                  </a:lnTo>
                  <a:lnTo>
                    <a:pt x="248807" y="21491"/>
                  </a:lnTo>
                  <a:lnTo>
                    <a:pt x="282273" y="46100"/>
                  </a:lnTo>
                  <a:lnTo>
                    <a:pt x="308130" y="77949"/>
                  </a:lnTo>
                  <a:lnTo>
                    <a:pt x="324800" y="115534"/>
                  </a:lnTo>
                  <a:lnTo>
                    <a:pt x="330707" y="157353"/>
                  </a:lnTo>
                  <a:lnTo>
                    <a:pt x="324800" y="199117"/>
                  </a:lnTo>
                  <a:lnTo>
                    <a:pt x="308130" y="236666"/>
                  </a:lnTo>
                  <a:lnTo>
                    <a:pt x="282273" y="268493"/>
                  </a:lnTo>
                  <a:lnTo>
                    <a:pt x="248807" y="293092"/>
                  </a:lnTo>
                  <a:lnTo>
                    <a:pt x="209308" y="308956"/>
                  </a:lnTo>
                  <a:lnTo>
                    <a:pt x="165353" y="314579"/>
                  </a:lnTo>
                  <a:lnTo>
                    <a:pt x="121399" y="308956"/>
                  </a:lnTo>
                  <a:lnTo>
                    <a:pt x="81900" y="293092"/>
                  </a:lnTo>
                  <a:lnTo>
                    <a:pt x="48434" y="268493"/>
                  </a:lnTo>
                  <a:lnTo>
                    <a:pt x="22577" y="236666"/>
                  </a:lnTo>
                  <a:lnTo>
                    <a:pt x="5907" y="199117"/>
                  </a:lnTo>
                  <a:lnTo>
                    <a:pt x="0" y="157353"/>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3" name="object 123"/>
            <p:cNvSpPr/>
            <p:nvPr/>
          </p:nvSpPr>
          <p:spPr>
            <a:xfrm>
              <a:off x="8942994" y="3710767"/>
              <a:ext cx="140335" cy="115570"/>
            </a:xfrm>
            <a:custGeom>
              <a:avLst/>
              <a:gdLst/>
              <a:ahLst/>
              <a:cxnLst/>
              <a:rect l="l" t="t" r="r" b="b"/>
              <a:pathLst>
                <a:path w="140334" h="115570">
                  <a:moveTo>
                    <a:pt x="139802" y="0"/>
                  </a:moveTo>
                  <a:lnTo>
                    <a:pt x="49119" y="114967"/>
                  </a:lnTo>
                  <a:lnTo>
                    <a:pt x="0" y="69159"/>
                  </a:lnTo>
                </a:path>
              </a:pathLst>
            </a:custGeom>
            <a:ln w="15587">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4" name="object 124"/>
            <p:cNvSpPr/>
            <p:nvPr/>
          </p:nvSpPr>
          <p:spPr>
            <a:xfrm>
              <a:off x="5898387" y="3604640"/>
              <a:ext cx="330835" cy="314960"/>
            </a:xfrm>
            <a:custGeom>
              <a:avLst/>
              <a:gdLst/>
              <a:ahLst/>
              <a:cxnLst/>
              <a:rect l="l" t="t" r="r" b="b"/>
              <a:pathLst>
                <a:path w="330835" h="314960">
                  <a:moveTo>
                    <a:pt x="165481" y="0"/>
                  </a:moveTo>
                  <a:lnTo>
                    <a:pt x="121473" y="5623"/>
                  </a:lnTo>
                  <a:lnTo>
                    <a:pt x="81938" y="21491"/>
                  </a:lnTo>
                  <a:lnTo>
                    <a:pt x="48450" y="46101"/>
                  </a:lnTo>
                  <a:lnTo>
                    <a:pt x="22582" y="77949"/>
                  </a:lnTo>
                  <a:lnTo>
                    <a:pt x="5907" y="115534"/>
                  </a:lnTo>
                  <a:lnTo>
                    <a:pt x="0" y="157353"/>
                  </a:lnTo>
                  <a:lnTo>
                    <a:pt x="5907" y="199117"/>
                  </a:lnTo>
                  <a:lnTo>
                    <a:pt x="22582" y="236666"/>
                  </a:lnTo>
                  <a:lnTo>
                    <a:pt x="48450" y="268493"/>
                  </a:lnTo>
                  <a:lnTo>
                    <a:pt x="81938" y="293092"/>
                  </a:lnTo>
                  <a:lnTo>
                    <a:pt x="121473" y="308956"/>
                  </a:lnTo>
                  <a:lnTo>
                    <a:pt x="165481" y="314579"/>
                  </a:lnTo>
                  <a:lnTo>
                    <a:pt x="209435" y="308956"/>
                  </a:lnTo>
                  <a:lnTo>
                    <a:pt x="248934" y="293092"/>
                  </a:lnTo>
                  <a:lnTo>
                    <a:pt x="282400" y="268493"/>
                  </a:lnTo>
                  <a:lnTo>
                    <a:pt x="308257" y="236666"/>
                  </a:lnTo>
                  <a:lnTo>
                    <a:pt x="324927" y="199117"/>
                  </a:lnTo>
                  <a:lnTo>
                    <a:pt x="330835" y="157353"/>
                  </a:lnTo>
                  <a:lnTo>
                    <a:pt x="324927" y="115534"/>
                  </a:lnTo>
                  <a:lnTo>
                    <a:pt x="308257" y="77949"/>
                  </a:lnTo>
                  <a:lnTo>
                    <a:pt x="282400" y="46100"/>
                  </a:lnTo>
                  <a:lnTo>
                    <a:pt x="248934" y="21491"/>
                  </a:lnTo>
                  <a:lnTo>
                    <a:pt x="209435" y="5623"/>
                  </a:lnTo>
                  <a:lnTo>
                    <a:pt x="165481"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5" name="object 125"/>
            <p:cNvSpPr/>
            <p:nvPr/>
          </p:nvSpPr>
          <p:spPr>
            <a:xfrm>
              <a:off x="5898387" y="3604640"/>
              <a:ext cx="330835" cy="314960"/>
            </a:xfrm>
            <a:custGeom>
              <a:avLst/>
              <a:gdLst/>
              <a:ahLst/>
              <a:cxnLst/>
              <a:rect l="l" t="t" r="r" b="b"/>
              <a:pathLst>
                <a:path w="330835" h="314960">
                  <a:moveTo>
                    <a:pt x="0" y="157353"/>
                  </a:moveTo>
                  <a:lnTo>
                    <a:pt x="5907" y="115534"/>
                  </a:lnTo>
                  <a:lnTo>
                    <a:pt x="22582" y="77949"/>
                  </a:lnTo>
                  <a:lnTo>
                    <a:pt x="48450" y="46101"/>
                  </a:lnTo>
                  <a:lnTo>
                    <a:pt x="81938" y="21491"/>
                  </a:lnTo>
                  <a:lnTo>
                    <a:pt x="121473" y="5623"/>
                  </a:lnTo>
                  <a:lnTo>
                    <a:pt x="165481" y="0"/>
                  </a:lnTo>
                  <a:lnTo>
                    <a:pt x="209435" y="5623"/>
                  </a:lnTo>
                  <a:lnTo>
                    <a:pt x="248934" y="21491"/>
                  </a:lnTo>
                  <a:lnTo>
                    <a:pt x="282400" y="46100"/>
                  </a:lnTo>
                  <a:lnTo>
                    <a:pt x="308257" y="77949"/>
                  </a:lnTo>
                  <a:lnTo>
                    <a:pt x="324927" y="115534"/>
                  </a:lnTo>
                  <a:lnTo>
                    <a:pt x="330835" y="157353"/>
                  </a:lnTo>
                  <a:lnTo>
                    <a:pt x="324927" y="199117"/>
                  </a:lnTo>
                  <a:lnTo>
                    <a:pt x="308257" y="236666"/>
                  </a:lnTo>
                  <a:lnTo>
                    <a:pt x="282400" y="268493"/>
                  </a:lnTo>
                  <a:lnTo>
                    <a:pt x="248934" y="293092"/>
                  </a:lnTo>
                  <a:lnTo>
                    <a:pt x="209435" y="308956"/>
                  </a:lnTo>
                  <a:lnTo>
                    <a:pt x="165481" y="314579"/>
                  </a:lnTo>
                  <a:lnTo>
                    <a:pt x="121473" y="308956"/>
                  </a:lnTo>
                  <a:lnTo>
                    <a:pt x="81938" y="293092"/>
                  </a:lnTo>
                  <a:lnTo>
                    <a:pt x="48450" y="268493"/>
                  </a:lnTo>
                  <a:lnTo>
                    <a:pt x="22582" y="236666"/>
                  </a:lnTo>
                  <a:lnTo>
                    <a:pt x="5907" y="199117"/>
                  </a:lnTo>
                  <a:lnTo>
                    <a:pt x="0" y="157353"/>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6" name="object 126"/>
            <p:cNvSpPr/>
            <p:nvPr/>
          </p:nvSpPr>
          <p:spPr>
            <a:xfrm>
              <a:off x="5997461" y="3712683"/>
              <a:ext cx="134620" cy="111125"/>
            </a:xfrm>
            <a:custGeom>
              <a:avLst/>
              <a:gdLst/>
              <a:ahLst/>
              <a:cxnLst/>
              <a:rect l="l" t="t" r="r" b="b"/>
              <a:pathLst>
                <a:path w="134620" h="111125">
                  <a:moveTo>
                    <a:pt x="134430" y="0"/>
                  </a:moveTo>
                  <a:lnTo>
                    <a:pt x="47232" y="110548"/>
                  </a:lnTo>
                  <a:lnTo>
                    <a:pt x="0" y="66501"/>
                  </a:lnTo>
                </a:path>
              </a:pathLst>
            </a:custGeom>
            <a:ln w="14988">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7" name="object 127"/>
            <p:cNvSpPr/>
            <p:nvPr/>
          </p:nvSpPr>
          <p:spPr>
            <a:xfrm>
              <a:off x="4541392" y="3604640"/>
              <a:ext cx="330835" cy="314960"/>
            </a:xfrm>
            <a:custGeom>
              <a:avLst/>
              <a:gdLst/>
              <a:ahLst/>
              <a:cxnLst/>
              <a:rect l="l" t="t" r="r" b="b"/>
              <a:pathLst>
                <a:path w="330835" h="314960">
                  <a:moveTo>
                    <a:pt x="165354" y="0"/>
                  </a:moveTo>
                  <a:lnTo>
                    <a:pt x="121399" y="5623"/>
                  </a:lnTo>
                  <a:lnTo>
                    <a:pt x="81900" y="21491"/>
                  </a:lnTo>
                  <a:lnTo>
                    <a:pt x="48434" y="46101"/>
                  </a:lnTo>
                  <a:lnTo>
                    <a:pt x="22577" y="77949"/>
                  </a:lnTo>
                  <a:lnTo>
                    <a:pt x="5907" y="115534"/>
                  </a:lnTo>
                  <a:lnTo>
                    <a:pt x="0" y="157353"/>
                  </a:lnTo>
                  <a:lnTo>
                    <a:pt x="5907" y="199117"/>
                  </a:lnTo>
                  <a:lnTo>
                    <a:pt x="22577" y="236666"/>
                  </a:lnTo>
                  <a:lnTo>
                    <a:pt x="48434" y="268493"/>
                  </a:lnTo>
                  <a:lnTo>
                    <a:pt x="81900" y="293092"/>
                  </a:lnTo>
                  <a:lnTo>
                    <a:pt x="121399" y="308956"/>
                  </a:lnTo>
                  <a:lnTo>
                    <a:pt x="165354" y="314579"/>
                  </a:lnTo>
                  <a:lnTo>
                    <a:pt x="209308" y="308956"/>
                  </a:lnTo>
                  <a:lnTo>
                    <a:pt x="248807" y="293092"/>
                  </a:lnTo>
                  <a:lnTo>
                    <a:pt x="282273" y="268493"/>
                  </a:lnTo>
                  <a:lnTo>
                    <a:pt x="308130" y="236666"/>
                  </a:lnTo>
                  <a:lnTo>
                    <a:pt x="324800" y="199117"/>
                  </a:lnTo>
                  <a:lnTo>
                    <a:pt x="330708" y="157353"/>
                  </a:lnTo>
                  <a:lnTo>
                    <a:pt x="324800" y="115534"/>
                  </a:lnTo>
                  <a:lnTo>
                    <a:pt x="308130" y="77949"/>
                  </a:lnTo>
                  <a:lnTo>
                    <a:pt x="282273" y="46100"/>
                  </a:lnTo>
                  <a:lnTo>
                    <a:pt x="248807" y="21491"/>
                  </a:lnTo>
                  <a:lnTo>
                    <a:pt x="209308" y="5623"/>
                  </a:lnTo>
                  <a:lnTo>
                    <a:pt x="165354"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8" name="object 128"/>
            <p:cNvSpPr/>
            <p:nvPr/>
          </p:nvSpPr>
          <p:spPr>
            <a:xfrm>
              <a:off x="4541392" y="3604640"/>
              <a:ext cx="330835" cy="314960"/>
            </a:xfrm>
            <a:custGeom>
              <a:avLst/>
              <a:gdLst/>
              <a:ahLst/>
              <a:cxnLst/>
              <a:rect l="l" t="t" r="r" b="b"/>
              <a:pathLst>
                <a:path w="330835" h="314960">
                  <a:moveTo>
                    <a:pt x="0" y="157353"/>
                  </a:moveTo>
                  <a:lnTo>
                    <a:pt x="5907" y="115534"/>
                  </a:lnTo>
                  <a:lnTo>
                    <a:pt x="22577" y="77949"/>
                  </a:lnTo>
                  <a:lnTo>
                    <a:pt x="48434" y="46101"/>
                  </a:lnTo>
                  <a:lnTo>
                    <a:pt x="81900" y="21491"/>
                  </a:lnTo>
                  <a:lnTo>
                    <a:pt x="121399" y="5623"/>
                  </a:lnTo>
                  <a:lnTo>
                    <a:pt x="165354" y="0"/>
                  </a:lnTo>
                  <a:lnTo>
                    <a:pt x="209308" y="5623"/>
                  </a:lnTo>
                  <a:lnTo>
                    <a:pt x="248807" y="21491"/>
                  </a:lnTo>
                  <a:lnTo>
                    <a:pt x="282273" y="46100"/>
                  </a:lnTo>
                  <a:lnTo>
                    <a:pt x="308130" y="77949"/>
                  </a:lnTo>
                  <a:lnTo>
                    <a:pt x="324800" y="115534"/>
                  </a:lnTo>
                  <a:lnTo>
                    <a:pt x="330708" y="157353"/>
                  </a:lnTo>
                  <a:lnTo>
                    <a:pt x="324800" y="199117"/>
                  </a:lnTo>
                  <a:lnTo>
                    <a:pt x="308130" y="236666"/>
                  </a:lnTo>
                  <a:lnTo>
                    <a:pt x="282273" y="268493"/>
                  </a:lnTo>
                  <a:lnTo>
                    <a:pt x="248807" y="293092"/>
                  </a:lnTo>
                  <a:lnTo>
                    <a:pt x="209308" y="308956"/>
                  </a:lnTo>
                  <a:lnTo>
                    <a:pt x="165354" y="314579"/>
                  </a:lnTo>
                  <a:lnTo>
                    <a:pt x="121399" y="308956"/>
                  </a:lnTo>
                  <a:lnTo>
                    <a:pt x="81900" y="293092"/>
                  </a:lnTo>
                  <a:lnTo>
                    <a:pt x="48434" y="268493"/>
                  </a:lnTo>
                  <a:lnTo>
                    <a:pt x="22577" y="236666"/>
                  </a:lnTo>
                  <a:lnTo>
                    <a:pt x="5907" y="199117"/>
                  </a:lnTo>
                  <a:lnTo>
                    <a:pt x="0" y="157353"/>
                  </a:lnTo>
                  <a:close/>
                </a:path>
              </a:pathLst>
            </a:custGeom>
            <a:ln w="19050">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29" name="object 129"/>
            <p:cNvSpPr/>
            <p:nvPr/>
          </p:nvSpPr>
          <p:spPr>
            <a:xfrm>
              <a:off x="4637821" y="3710767"/>
              <a:ext cx="140335" cy="115570"/>
            </a:xfrm>
            <a:custGeom>
              <a:avLst/>
              <a:gdLst/>
              <a:ahLst/>
              <a:cxnLst/>
              <a:rect l="l" t="t" r="r" b="b"/>
              <a:pathLst>
                <a:path w="140335" h="115570">
                  <a:moveTo>
                    <a:pt x="139802" y="0"/>
                  </a:moveTo>
                  <a:lnTo>
                    <a:pt x="49119" y="114967"/>
                  </a:lnTo>
                  <a:lnTo>
                    <a:pt x="0" y="69159"/>
                  </a:lnTo>
                </a:path>
              </a:pathLst>
            </a:custGeom>
            <a:ln w="15587">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30" name="object 130"/>
            <p:cNvSpPr/>
            <p:nvPr/>
          </p:nvSpPr>
          <p:spPr>
            <a:xfrm>
              <a:off x="7426995" y="3710767"/>
              <a:ext cx="140335" cy="115570"/>
            </a:xfrm>
            <a:custGeom>
              <a:avLst/>
              <a:gdLst/>
              <a:ahLst/>
              <a:cxnLst/>
              <a:rect l="l" t="t" r="r" b="b"/>
              <a:pathLst>
                <a:path w="140334" h="115570">
                  <a:moveTo>
                    <a:pt x="139802" y="0"/>
                  </a:moveTo>
                  <a:lnTo>
                    <a:pt x="49119" y="114967"/>
                  </a:lnTo>
                  <a:lnTo>
                    <a:pt x="0" y="69159"/>
                  </a:lnTo>
                </a:path>
              </a:pathLst>
            </a:custGeom>
            <a:ln w="15587">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31" name="object 131"/>
            <p:cNvSpPr/>
            <p:nvPr/>
          </p:nvSpPr>
          <p:spPr>
            <a:xfrm>
              <a:off x="7330566" y="3604640"/>
              <a:ext cx="330835" cy="314960"/>
            </a:xfrm>
            <a:custGeom>
              <a:avLst/>
              <a:gdLst/>
              <a:ahLst/>
              <a:cxnLst/>
              <a:rect l="l" t="t" r="r" b="b"/>
              <a:pathLst>
                <a:path w="330834" h="314960">
                  <a:moveTo>
                    <a:pt x="165480" y="0"/>
                  </a:moveTo>
                  <a:lnTo>
                    <a:pt x="121473" y="5623"/>
                  </a:lnTo>
                  <a:lnTo>
                    <a:pt x="81938" y="21491"/>
                  </a:lnTo>
                  <a:lnTo>
                    <a:pt x="48450" y="46101"/>
                  </a:lnTo>
                  <a:lnTo>
                    <a:pt x="22582" y="77949"/>
                  </a:lnTo>
                  <a:lnTo>
                    <a:pt x="5907" y="115534"/>
                  </a:lnTo>
                  <a:lnTo>
                    <a:pt x="0" y="157353"/>
                  </a:lnTo>
                  <a:lnTo>
                    <a:pt x="5907" y="199117"/>
                  </a:lnTo>
                  <a:lnTo>
                    <a:pt x="22582" y="236666"/>
                  </a:lnTo>
                  <a:lnTo>
                    <a:pt x="48450" y="268493"/>
                  </a:lnTo>
                  <a:lnTo>
                    <a:pt x="81938" y="293092"/>
                  </a:lnTo>
                  <a:lnTo>
                    <a:pt x="121473" y="308956"/>
                  </a:lnTo>
                  <a:lnTo>
                    <a:pt x="165480" y="314579"/>
                  </a:lnTo>
                  <a:lnTo>
                    <a:pt x="209435" y="308956"/>
                  </a:lnTo>
                  <a:lnTo>
                    <a:pt x="248934" y="293092"/>
                  </a:lnTo>
                  <a:lnTo>
                    <a:pt x="282400" y="268493"/>
                  </a:lnTo>
                  <a:lnTo>
                    <a:pt x="308257" y="236666"/>
                  </a:lnTo>
                  <a:lnTo>
                    <a:pt x="324927" y="199117"/>
                  </a:lnTo>
                  <a:lnTo>
                    <a:pt x="330834" y="157353"/>
                  </a:lnTo>
                  <a:lnTo>
                    <a:pt x="324927" y="115534"/>
                  </a:lnTo>
                  <a:lnTo>
                    <a:pt x="308257" y="77949"/>
                  </a:lnTo>
                  <a:lnTo>
                    <a:pt x="282400" y="46100"/>
                  </a:lnTo>
                  <a:lnTo>
                    <a:pt x="248934" y="21491"/>
                  </a:lnTo>
                  <a:lnTo>
                    <a:pt x="209435" y="5623"/>
                  </a:lnTo>
                  <a:lnTo>
                    <a:pt x="165480"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32" name="object 132"/>
            <p:cNvSpPr/>
            <p:nvPr/>
          </p:nvSpPr>
          <p:spPr>
            <a:xfrm>
              <a:off x="7330566" y="3604640"/>
              <a:ext cx="330835" cy="314960"/>
            </a:xfrm>
            <a:custGeom>
              <a:avLst/>
              <a:gdLst/>
              <a:ahLst/>
              <a:cxnLst/>
              <a:rect l="l" t="t" r="r" b="b"/>
              <a:pathLst>
                <a:path w="330834" h="314960">
                  <a:moveTo>
                    <a:pt x="0" y="157353"/>
                  </a:moveTo>
                  <a:lnTo>
                    <a:pt x="5907" y="115534"/>
                  </a:lnTo>
                  <a:lnTo>
                    <a:pt x="22582" y="77949"/>
                  </a:lnTo>
                  <a:lnTo>
                    <a:pt x="48450" y="46101"/>
                  </a:lnTo>
                  <a:lnTo>
                    <a:pt x="81938" y="21491"/>
                  </a:lnTo>
                  <a:lnTo>
                    <a:pt x="121473" y="5623"/>
                  </a:lnTo>
                  <a:lnTo>
                    <a:pt x="165480" y="0"/>
                  </a:lnTo>
                  <a:lnTo>
                    <a:pt x="209435" y="5623"/>
                  </a:lnTo>
                  <a:lnTo>
                    <a:pt x="248934" y="21491"/>
                  </a:lnTo>
                  <a:lnTo>
                    <a:pt x="282400" y="46100"/>
                  </a:lnTo>
                  <a:lnTo>
                    <a:pt x="308257" y="77949"/>
                  </a:lnTo>
                  <a:lnTo>
                    <a:pt x="324927" y="115534"/>
                  </a:lnTo>
                  <a:lnTo>
                    <a:pt x="330834" y="157353"/>
                  </a:lnTo>
                  <a:lnTo>
                    <a:pt x="324927" y="199117"/>
                  </a:lnTo>
                  <a:lnTo>
                    <a:pt x="308257" y="236666"/>
                  </a:lnTo>
                  <a:lnTo>
                    <a:pt x="282400" y="268493"/>
                  </a:lnTo>
                  <a:lnTo>
                    <a:pt x="248934" y="293092"/>
                  </a:lnTo>
                  <a:lnTo>
                    <a:pt x="209435" y="308956"/>
                  </a:lnTo>
                  <a:lnTo>
                    <a:pt x="165480" y="314579"/>
                  </a:lnTo>
                  <a:lnTo>
                    <a:pt x="121473" y="308956"/>
                  </a:lnTo>
                  <a:lnTo>
                    <a:pt x="81938" y="293092"/>
                  </a:lnTo>
                  <a:lnTo>
                    <a:pt x="48450" y="268493"/>
                  </a:lnTo>
                  <a:lnTo>
                    <a:pt x="22582" y="236666"/>
                  </a:lnTo>
                  <a:lnTo>
                    <a:pt x="5907" y="199117"/>
                  </a:lnTo>
                  <a:lnTo>
                    <a:pt x="0" y="157353"/>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33" name="object 133"/>
            <p:cNvPicPr/>
            <p:nvPr/>
          </p:nvPicPr>
          <p:blipFill>
            <a:blip r:embed="rId7" cstate="print"/>
            <a:stretch>
              <a:fillRect/>
            </a:stretch>
          </p:blipFill>
          <p:spPr>
            <a:xfrm>
              <a:off x="7422109" y="3705095"/>
              <a:ext cx="149548" cy="125569"/>
            </a:xfrm>
            <a:prstGeom prst="rect">
              <a:avLst/>
            </a:prstGeom>
          </p:spPr>
        </p:pic>
        <p:sp>
          <p:nvSpPr>
            <p:cNvPr id="134" name="object 134"/>
            <p:cNvSpPr/>
            <p:nvPr/>
          </p:nvSpPr>
          <p:spPr>
            <a:xfrm>
              <a:off x="8846565" y="5903683"/>
              <a:ext cx="330835" cy="314960"/>
            </a:xfrm>
            <a:custGeom>
              <a:avLst/>
              <a:gdLst/>
              <a:ahLst/>
              <a:cxnLst/>
              <a:rect l="l" t="t" r="r" b="b"/>
              <a:pathLst>
                <a:path w="330834" h="314960">
                  <a:moveTo>
                    <a:pt x="165353" y="0"/>
                  </a:moveTo>
                  <a:lnTo>
                    <a:pt x="121399" y="5616"/>
                  </a:lnTo>
                  <a:lnTo>
                    <a:pt x="81900" y="21467"/>
                  </a:lnTo>
                  <a:lnTo>
                    <a:pt x="48434" y="46054"/>
                  </a:lnTo>
                  <a:lnTo>
                    <a:pt x="22577" y="77880"/>
                  </a:lnTo>
                  <a:lnTo>
                    <a:pt x="5907" y="115445"/>
                  </a:lnTo>
                  <a:lnTo>
                    <a:pt x="0" y="157251"/>
                  </a:lnTo>
                  <a:lnTo>
                    <a:pt x="5907" y="199053"/>
                  </a:lnTo>
                  <a:lnTo>
                    <a:pt x="22577" y="236616"/>
                  </a:lnTo>
                  <a:lnTo>
                    <a:pt x="48434" y="268443"/>
                  </a:lnTo>
                  <a:lnTo>
                    <a:pt x="81900" y="293032"/>
                  </a:lnTo>
                  <a:lnTo>
                    <a:pt x="121399" y="308885"/>
                  </a:lnTo>
                  <a:lnTo>
                    <a:pt x="165353" y="314502"/>
                  </a:lnTo>
                  <a:lnTo>
                    <a:pt x="209308" y="308885"/>
                  </a:lnTo>
                  <a:lnTo>
                    <a:pt x="248807" y="293032"/>
                  </a:lnTo>
                  <a:lnTo>
                    <a:pt x="282273" y="268443"/>
                  </a:lnTo>
                  <a:lnTo>
                    <a:pt x="308130" y="236616"/>
                  </a:lnTo>
                  <a:lnTo>
                    <a:pt x="324800" y="199053"/>
                  </a:lnTo>
                  <a:lnTo>
                    <a:pt x="330707" y="157251"/>
                  </a:lnTo>
                  <a:lnTo>
                    <a:pt x="324800" y="115445"/>
                  </a:lnTo>
                  <a:lnTo>
                    <a:pt x="308130" y="77880"/>
                  </a:lnTo>
                  <a:lnTo>
                    <a:pt x="282273" y="46054"/>
                  </a:lnTo>
                  <a:lnTo>
                    <a:pt x="248807" y="21467"/>
                  </a:lnTo>
                  <a:lnTo>
                    <a:pt x="209308" y="5616"/>
                  </a:lnTo>
                  <a:lnTo>
                    <a:pt x="165353"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35" name="object 135"/>
            <p:cNvSpPr/>
            <p:nvPr/>
          </p:nvSpPr>
          <p:spPr>
            <a:xfrm>
              <a:off x="8846565" y="5903683"/>
              <a:ext cx="330835" cy="314960"/>
            </a:xfrm>
            <a:custGeom>
              <a:avLst/>
              <a:gdLst/>
              <a:ahLst/>
              <a:cxnLst/>
              <a:rect l="l" t="t" r="r" b="b"/>
              <a:pathLst>
                <a:path w="330834" h="314960">
                  <a:moveTo>
                    <a:pt x="0" y="157251"/>
                  </a:moveTo>
                  <a:lnTo>
                    <a:pt x="5907" y="115445"/>
                  </a:lnTo>
                  <a:lnTo>
                    <a:pt x="22577" y="77880"/>
                  </a:lnTo>
                  <a:lnTo>
                    <a:pt x="48434" y="46054"/>
                  </a:lnTo>
                  <a:lnTo>
                    <a:pt x="81900" y="21467"/>
                  </a:lnTo>
                  <a:lnTo>
                    <a:pt x="121399" y="5616"/>
                  </a:lnTo>
                  <a:lnTo>
                    <a:pt x="165353" y="0"/>
                  </a:lnTo>
                  <a:lnTo>
                    <a:pt x="209308" y="5616"/>
                  </a:lnTo>
                  <a:lnTo>
                    <a:pt x="248807" y="21467"/>
                  </a:lnTo>
                  <a:lnTo>
                    <a:pt x="282273" y="46054"/>
                  </a:lnTo>
                  <a:lnTo>
                    <a:pt x="308130" y="77880"/>
                  </a:lnTo>
                  <a:lnTo>
                    <a:pt x="324800" y="115445"/>
                  </a:lnTo>
                  <a:lnTo>
                    <a:pt x="330707" y="157251"/>
                  </a:lnTo>
                  <a:lnTo>
                    <a:pt x="324800" y="199053"/>
                  </a:lnTo>
                  <a:lnTo>
                    <a:pt x="308130" y="236616"/>
                  </a:lnTo>
                  <a:lnTo>
                    <a:pt x="282273" y="268443"/>
                  </a:lnTo>
                  <a:lnTo>
                    <a:pt x="248807" y="293032"/>
                  </a:lnTo>
                  <a:lnTo>
                    <a:pt x="209308" y="308885"/>
                  </a:lnTo>
                  <a:lnTo>
                    <a:pt x="165353" y="314502"/>
                  </a:lnTo>
                  <a:lnTo>
                    <a:pt x="121399" y="308885"/>
                  </a:lnTo>
                  <a:lnTo>
                    <a:pt x="81900" y="293032"/>
                  </a:lnTo>
                  <a:lnTo>
                    <a:pt x="48434" y="268443"/>
                  </a:lnTo>
                  <a:lnTo>
                    <a:pt x="22577" y="236616"/>
                  </a:lnTo>
                  <a:lnTo>
                    <a:pt x="5907" y="199053"/>
                  </a:lnTo>
                  <a:lnTo>
                    <a:pt x="0" y="157251"/>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36" name="object 136"/>
            <p:cNvPicPr/>
            <p:nvPr/>
          </p:nvPicPr>
          <p:blipFill>
            <a:blip r:embed="rId6" cstate="print"/>
            <a:stretch>
              <a:fillRect/>
            </a:stretch>
          </p:blipFill>
          <p:spPr>
            <a:xfrm>
              <a:off x="8938108" y="6004113"/>
              <a:ext cx="149548" cy="125569"/>
            </a:xfrm>
            <a:prstGeom prst="rect">
              <a:avLst/>
            </a:prstGeom>
          </p:spPr>
        </p:pic>
        <p:sp>
          <p:nvSpPr>
            <p:cNvPr id="137" name="object 137"/>
            <p:cNvSpPr/>
            <p:nvPr/>
          </p:nvSpPr>
          <p:spPr>
            <a:xfrm>
              <a:off x="4541392" y="5903683"/>
              <a:ext cx="330835" cy="314960"/>
            </a:xfrm>
            <a:custGeom>
              <a:avLst/>
              <a:gdLst/>
              <a:ahLst/>
              <a:cxnLst/>
              <a:rect l="l" t="t" r="r" b="b"/>
              <a:pathLst>
                <a:path w="330835" h="314960">
                  <a:moveTo>
                    <a:pt x="165354" y="0"/>
                  </a:moveTo>
                  <a:lnTo>
                    <a:pt x="121399" y="5616"/>
                  </a:lnTo>
                  <a:lnTo>
                    <a:pt x="81900" y="21467"/>
                  </a:lnTo>
                  <a:lnTo>
                    <a:pt x="48434" y="46054"/>
                  </a:lnTo>
                  <a:lnTo>
                    <a:pt x="22577" y="77880"/>
                  </a:lnTo>
                  <a:lnTo>
                    <a:pt x="5907" y="115445"/>
                  </a:lnTo>
                  <a:lnTo>
                    <a:pt x="0" y="157251"/>
                  </a:lnTo>
                  <a:lnTo>
                    <a:pt x="5907" y="199053"/>
                  </a:lnTo>
                  <a:lnTo>
                    <a:pt x="22577" y="236616"/>
                  </a:lnTo>
                  <a:lnTo>
                    <a:pt x="48434" y="268443"/>
                  </a:lnTo>
                  <a:lnTo>
                    <a:pt x="81900" y="293032"/>
                  </a:lnTo>
                  <a:lnTo>
                    <a:pt x="121399" y="308885"/>
                  </a:lnTo>
                  <a:lnTo>
                    <a:pt x="165354" y="314502"/>
                  </a:lnTo>
                  <a:lnTo>
                    <a:pt x="209308" y="308885"/>
                  </a:lnTo>
                  <a:lnTo>
                    <a:pt x="248807" y="293032"/>
                  </a:lnTo>
                  <a:lnTo>
                    <a:pt x="282273" y="268443"/>
                  </a:lnTo>
                  <a:lnTo>
                    <a:pt x="308130" y="236616"/>
                  </a:lnTo>
                  <a:lnTo>
                    <a:pt x="324800" y="199053"/>
                  </a:lnTo>
                  <a:lnTo>
                    <a:pt x="330708" y="157251"/>
                  </a:lnTo>
                  <a:lnTo>
                    <a:pt x="324800" y="115445"/>
                  </a:lnTo>
                  <a:lnTo>
                    <a:pt x="308130" y="77880"/>
                  </a:lnTo>
                  <a:lnTo>
                    <a:pt x="282273" y="46054"/>
                  </a:lnTo>
                  <a:lnTo>
                    <a:pt x="248807" y="21467"/>
                  </a:lnTo>
                  <a:lnTo>
                    <a:pt x="209308" y="5616"/>
                  </a:lnTo>
                  <a:lnTo>
                    <a:pt x="165354"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38" name="object 138"/>
            <p:cNvSpPr/>
            <p:nvPr/>
          </p:nvSpPr>
          <p:spPr>
            <a:xfrm>
              <a:off x="4541392" y="5903683"/>
              <a:ext cx="330835" cy="314960"/>
            </a:xfrm>
            <a:custGeom>
              <a:avLst/>
              <a:gdLst/>
              <a:ahLst/>
              <a:cxnLst/>
              <a:rect l="l" t="t" r="r" b="b"/>
              <a:pathLst>
                <a:path w="330835" h="314960">
                  <a:moveTo>
                    <a:pt x="0" y="157251"/>
                  </a:moveTo>
                  <a:lnTo>
                    <a:pt x="5907" y="115445"/>
                  </a:lnTo>
                  <a:lnTo>
                    <a:pt x="22577" y="77880"/>
                  </a:lnTo>
                  <a:lnTo>
                    <a:pt x="48434" y="46054"/>
                  </a:lnTo>
                  <a:lnTo>
                    <a:pt x="81900" y="21467"/>
                  </a:lnTo>
                  <a:lnTo>
                    <a:pt x="121399" y="5616"/>
                  </a:lnTo>
                  <a:lnTo>
                    <a:pt x="165354" y="0"/>
                  </a:lnTo>
                  <a:lnTo>
                    <a:pt x="209308" y="5616"/>
                  </a:lnTo>
                  <a:lnTo>
                    <a:pt x="248807" y="21467"/>
                  </a:lnTo>
                  <a:lnTo>
                    <a:pt x="282273" y="46054"/>
                  </a:lnTo>
                  <a:lnTo>
                    <a:pt x="308130" y="77880"/>
                  </a:lnTo>
                  <a:lnTo>
                    <a:pt x="324800" y="115445"/>
                  </a:lnTo>
                  <a:lnTo>
                    <a:pt x="330708" y="157251"/>
                  </a:lnTo>
                  <a:lnTo>
                    <a:pt x="324800" y="199053"/>
                  </a:lnTo>
                  <a:lnTo>
                    <a:pt x="308130" y="236616"/>
                  </a:lnTo>
                  <a:lnTo>
                    <a:pt x="282273" y="268443"/>
                  </a:lnTo>
                  <a:lnTo>
                    <a:pt x="248807" y="293032"/>
                  </a:lnTo>
                  <a:lnTo>
                    <a:pt x="209308" y="308885"/>
                  </a:lnTo>
                  <a:lnTo>
                    <a:pt x="165354" y="314502"/>
                  </a:lnTo>
                  <a:lnTo>
                    <a:pt x="121399" y="308885"/>
                  </a:lnTo>
                  <a:lnTo>
                    <a:pt x="81900" y="293032"/>
                  </a:lnTo>
                  <a:lnTo>
                    <a:pt x="48434" y="268443"/>
                  </a:lnTo>
                  <a:lnTo>
                    <a:pt x="22577" y="236616"/>
                  </a:lnTo>
                  <a:lnTo>
                    <a:pt x="5907" y="199053"/>
                  </a:lnTo>
                  <a:lnTo>
                    <a:pt x="0" y="157251"/>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39" name="object 139"/>
            <p:cNvPicPr/>
            <p:nvPr/>
          </p:nvPicPr>
          <p:blipFill>
            <a:blip r:embed="rId6" cstate="print"/>
            <a:stretch>
              <a:fillRect/>
            </a:stretch>
          </p:blipFill>
          <p:spPr>
            <a:xfrm>
              <a:off x="4632935" y="6004113"/>
              <a:ext cx="149548" cy="125569"/>
            </a:xfrm>
            <a:prstGeom prst="rect">
              <a:avLst/>
            </a:prstGeom>
          </p:spPr>
        </p:pic>
        <p:sp>
          <p:nvSpPr>
            <p:cNvPr id="140" name="object 140"/>
            <p:cNvSpPr/>
            <p:nvPr/>
          </p:nvSpPr>
          <p:spPr>
            <a:xfrm>
              <a:off x="5898387" y="5903683"/>
              <a:ext cx="330835" cy="314960"/>
            </a:xfrm>
            <a:custGeom>
              <a:avLst/>
              <a:gdLst/>
              <a:ahLst/>
              <a:cxnLst/>
              <a:rect l="l" t="t" r="r" b="b"/>
              <a:pathLst>
                <a:path w="330835" h="314960">
                  <a:moveTo>
                    <a:pt x="165481" y="0"/>
                  </a:moveTo>
                  <a:lnTo>
                    <a:pt x="121473" y="5616"/>
                  </a:lnTo>
                  <a:lnTo>
                    <a:pt x="81938" y="21467"/>
                  </a:lnTo>
                  <a:lnTo>
                    <a:pt x="48450" y="46054"/>
                  </a:lnTo>
                  <a:lnTo>
                    <a:pt x="22582" y="77880"/>
                  </a:lnTo>
                  <a:lnTo>
                    <a:pt x="5907" y="115445"/>
                  </a:lnTo>
                  <a:lnTo>
                    <a:pt x="0" y="157251"/>
                  </a:lnTo>
                  <a:lnTo>
                    <a:pt x="5907" y="199053"/>
                  </a:lnTo>
                  <a:lnTo>
                    <a:pt x="22582" y="236616"/>
                  </a:lnTo>
                  <a:lnTo>
                    <a:pt x="48450" y="268443"/>
                  </a:lnTo>
                  <a:lnTo>
                    <a:pt x="81938" y="293032"/>
                  </a:lnTo>
                  <a:lnTo>
                    <a:pt x="121473" y="308885"/>
                  </a:lnTo>
                  <a:lnTo>
                    <a:pt x="165481" y="314502"/>
                  </a:lnTo>
                  <a:lnTo>
                    <a:pt x="209435" y="308885"/>
                  </a:lnTo>
                  <a:lnTo>
                    <a:pt x="248934" y="293032"/>
                  </a:lnTo>
                  <a:lnTo>
                    <a:pt x="282400" y="268443"/>
                  </a:lnTo>
                  <a:lnTo>
                    <a:pt x="308257" y="236616"/>
                  </a:lnTo>
                  <a:lnTo>
                    <a:pt x="324927" y="199053"/>
                  </a:lnTo>
                  <a:lnTo>
                    <a:pt x="330835" y="157251"/>
                  </a:lnTo>
                  <a:lnTo>
                    <a:pt x="324927" y="115445"/>
                  </a:lnTo>
                  <a:lnTo>
                    <a:pt x="308257" y="77880"/>
                  </a:lnTo>
                  <a:lnTo>
                    <a:pt x="282400" y="46054"/>
                  </a:lnTo>
                  <a:lnTo>
                    <a:pt x="248934" y="21467"/>
                  </a:lnTo>
                  <a:lnTo>
                    <a:pt x="209435" y="5616"/>
                  </a:lnTo>
                  <a:lnTo>
                    <a:pt x="165481"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41" name="object 141"/>
            <p:cNvSpPr/>
            <p:nvPr/>
          </p:nvSpPr>
          <p:spPr>
            <a:xfrm>
              <a:off x="5898387" y="5903683"/>
              <a:ext cx="330835" cy="314960"/>
            </a:xfrm>
            <a:custGeom>
              <a:avLst/>
              <a:gdLst/>
              <a:ahLst/>
              <a:cxnLst/>
              <a:rect l="l" t="t" r="r" b="b"/>
              <a:pathLst>
                <a:path w="330835" h="314960">
                  <a:moveTo>
                    <a:pt x="0" y="157251"/>
                  </a:moveTo>
                  <a:lnTo>
                    <a:pt x="5907" y="115445"/>
                  </a:lnTo>
                  <a:lnTo>
                    <a:pt x="22582" y="77880"/>
                  </a:lnTo>
                  <a:lnTo>
                    <a:pt x="48450" y="46054"/>
                  </a:lnTo>
                  <a:lnTo>
                    <a:pt x="81938" y="21467"/>
                  </a:lnTo>
                  <a:lnTo>
                    <a:pt x="121473" y="5616"/>
                  </a:lnTo>
                  <a:lnTo>
                    <a:pt x="165481" y="0"/>
                  </a:lnTo>
                  <a:lnTo>
                    <a:pt x="209435" y="5616"/>
                  </a:lnTo>
                  <a:lnTo>
                    <a:pt x="248934" y="21467"/>
                  </a:lnTo>
                  <a:lnTo>
                    <a:pt x="282400" y="46054"/>
                  </a:lnTo>
                  <a:lnTo>
                    <a:pt x="308257" y="77880"/>
                  </a:lnTo>
                  <a:lnTo>
                    <a:pt x="324927" y="115445"/>
                  </a:lnTo>
                  <a:lnTo>
                    <a:pt x="330835" y="157251"/>
                  </a:lnTo>
                  <a:lnTo>
                    <a:pt x="324927" y="199053"/>
                  </a:lnTo>
                  <a:lnTo>
                    <a:pt x="308257" y="236616"/>
                  </a:lnTo>
                  <a:lnTo>
                    <a:pt x="282400" y="268443"/>
                  </a:lnTo>
                  <a:lnTo>
                    <a:pt x="248934" y="293032"/>
                  </a:lnTo>
                  <a:lnTo>
                    <a:pt x="209435" y="308885"/>
                  </a:lnTo>
                  <a:lnTo>
                    <a:pt x="165481" y="314502"/>
                  </a:lnTo>
                  <a:lnTo>
                    <a:pt x="121473" y="308885"/>
                  </a:lnTo>
                  <a:lnTo>
                    <a:pt x="81938" y="293032"/>
                  </a:lnTo>
                  <a:lnTo>
                    <a:pt x="48450" y="268443"/>
                  </a:lnTo>
                  <a:lnTo>
                    <a:pt x="22582" y="236616"/>
                  </a:lnTo>
                  <a:lnTo>
                    <a:pt x="5907" y="199053"/>
                  </a:lnTo>
                  <a:lnTo>
                    <a:pt x="0" y="157251"/>
                  </a:lnTo>
                  <a:close/>
                </a:path>
              </a:pathLst>
            </a:custGeom>
            <a:ln w="19050">
              <a:solidFill>
                <a:srgbClr val="FFFFFF"/>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pic>
          <p:nvPicPr>
            <p:cNvPr id="142" name="object 142"/>
            <p:cNvPicPr/>
            <p:nvPr/>
          </p:nvPicPr>
          <p:blipFill>
            <a:blip r:embed="rId6" cstate="print"/>
            <a:stretch>
              <a:fillRect/>
            </a:stretch>
          </p:blipFill>
          <p:spPr>
            <a:xfrm>
              <a:off x="5989930" y="6004113"/>
              <a:ext cx="149548" cy="125569"/>
            </a:xfrm>
            <a:prstGeom prst="rect">
              <a:avLst/>
            </a:prstGeom>
          </p:spPr>
        </p:pic>
        <p:sp>
          <p:nvSpPr>
            <p:cNvPr id="143" name="object 143"/>
            <p:cNvSpPr/>
            <p:nvPr/>
          </p:nvSpPr>
          <p:spPr>
            <a:xfrm>
              <a:off x="8591550" y="3489959"/>
              <a:ext cx="840740" cy="2945765"/>
            </a:xfrm>
            <a:custGeom>
              <a:avLst/>
              <a:gdLst/>
              <a:ahLst/>
              <a:cxnLst/>
              <a:rect l="l" t="t" r="r" b="b"/>
              <a:pathLst>
                <a:path w="840740" h="2945765">
                  <a:moveTo>
                    <a:pt x="0" y="420369"/>
                  </a:moveTo>
                  <a:lnTo>
                    <a:pt x="2828" y="371347"/>
                  </a:lnTo>
                  <a:lnTo>
                    <a:pt x="11102" y="323985"/>
                  </a:lnTo>
                  <a:lnTo>
                    <a:pt x="24507" y="278599"/>
                  </a:lnTo>
                  <a:lnTo>
                    <a:pt x="42728" y="235505"/>
                  </a:lnTo>
                  <a:lnTo>
                    <a:pt x="65448" y="195018"/>
                  </a:lnTo>
                  <a:lnTo>
                    <a:pt x="92353" y="157453"/>
                  </a:lnTo>
                  <a:lnTo>
                    <a:pt x="123126" y="123126"/>
                  </a:lnTo>
                  <a:lnTo>
                    <a:pt x="157453" y="92353"/>
                  </a:lnTo>
                  <a:lnTo>
                    <a:pt x="195018" y="65448"/>
                  </a:lnTo>
                  <a:lnTo>
                    <a:pt x="235505" y="42728"/>
                  </a:lnTo>
                  <a:lnTo>
                    <a:pt x="278599" y="24507"/>
                  </a:lnTo>
                  <a:lnTo>
                    <a:pt x="323985" y="11102"/>
                  </a:lnTo>
                  <a:lnTo>
                    <a:pt x="371347" y="2828"/>
                  </a:lnTo>
                  <a:lnTo>
                    <a:pt x="420370" y="0"/>
                  </a:lnTo>
                  <a:lnTo>
                    <a:pt x="469392" y="2828"/>
                  </a:lnTo>
                  <a:lnTo>
                    <a:pt x="516754" y="11102"/>
                  </a:lnTo>
                  <a:lnTo>
                    <a:pt x="562140" y="24507"/>
                  </a:lnTo>
                  <a:lnTo>
                    <a:pt x="605234" y="42728"/>
                  </a:lnTo>
                  <a:lnTo>
                    <a:pt x="645721" y="65448"/>
                  </a:lnTo>
                  <a:lnTo>
                    <a:pt x="683286" y="92353"/>
                  </a:lnTo>
                  <a:lnTo>
                    <a:pt x="717613" y="123126"/>
                  </a:lnTo>
                  <a:lnTo>
                    <a:pt x="748386" y="157453"/>
                  </a:lnTo>
                  <a:lnTo>
                    <a:pt x="775291" y="195018"/>
                  </a:lnTo>
                  <a:lnTo>
                    <a:pt x="798011" y="235505"/>
                  </a:lnTo>
                  <a:lnTo>
                    <a:pt x="816232" y="278599"/>
                  </a:lnTo>
                  <a:lnTo>
                    <a:pt x="829637" y="323985"/>
                  </a:lnTo>
                  <a:lnTo>
                    <a:pt x="837911" y="371347"/>
                  </a:lnTo>
                  <a:lnTo>
                    <a:pt x="840740" y="420369"/>
                  </a:lnTo>
                  <a:lnTo>
                    <a:pt x="840740" y="2525153"/>
                  </a:lnTo>
                  <a:lnTo>
                    <a:pt x="837911" y="2574181"/>
                  </a:lnTo>
                  <a:lnTo>
                    <a:pt x="829637" y="2621548"/>
                  </a:lnTo>
                  <a:lnTo>
                    <a:pt x="816232" y="2666938"/>
                  </a:lnTo>
                  <a:lnTo>
                    <a:pt x="798011" y="2710036"/>
                  </a:lnTo>
                  <a:lnTo>
                    <a:pt x="775291" y="2750527"/>
                  </a:lnTo>
                  <a:lnTo>
                    <a:pt x="748386" y="2788096"/>
                  </a:lnTo>
                  <a:lnTo>
                    <a:pt x="717613" y="2822425"/>
                  </a:lnTo>
                  <a:lnTo>
                    <a:pt x="683286" y="2853201"/>
                  </a:lnTo>
                  <a:lnTo>
                    <a:pt x="645721" y="2880108"/>
                  </a:lnTo>
                  <a:lnTo>
                    <a:pt x="605234" y="2902830"/>
                  </a:lnTo>
                  <a:lnTo>
                    <a:pt x="562140" y="2921052"/>
                  </a:lnTo>
                  <a:lnTo>
                    <a:pt x="516754" y="2934458"/>
                  </a:lnTo>
                  <a:lnTo>
                    <a:pt x="469392" y="2942733"/>
                  </a:lnTo>
                  <a:lnTo>
                    <a:pt x="420370" y="2945561"/>
                  </a:lnTo>
                  <a:lnTo>
                    <a:pt x="371347" y="2942733"/>
                  </a:lnTo>
                  <a:lnTo>
                    <a:pt x="323985" y="2934458"/>
                  </a:lnTo>
                  <a:lnTo>
                    <a:pt x="278599" y="2921052"/>
                  </a:lnTo>
                  <a:lnTo>
                    <a:pt x="235505" y="2902830"/>
                  </a:lnTo>
                  <a:lnTo>
                    <a:pt x="195018" y="2880108"/>
                  </a:lnTo>
                  <a:lnTo>
                    <a:pt x="157453" y="2853201"/>
                  </a:lnTo>
                  <a:lnTo>
                    <a:pt x="123126" y="2822425"/>
                  </a:lnTo>
                  <a:lnTo>
                    <a:pt x="92353" y="2788096"/>
                  </a:lnTo>
                  <a:lnTo>
                    <a:pt x="65448" y="2750527"/>
                  </a:lnTo>
                  <a:lnTo>
                    <a:pt x="42728" y="2710036"/>
                  </a:lnTo>
                  <a:lnTo>
                    <a:pt x="24507" y="2666938"/>
                  </a:lnTo>
                  <a:lnTo>
                    <a:pt x="11102" y="2621548"/>
                  </a:lnTo>
                  <a:lnTo>
                    <a:pt x="2828" y="2574181"/>
                  </a:lnTo>
                  <a:lnTo>
                    <a:pt x="0" y="2525153"/>
                  </a:lnTo>
                  <a:lnTo>
                    <a:pt x="0" y="420369"/>
                  </a:lnTo>
                  <a:close/>
                </a:path>
              </a:pathLst>
            </a:custGeom>
            <a:ln w="28575">
              <a:solidFill>
                <a:srgbClr val="00A9F4"/>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44" name="object 144"/>
            <p:cNvSpPr/>
            <p:nvPr/>
          </p:nvSpPr>
          <p:spPr>
            <a:xfrm>
              <a:off x="8429244" y="6245694"/>
              <a:ext cx="1165860" cy="339090"/>
            </a:xfrm>
            <a:custGeom>
              <a:avLst/>
              <a:gdLst/>
              <a:ahLst/>
              <a:cxnLst/>
              <a:rect l="l" t="t" r="r" b="b"/>
              <a:pathLst>
                <a:path w="1165859" h="339090">
                  <a:moveTo>
                    <a:pt x="1165377" y="0"/>
                  </a:moveTo>
                  <a:lnTo>
                    <a:pt x="0" y="0"/>
                  </a:lnTo>
                  <a:lnTo>
                    <a:pt x="0" y="338556"/>
                  </a:lnTo>
                  <a:lnTo>
                    <a:pt x="1165377" y="338556"/>
                  </a:lnTo>
                  <a:lnTo>
                    <a:pt x="1165377" y="0"/>
                  </a:lnTo>
                  <a:close/>
                </a:path>
              </a:pathLst>
            </a:custGeom>
            <a:solidFill>
              <a:srgbClr val="03111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grpSp>
      <p:sp>
        <p:nvSpPr>
          <p:cNvPr id="145" name="object 145"/>
          <p:cNvSpPr txBox="1"/>
          <p:nvPr/>
        </p:nvSpPr>
        <p:spPr>
          <a:xfrm>
            <a:off x="8423909" y="6233261"/>
            <a:ext cx="1139190"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1" i="0" u="none" strike="noStrike" kern="0" cap="none" spc="0" normalizeH="0" baseline="0" noProof="0" dirty="0">
                <a:ln>
                  <a:noFill/>
                </a:ln>
                <a:solidFill>
                  <a:srgbClr val="00A9F4"/>
                </a:solidFill>
                <a:effectLst/>
                <a:uLnTx/>
                <a:uFillTx/>
                <a:latin typeface="Arial"/>
                <a:ea typeface="+mn-ea"/>
                <a:cs typeface="Arial"/>
              </a:rPr>
              <a:t>GEO</a:t>
            </a:r>
            <a:r>
              <a:rPr kumimoji="0" sz="1100" b="1" i="0" u="none" strike="noStrike" kern="0" cap="none" spc="-25" normalizeH="0" baseline="0" noProof="0" dirty="0">
                <a:ln>
                  <a:noFill/>
                </a:ln>
                <a:solidFill>
                  <a:srgbClr val="00A9F4"/>
                </a:solidFill>
                <a:effectLst/>
                <a:uLnTx/>
                <a:uFillTx/>
                <a:latin typeface="Arial"/>
                <a:ea typeface="+mn-ea"/>
                <a:cs typeface="Arial"/>
              </a:rPr>
              <a:t> </a:t>
            </a:r>
            <a:r>
              <a:rPr kumimoji="0" sz="1100" b="1" i="0" u="none" strike="noStrike" kern="0" cap="none" spc="-10" normalizeH="0" baseline="0" noProof="0" dirty="0">
                <a:ln>
                  <a:noFill/>
                </a:ln>
                <a:solidFill>
                  <a:srgbClr val="00A9F4"/>
                </a:solidFill>
                <a:effectLst/>
                <a:uLnTx/>
                <a:uFillTx/>
                <a:latin typeface="Arial"/>
                <a:ea typeface="+mn-ea"/>
                <a:cs typeface="Arial"/>
              </a:rPr>
              <a:t>Accelerator</a:t>
            </a:r>
            <a:endParaRPr kumimoji="0" sz="1100" b="0" i="0" u="none" strike="noStrike" kern="0" cap="none" spc="0" normalizeH="0" baseline="0" noProof="0">
              <a:ln>
                <a:noFill/>
              </a:ln>
              <a:solidFill>
                <a:sysClr val="windowText" lastClr="000000"/>
              </a:solidFill>
              <a:effectLst/>
              <a:uLnTx/>
              <a:uFillTx/>
              <a:latin typeface="Arial"/>
              <a:ea typeface="+mn-ea"/>
              <a:cs typeface="Arial"/>
            </a:endParaRPr>
          </a:p>
        </p:txBody>
      </p:sp>
      <p:sp>
        <p:nvSpPr>
          <p:cNvPr id="146" name="object 146"/>
          <p:cNvSpPr txBox="1"/>
          <p:nvPr/>
        </p:nvSpPr>
        <p:spPr>
          <a:xfrm>
            <a:off x="8527542" y="6400901"/>
            <a:ext cx="970915" cy="19367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100" b="1" i="0" u="none" strike="noStrike" kern="0" cap="none" spc="0" normalizeH="0" baseline="0" noProof="0" dirty="0">
                <a:ln>
                  <a:noFill/>
                </a:ln>
                <a:solidFill>
                  <a:srgbClr val="00A9F4"/>
                </a:solidFill>
                <a:effectLst/>
                <a:uLnTx/>
                <a:uFillTx/>
                <a:latin typeface="Arial"/>
                <a:ea typeface="+mn-ea"/>
                <a:cs typeface="Arial"/>
              </a:rPr>
              <a:t>(detailed</a:t>
            </a:r>
            <a:r>
              <a:rPr kumimoji="0" sz="1100" b="1" i="0" u="none" strike="noStrike" kern="0" cap="none" spc="-40" normalizeH="0" baseline="0" noProof="0" dirty="0">
                <a:ln>
                  <a:noFill/>
                </a:ln>
                <a:solidFill>
                  <a:srgbClr val="00A9F4"/>
                </a:solidFill>
                <a:effectLst/>
                <a:uLnTx/>
                <a:uFillTx/>
                <a:latin typeface="Arial"/>
                <a:ea typeface="+mn-ea"/>
                <a:cs typeface="Arial"/>
              </a:rPr>
              <a:t> </a:t>
            </a:r>
            <a:r>
              <a:rPr kumimoji="0" sz="1100" b="1" i="0" u="none" strike="noStrike" kern="0" cap="none" spc="-10" normalizeH="0" baseline="0" noProof="0" dirty="0">
                <a:ln>
                  <a:noFill/>
                </a:ln>
                <a:solidFill>
                  <a:srgbClr val="00A9F4"/>
                </a:solidFill>
                <a:effectLst/>
                <a:uLnTx/>
                <a:uFillTx/>
                <a:latin typeface="Arial"/>
                <a:ea typeface="+mn-ea"/>
                <a:cs typeface="Arial"/>
              </a:rPr>
              <a:t>next)</a:t>
            </a:r>
            <a:endParaRPr kumimoji="0" sz="1100" b="0" i="0" u="none" strike="noStrike" kern="0" cap="none" spc="0" normalizeH="0" baseline="0" noProof="0">
              <a:ln>
                <a:noFill/>
              </a:ln>
              <a:solidFill>
                <a:sysClr val="windowText" lastClr="000000"/>
              </a:solidFill>
              <a:effectLst/>
              <a:uLnTx/>
              <a:uFillTx/>
              <a:latin typeface="Arial"/>
              <a:ea typeface="+mn-ea"/>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33B9EB3-C317-187C-D628-A7BE68F415DC}"/>
              </a:ext>
            </a:extLst>
          </p:cNvPr>
          <p:cNvSpPr>
            <a:spLocks noGrp="1"/>
          </p:cNvSpPr>
          <p:nvPr>
            <p:ph type="title"/>
          </p:nvPr>
        </p:nvSpPr>
        <p:spPr/>
        <p:txBody>
          <a:bodyPr/>
          <a:lstStyle/>
          <a:p>
            <a:r>
              <a:rPr lang="sv-SE"/>
              <a:t>Innehåll </a:t>
            </a:r>
          </a:p>
        </p:txBody>
      </p:sp>
      <p:sp>
        <p:nvSpPr>
          <p:cNvPr id="3" name="Platshållare för text 2">
            <a:extLst>
              <a:ext uri="{FF2B5EF4-FFF2-40B4-BE49-F238E27FC236}">
                <a16:creationId xmlns:a16="http://schemas.microsoft.com/office/drawing/2014/main" id="{DCAB0F59-F567-5772-3111-FCE04A5AC1E2}"/>
              </a:ext>
            </a:extLst>
          </p:cNvPr>
          <p:cNvSpPr>
            <a:spLocks noGrp="1"/>
          </p:cNvSpPr>
          <p:nvPr>
            <p:ph type="body" sz="quarter" idx="14"/>
          </p:nvPr>
        </p:nvSpPr>
        <p:spPr/>
        <p:txBody>
          <a:bodyPr/>
          <a:lstStyle/>
          <a:p>
            <a:r>
              <a:rPr lang="sv-SE">
                <a:cs typeface="Arial"/>
              </a:rPr>
              <a:t>Lösningar</a:t>
            </a:r>
            <a:endParaRPr lang="sv-SE"/>
          </a:p>
        </p:txBody>
      </p:sp>
      <p:sp>
        <p:nvSpPr>
          <p:cNvPr id="4" name="Platshållare för innehåll 3">
            <a:extLst>
              <a:ext uri="{FF2B5EF4-FFF2-40B4-BE49-F238E27FC236}">
                <a16:creationId xmlns:a16="http://schemas.microsoft.com/office/drawing/2014/main" id="{251A5466-D1C6-1AC5-0A44-FE6D696C34B6}"/>
              </a:ext>
            </a:extLst>
          </p:cNvPr>
          <p:cNvSpPr>
            <a:spLocks noGrp="1"/>
          </p:cNvSpPr>
          <p:nvPr>
            <p:ph idx="1"/>
          </p:nvPr>
        </p:nvSpPr>
        <p:spPr/>
        <p:txBody>
          <a:bodyPr vert="horz" lIns="0" tIns="45720" rIns="0" bIns="45720" rtlCol="0" anchor="t">
            <a:normAutofit/>
          </a:bodyPr>
          <a:lstStyle/>
          <a:p>
            <a:pPr marL="227965" indent="-227965"/>
            <a:r>
              <a:rPr lang="sv-SE" dirty="0"/>
              <a:t>Bakgrund och Syfte </a:t>
            </a:r>
            <a:endParaRPr lang="en-US" dirty="0"/>
          </a:p>
          <a:p>
            <a:pPr marL="227965" indent="-227965"/>
            <a:r>
              <a:rPr lang="sv-SE" b="1" dirty="0">
                <a:cs typeface="Arial"/>
              </a:rPr>
              <a:t>Behov lösningar AI </a:t>
            </a:r>
            <a:r>
              <a:rPr lang="sv-SE" b="1" dirty="0" err="1">
                <a:cs typeface="Arial"/>
              </a:rPr>
              <a:t>Search</a:t>
            </a:r>
            <a:endParaRPr lang="sv-SE" b="1" dirty="0">
              <a:cs typeface="Arial"/>
            </a:endParaRPr>
          </a:p>
          <a:p>
            <a:pPr marL="451798" lvl="1" indent="-227965"/>
            <a:r>
              <a:rPr lang="sv-SE" dirty="0" err="1">
                <a:cs typeface="Arial"/>
              </a:rPr>
              <a:t>Build</a:t>
            </a:r>
            <a:r>
              <a:rPr lang="sv-SE" dirty="0">
                <a:cs typeface="Arial"/>
              </a:rPr>
              <a:t> vs. Buy</a:t>
            </a:r>
          </a:p>
          <a:p>
            <a:pPr marL="227965" indent="-227965"/>
            <a:r>
              <a:rPr lang="sv-SE" dirty="0">
                <a:cs typeface="Arial"/>
              </a:rPr>
              <a:t>AI Agents (</a:t>
            </a:r>
            <a:r>
              <a:rPr lang="sv-SE" dirty="0" err="1">
                <a:cs typeface="Arial"/>
              </a:rPr>
              <a:t>Agentic</a:t>
            </a:r>
            <a:r>
              <a:rPr lang="sv-SE" dirty="0">
                <a:cs typeface="Arial"/>
              </a:rPr>
              <a:t> Commerce)</a:t>
            </a:r>
          </a:p>
          <a:p>
            <a:pPr marL="451798" lvl="1" indent="-227965"/>
            <a:endParaRPr lang="sv-SE" b="1" dirty="0">
              <a:cs typeface="Arial"/>
            </a:endParaRPr>
          </a:p>
          <a:p>
            <a:pPr marL="0" indent="0">
              <a:buNone/>
            </a:pPr>
            <a:endParaRPr lang="sv-SE" b="1" dirty="0">
              <a:cs typeface="Arial"/>
            </a:endParaRPr>
          </a:p>
        </p:txBody>
      </p:sp>
    </p:spTree>
    <p:extLst>
      <p:ext uri="{BB962C8B-B14F-4D97-AF65-F5344CB8AC3E}">
        <p14:creationId xmlns:p14="http://schemas.microsoft.com/office/powerpoint/2010/main" val="1603842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DF6FCB5F-316D-32F5-B879-2CAD0FAD462E}"/>
              </a:ext>
            </a:extLst>
          </p:cNvPr>
          <p:cNvSpPr>
            <a:spLocks noGrp="1"/>
          </p:cNvSpPr>
          <p:nvPr>
            <p:ph type="title"/>
          </p:nvPr>
        </p:nvSpPr>
        <p:spPr>
          <a:xfrm>
            <a:off x="600832" y="460120"/>
            <a:ext cx="10969365" cy="915986"/>
          </a:xfrm>
        </p:spPr>
        <p:txBody>
          <a:bodyPr/>
          <a:lstStyle/>
          <a:p>
            <a:r>
              <a:rPr lang="sv-SE"/>
              <a:t>Bakgrund och Syfte</a:t>
            </a:r>
          </a:p>
        </p:txBody>
      </p:sp>
      <p:sp>
        <p:nvSpPr>
          <p:cNvPr id="10" name="Platshållare för innehåll 1">
            <a:extLst>
              <a:ext uri="{FF2B5EF4-FFF2-40B4-BE49-F238E27FC236}">
                <a16:creationId xmlns:a16="http://schemas.microsoft.com/office/drawing/2014/main" id="{C93C4803-27DB-12DB-F158-041ACB1E9F45}"/>
              </a:ext>
            </a:extLst>
          </p:cNvPr>
          <p:cNvSpPr txBox="1">
            <a:spLocks/>
          </p:cNvSpPr>
          <p:nvPr/>
        </p:nvSpPr>
        <p:spPr>
          <a:xfrm>
            <a:off x="1135742" y="1375881"/>
            <a:ext cx="3196177" cy="810378"/>
          </a:xfrm>
          <a:prstGeom prst="rect">
            <a:avLst/>
          </a:prstGeom>
        </p:spPr>
        <p:txBody>
          <a:bodyPr vert="horz" lIns="0" tIns="45720" rIns="0" bIns="45720" rtlCol="0" anchor="t">
            <a:normAutofit/>
          </a:bodyPr>
          <a:lst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sv-SE">
                <a:solidFill>
                  <a:schemeClr val="bg1"/>
                </a:solidFill>
              </a:rPr>
              <a:t>PHD genomför en mätning i potential av ökning i synlighet i vardera kategori.</a:t>
            </a:r>
            <a:endParaRPr lang="sv-SE">
              <a:solidFill>
                <a:schemeClr val="bg1"/>
              </a:solidFill>
              <a:cs typeface="Arial"/>
            </a:endParaRPr>
          </a:p>
          <a:p>
            <a:pPr marL="227965" indent="-227965" algn="ctr"/>
            <a:endParaRPr lang="sv-SE">
              <a:solidFill>
                <a:schemeClr val="bg1"/>
              </a:solidFill>
              <a:cs typeface="Arial"/>
            </a:endParaRPr>
          </a:p>
        </p:txBody>
      </p:sp>
      <p:sp>
        <p:nvSpPr>
          <p:cNvPr id="7" name="Rektangel 6">
            <a:extLst>
              <a:ext uri="{FF2B5EF4-FFF2-40B4-BE49-F238E27FC236}">
                <a16:creationId xmlns:a16="http://schemas.microsoft.com/office/drawing/2014/main" id="{A2FB2088-CC57-F925-C5F5-0FBDA06CC611}"/>
              </a:ext>
            </a:extLst>
          </p:cNvPr>
          <p:cNvSpPr/>
          <p:nvPr/>
        </p:nvSpPr>
        <p:spPr>
          <a:xfrm>
            <a:off x="598488" y="1356388"/>
            <a:ext cx="2692661" cy="4466325"/>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rtlCol="0" anchor="ctr"/>
          <a:lstStyle/>
          <a:p>
            <a:pPr algn="ctr"/>
            <a:r>
              <a:rPr lang="sv-SE" sz="1600">
                <a:cs typeface="Arial"/>
              </a:rPr>
              <a:t>Utvecklingen av AI </a:t>
            </a:r>
            <a:r>
              <a:rPr lang="sv-SE" sz="1600" err="1">
                <a:cs typeface="Arial"/>
              </a:rPr>
              <a:t>Search</a:t>
            </a:r>
            <a:r>
              <a:rPr lang="sv-SE" sz="1600">
                <a:cs typeface="Arial"/>
              </a:rPr>
              <a:t> går snabbt och nya krav sätts på Apoteket för att hänga med. Inte minst i innehållskapande där större krav finns på strukturerad och uppdaterat innehåll. </a:t>
            </a:r>
          </a:p>
          <a:p>
            <a:pPr algn="ctr"/>
            <a:endParaRPr lang="sv-SE" sz="1600">
              <a:cs typeface="Arial"/>
            </a:endParaRPr>
          </a:p>
          <a:p>
            <a:pPr algn="ctr"/>
            <a:r>
              <a:rPr lang="sv-SE" sz="1600">
                <a:cs typeface="Arial"/>
              </a:rPr>
              <a:t>För att möta behoven behöver Apoteket accelerera användningen av AI internt. Vi ser redan nu att konkurrenter har börjat integrera detta i sina plattformar, bland annat Apohem.se</a:t>
            </a:r>
            <a:endParaRPr lang="sv-SE" sz="1600"/>
          </a:p>
          <a:p>
            <a:pPr algn="ctr"/>
            <a:r>
              <a:rPr lang="sv-SE"/>
              <a:t> </a:t>
            </a:r>
            <a:endParaRPr lang="sv-SE">
              <a:cs typeface="Arial"/>
            </a:endParaRPr>
          </a:p>
        </p:txBody>
      </p:sp>
      <p:pic>
        <p:nvPicPr>
          <p:cNvPr id="6" name="Bildobjekt 4" descr="En bild som visar text, visitkort, skärmbild, cirkel&#10;&#10;AI-genererat innehåll kan vara felaktigt.">
            <a:extLst>
              <a:ext uri="{FF2B5EF4-FFF2-40B4-BE49-F238E27FC236}">
                <a16:creationId xmlns:a16="http://schemas.microsoft.com/office/drawing/2014/main" id="{1485C6C0-8596-2448-8B71-22FC12A12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7071" y="457967"/>
            <a:ext cx="5198507" cy="2905587"/>
          </a:xfrm>
          <a:prstGeom prst="rect">
            <a:avLst/>
          </a:prstGeom>
        </p:spPr>
      </p:pic>
      <p:pic>
        <p:nvPicPr>
          <p:cNvPr id="2" name="Picture 1" descr="A black and white text&#10;&#10;AI-generated content may be incorrect.">
            <a:extLst>
              <a:ext uri="{FF2B5EF4-FFF2-40B4-BE49-F238E27FC236}">
                <a16:creationId xmlns:a16="http://schemas.microsoft.com/office/drawing/2014/main" id="{A2C75318-0A2D-FD63-9F9E-AB31E7BED65E}"/>
              </a:ext>
            </a:extLst>
          </p:cNvPr>
          <p:cNvPicPr>
            <a:picLocks noChangeAspect="1"/>
          </p:cNvPicPr>
          <p:nvPr/>
        </p:nvPicPr>
        <p:blipFill>
          <a:blip r:embed="rId3"/>
          <a:stretch>
            <a:fillRect/>
          </a:stretch>
        </p:blipFill>
        <p:spPr>
          <a:xfrm>
            <a:off x="3485602" y="3363533"/>
            <a:ext cx="6309851" cy="3067665"/>
          </a:xfrm>
          <a:prstGeom prst="rect">
            <a:avLst/>
          </a:prstGeom>
        </p:spPr>
      </p:pic>
    </p:spTree>
    <p:extLst>
      <p:ext uri="{BB962C8B-B14F-4D97-AF65-F5344CB8AC3E}">
        <p14:creationId xmlns:p14="http://schemas.microsoft.com/office/powerpoint/2010/main" val="4088941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13F61-3B15-489F-FE8B-D654DAE6B695}"/>
            </a:ext>
          </a:extLst>
        </p:cNvPr>
        <p:cNvGrpSpPr/>
        <p:nvPr/>
      </p:nvGrpSpPr>
      <p:grpSpPr>
        <a:xfrm>
          <a:off x="0" y="0"/>
          <a:ext cx="0" cy="0"/>
          <a:chOff x="0" y="0"/>
          <a:chExt cx="0" cy="0"/>
        </a:xfrm>
      </p:grpSpPr>
      <p:sp>
        <p:nvSpPr>
          <p:cNvPr id="3" name="Rubrik 2">
            <a:extLst>
              <a:ext uri="{FF2B5EF4-FFF2-40B4-BE49-F238E27FC236}">
                <a16:creationId xmlns:a16="http://schemas.microsoft.com/office/drawing/2014/main" id="{DB7AD30B-5179-3085-750F-EE47A682B1F0}"/>
              </a:ext>
            </a:extLst>
          </p:cNvPr>
          <p:cNvSpPr>
            <a:spLocks noGrp="1"/>
          </p:cNvSpPr>
          <p:nvPr>
            <p:ph type="title"/>
          </p:nvPr>
        </p:nvSpPr>
        <p:spPr/>
        <p:txBody>
          <a:bodyPr/>
          <a:lstStyle/>
          <a:p>
            <a:r>
              <a:rPr lang="sv-SE" dirty="0"/>
              <a:t>Nuläge: Innehåll </a:t>
            </a:r>
          </a:p>
        </p:txBody>
      </p:sp>
      <p:sp>
        <p:nvSpPr>
          <p:cNvPr id="10" name="Platshållare för innehåll 1">
            <a:extLst>
              <a:ext uri="{FF2B5EF4-FFF2-40B4-BE49-F238E27FC236}">
                <a16:creationId xmlns:a16="http://schemas.microsoft.com/office/drawing/2014/main" id="{7211A7E3-05FB-BE8F-6CC5-9330663452E8}"/>
              </a:ext>
            </a:extLst>
          </p:cNvPr>
          <p:cNvSpPr txBox="1">
            <a:spLocks/>
          </p:cNvSpPr>
          <p:nvPr/>
        </p:nvSpPr>
        <p:spPr>
          <a:xfrm>
            <a:off x="1135742" y="1375881"/>
            <a:ext cx="3196177" cy="810378"/>
          </a:xfrm>
          <a:prstGeom prst="rect">
            <a:avLst/>
          </a:prstGeom>
        </p:spPr>
        <p:txBody>
          <a:bodyPr vert="horz" lIns="0" tIns="45720" rIns="0" bIns="45720" rtlCol="0" anchor="t">
            <a:normAutofit/>
          </a:bodyPr>
          <a:lst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sv-SE">
                <a:solidFill>
                  <a:schemeClr val="bg1"/>
                </a:solidFill>
              </a:rPr>
              <a:t>PHD genomför en mätning i potential av ökning i synlighet i vardera kategori.</a:t>
            </a:r>
            <a:endParaRPr lang="sv-SE">
              <a:solidFill>
                <a:schemeClr val="bg1"/>
              </a:solidFill>
              <a:cs typeface="Arial"/>
            </a:endParaRPr>
          </a:p>
          <a:p>
            <a:pPr marL="227965" indent="-227965" algn="ctr"/>
            <a:endParaRPr lang="sv-SE">
              <a:solidFill>
                <a:schemeClr val="bg1"/>
              </a:solidFill>
              <a:cs typeface="Arial"/>
            </a:endParaRPr>
          </a:p>
        </p:txBody>
      </p:sp>
      <p:sp>
        <p:nvSpPr>
          <p:cNvPr id="7" name="Rektangel 6">
            <a:extLst>
              <a:ext uri="{FF2B5EF4-FFF2-40B4-BE49-F238E27FC236}">
                <a16:creationId xmlns:a16="http://schemas.microsoft.com/office/drawing/2014/main" id="{154A73D3-DB5E-3F9D-D1D9-D650C25F0BA2}"/>
              </a:ext>
            </a:extLst>
          </p:cNvPr>
          <p:cNvSpPr/>
          <p:nvPr/>
        </p:nvSpPr>
        <p:spPr>
          <a:xfrm>
            <a:off x="605544" y="1056394"/>
            <a:ext cx="9752847" cy="4801480"/>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rtlCol="0" anchor="ctr"/>
          <a:lstStyle/>
          <a:p>
            <a:pPr algn="ctr"/>
            <a:r>
              <a:rPr lang="sv-SE">
                <a:cs typeface="Arial"/>
              </a:rPr>
              <a:t>I dagsläget ser </a:t>
            </a:r>
            <a:r>
              <a:rPr lang="sv-SE" err="1">
                <a:cs typeface="Arial"/>
              </a:rPr>
              <a:t>Content</a:t>
            </a:r>
            <a:r>
              <a:rPr lang="sv-SE">
                <a:cs typeface="Arial"/>
              </a:rPr>
              <a:t> Teamets processer ut som följande:</a:t>
            </a:r>
            <a:br>
              <a:rPr lang="sv-SE">
                <a:cs typeface="Arial"/>
              </a:rPr>
            </a:br>
            <a:endParaRPr lang="sv-SE">
              <a:cs typeface="Arial"/>
            </a:endParaRPr>
          </a:p>
          <a:p>
            <a:pPr marL="285750" indent="-285750" algn="ctr">
              <a:buFont typeface="Arial"/>
              <a:buChar char="•"/>
            </a:pPr>
            <a:r>
              <a:rPr lang="sv-SE" sz="1500">
                <a:cs typeface="Arial"/>
              </a:rPr>
              <a:t>4 redaktörer som har olika ansvarsområden där vi täcker kampanjuppsättning, rådgivande artiklar, välutformad produktberikning, säljande inspirationssidor samt </a:t>
            </a:r>
            <a:r>
              <a:rPr lang="sv-SE" sz="1500" err="1">
                <a:cs typeface="Arial"/>
              </a:rPr>
              <a:t>varumärkesbyggande</a:t>
            </a:r>
            <a:r>
              <a:rPr lang="sv-SE" sz="1500">
                <a:cs typeface="Arial"/>
              </a:rPr>
              <a:t> initiativ. </a:t>
            </a:r>
            <a:br>
              <a:rPr lang="sv-SE" sz="1500">
                <a:cs typeface="Arial"/>
              </a:rPr>
            </a:br>
            <a:endParaRPr lang="sv-SE" sz="1500">
              <a:cs typeface="Arial"/>
            </a:endParaRPr>
          </a:p>
          <a:p>
            <a:pPr marL="285750" indent="-285750" algn="ctr">
              <a:buFont typeface="Arial"/>
              <a:buChar char="•"/>
            </a:pPr>
            <a:r>
              <a:rPr lang="sv-SE" sz="1500">
                <a:cs typeface="Arial"/>
              </a:rPr>
              <a:t>Samtliga redaktörer använder </a:t>
            </a:r>
            <a:r>
              <a:rPr lang="sv-SE" sz="1500" err="1">
                <a:cs typeface="Arial"/>
              </a:rPr>
              <a:t>Optimizely</a:t>
            </a:r>
            <a:r>
              <a:rPr lang="sv-SE" sz="1500">
                <a:cs typeface="Arial"/>
              </a:rPr>
              <a:t> CMS12 som publiceringsplattform = Apoteket.se</a:t>
            </a:r>
            <a:br>
              <a:rPr lang="sv-SE" sz="1500">
                <a:cs typeface="Arial"/>
              </a:rPr>
            </a:br>
            <a:endParaRPr lang="sv-SE" sz="1500">
              <a:cs typeface="Arial"/>
            </a:endParaRPr>
          </a:p>
          <a:p>
            <a:pPr marL="285750" indent="-285750" algn="ctr">
              <a:buFont typeface="Arial"/>
              <a:buChar char="•"/>
            </a:pPr>
            <a:r>
              <a:rPr lang="sv-SE" sz="1500">
                <a:cs typeface="Arial"/>
              </a:rPr>
              <a:t>Allt innehåll som skapas/optimeras är datadrivet utifrån insikter via våra verktyg </a:t>
            </a:r>
            <a:r>
              <a:rPr lang="sv-SE" sz="1500" err="1">
                <a:cs typeface="Arial"/>
              </a:rPr>
              <a:t>Semrush</a:t>
            </a:r>
            <a:r>
              <a:rPr lang="sv-SE" sz="1500">
                <a:cs typeface="Arial"/>
              </a:rPr>
              <a:t> och </a:t>
            </a:r>
            <a:r>
              <a:rPr lang="sv-SE" sz="1500" err="1">
                <a:cs typeface="Arial"/>
              </a:rPr>
              <a:t>BrightEdge</a:t>
            </a:r>
            <a:r>
              <a:rPr lang="sv-SE" sz="1500">
                <a:cs typeface="Arial"/>
              </a:rPr>
              <a:t> som tillhandahåller analyser och rekommendationer utifrån ett SEO-perspektiv. Dem bidrar även med innehållsassistenter samt Crawl-funktionalitet som stöttar i både redaktionell samt teknisk SEO. Alla information vi får justeras manuellt av redaktörerna, inget sker automatiskt via tekniska uppsättningar.</a:t>
            </a:r>
            <a:br>
              <a:rPr lang="sv-SE" sz="1500">
                <a:cs typeface="Arial"/>
              </a:rPr>
            </a:br>
            <a:endParaRPr lang="sv-SE" sz="1500">
              <a:cs typeface="Arial"/>
            </a:endParaRPr>
          </a:p>
          <a:p>
            <a:pPr marL="285750" indent="-285750" algn="ctr">
              <a:buFont typeface="Arial"/>
              <a:buChar char="•"/>
            </a:pPr>
            <a:r>
              <a:rPr lang="sv-SE" sz="1500">
                <a:cs typeface="Arial"/>
              </a:rPr>
              <a:t>För att följa upp innehållet som ligger uppe på Apoteket.se bidrar </a:t>
            </a:r>
            <a:r>
              <a:rPr lang="sv-SE" sz="1500" err="1">
                <a:cs typeface="Arial"/>
              </a:rPr>
              <a:t>ContentSquare</a:t>
            </a:r>
            <a:r>
              <a:rPr lang="sv-SE" sz="1500">
                <a:cs typeface="Arial"/>
              </a:rPr>
              <a:t> med adderat underlag kopplat till kundresa / användarbeteende. Data som vi sedan agerar på genom att ändra position på innehåll, byta ut bilder, ändra copy etc. Även här görs alla justeringar manuellt av redaktörerna.</a:t>
            </a:r>
            <a:br>
              <a:rPr lang="sv-SE" sz="1500">
                <a:cs typeface="Arial"/>
              </a:rPr>
            </a:br>
            <a:endParaRPr lang="sv-SE" sz="1500">
              <a:cs typeface="Arial"/>
            </a:endParaRPr>
          </a:p>
          <a:p>
            <a:pPr marL="285750" indent="-285750" algn="ctr">
              <a:buFont typeface="Arial"/>
              <a:buChar char="•"/>
            </a:pPr>
            <a:r>
              <a:rPr lang="sv-SE" sz="1500">
                <a:cs typeface="Arial"/>
              </a:rPr>
              <a:t>För att stötta i redaktionell och teknisk SEO samt expertrekommendationer vid IT-releaser (som kan och har påverkat organisk trafik tidigare) tar vi hjälp av vår byrå som vi har tätt samarbete med idag. </a:t>
            </a:r>
          </a:p>
        </p:txBody>
      </p:sp>
    </p:spTree>
    <p:extLst>
      <p:ext uri="{BB962C8B-B14F-4D97-AF65-F5344CB8AC3E}">
        <p14:creationId xmlns:p14="http://schemas.microsoft.com/office/powerpoint/2010/main" val="4269839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innehåll 1">
            <a:extLst>
              <a:ext uri="{FF2B5EF4-FFF2-40B4-BE49-F238E27FC236}">
                <a16:creationId xmlns:a16="http://schemas.microsoft.com/office/drawing/2014/main" id="{77DF1863-3697-2A51-DDAF-6738C551CD4C}"/>
              </a:ext>
            </a:extLst>
          </p:cNvPr>
          <p:cNvSpPr>
            <a:spLocks noGrp="1"/>
          </p:cNvSpPr>
          <p:nvPr>
            <p:ph idx="1"/>
          </p:nvPr>
        </p:nvSpPr>
        <p:spPr/>
        <p:txBody>
          <a:bodyPr/>
          <a:lstStyle/>
          <a:p>
            <a:endParaRPr lang="sv-SE"/>
          </a:p>
        </p:txBody>
      </p:sp>
      <p:sp>
        <p:nvSpPr>
          <p:cNvPr id="3" name="Rubrik 2">
            <a:extLst>
              <a:ext uri="{FF2B5EF4-FFF2-40B4-BE49-F238E27FC236}">
                <a16:creationId xmlns:a16="http://schemas.microsoft.com/office/drawing/2014/main" id="{1F3AFF16-4275-5EE0-563B-76C40D2B35DB}"/>
              </a:ext>
            </a:extLst>
          </p:cNvPr>
          <p:cNvSpPr>
            <a:spLocks noGrp="1"/>
          </p:cNvSpPr>
          <p:nvPr>
            <p:ph type="title"/>
          </p:nvPr>
        </p:nvSpPr>
        <p:spPr/>
        <p:txBody>
          <a:bodyPr/>
          <a:lstStyle/>
          <a:p>
            <a:r>
              <a:rPr lang="sv-SE" dirty="0"/>
              <a:t>Option A Externt: </a:t>
            </a:r>
            <a:r>
              <a:rPr lang="sv-SE" dirty="0" err="1"/>
              <a:t>One</a:t>
            </a:r>
            <a:r>
              <a:rPr lang="sv-SE" dirty="0"/>
              <a:t>-stop-shop</a:t>
            </a:r>
          </a:p>
        </p:txBody>
      </p:sp>
      <p:sp>
        <p:nvSpPr>
          <p:cNvPr id="4" name="Platshållare för text 3">
            <a:extLst>
              <a:ext uri="{FF2B5EF4-FFF2-40B4-BE49-F238E27FC236}">
                <a16:creationId xmlns:a16="http://schemas.microsoft.com/office/drawing/2014/main" id="{F080F9E9-944E-9A65-18C9-2EF14C53EE34}"/>
              </a:ext>
            </a:extLst>
          </p:cNvPr>
          <p:cNvSpPr>
            <a:spLocks noGrp="1"/>
          </p:cNvSpPr>
          <p:nvPr>
            <p:ph type="body" sz="quarter" idx="12"/>
          </p:nvPr>
        </p:nvSpPr>
        <p:spPr/>
        <p:txBody>
          <a:bodyPr/>
          <a:lstStyle/>
          <a:p>
            <a:endParaRPr lang="sv-SE"/>
          </a:p>
        </p:txBody>
      </p:sp>
      <p:sp>
        <p:nvSpPr>
          <p:cNvPr id="5" name="Platshållare för text 4">
            <a:extLst>
              <a:ext uri="{FF2B5EF4-FFF2-40B4-BE49-F238E27FC236}">
                <a16:creationId xmlns:a16="http://schemas.microsoft.com/office/drawing/2014/main" id="{028C0AD4-7D09-C05C-514C-26B3C8EDA2CD}"/>
              </a:ext>
            </a:extLst>
          </p:cNvPr>
          <p:cNvSpPr>
            <a:spLocks noGrp="1"/>
          </p:cNvSpPr>
          <p:nvPr>
            <p:ph type="body" sz="quarter" idx="20"/>
          </p:nvPr>
        </p:nvSpPr>
        <p:spPr/>
        <p:txBody>
          <a:bodyPr/>
          <a:lstStyle/>
          <a:p>
            <a:endParaRPr lang="sv-SE"/>
          </a:p>
        </p:txBody>
      </p:sp>
      <p:sp>
        <p:nvSpPr>
          <p:cNvPr id="6" name="Platshållare för text 5">
            <a:extLst>
              <a:ext uri="{FF2B5EF4-FFF2-40B4-BE49-F238E27FC236}">
                <a16:creationId xmlns:a16="http://schemas.microsoft.com/office/drawing/2014/main" id="{BEF2653F-19C5-CB0C-2BFC-E3475941672C}"/>
              </a:ext>
            </a:extLst>
          </p:cNvPr>
          <p:cNvSpPr>
            <a:spLocks noGrp="1"/>
          </p:cNvSpPr>
          <p:nvPr>
            <p:ph type="body" sz="quarter" idx="16"/>
          </p:nvPr>
        </p:nvSpPr>
        <p:spPr/>
        <p:txBody>
          <a:bodyPr/>
          <a:lstStyle/>
          <a:p>
            <a:endParaRPr lang="sv-SE"/>
          </a:p>
        </p:txBody>
      </p:sp>
      <p:pic>
        <p:nvPicPr>
          <p:cNvPr id="8" name="Bildobjekt 7">
            <a:extLst>
              <a:ext uri="{FF2B5EF4-FFF2-40B4-BE49-F238E27FC236}">
                <a16:creationId xmlns:a16="http://schemas.microsoft.com/office/drawing/2014/main" id="{D5D82A8A-949C-3FA3-2C61-DCFB3263E9AF}"/>
              </a:ext>
            </a:extLst>
          </p:cNvPr>
          <p:cNvPicPr>
            <a:picLocks noChangeAspect="1"/>
          </p:cNvPicPr>
          <p:nvPr/>
        </p:nvPicPr>
        <p:blipFill>
          <a:blip r:embed="rId2"/>
          <a:stretch>
            <a:fillRect/>
          </a:stretch>
        </p:blipFill>
        <p:spPr>
          <a:xfrm>
            <a:off x="1143000" y="1248614"/>
            <a:ext cx="8658226" cy="5557599"/>
          </a:xfrm>
          <a:prstGeom prst="rect">
            <a:avLst/>
          </a:prstGeom>
        </p:spPr>
      </p:pic>
      <p:sp>
        <p:nvSpPr>
          <p:cNvPr id="9" name="Rektangel 8">
            <a:extLst>
              <a:ext uri="{FF2B5EF4-FFF2-40B4-BE49-F238E27FC236}">
                <a16:creationId xmlns:a16="http://schemas.microsoft.com/office/drawing/2014/main" id="{9BD2E21C-8310-ADBD-8836-9EBDDA0AC345}"/>
              </a:ext>
            </a:extLst>
          </p:cNvPr>
          <p:cNvSpPr/>
          <p:nvPr/>
        </p:nvSpPr>
        <p:spPr>
          <a:xfrm>
            <a:off x="2114550" y="6121409"/>
            <a:ext cx="1228725" cy="814984"/>
          </a:xfrm>
          <a:prstGeom prst="rect">
            <a:avLst/>
          </a:prstGeom>
          <a:noFill/>
          <a:ln w="5715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3991328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latshållare för innehåll 7">
            <a:extLst>
              <a:ext uri="{FF2B5EF4-FFF2-40B4-BE49-F238E27FC236}">
                <a16:creationId xmlns:a16="http://schemas.microsoft.com/office/drawing/2014/main" id="{155C9B35-747F-8D0D-7F9C-2F1318F4C460}"/>
              </a:ext>
            </a:extLst>
          </p:cNvPr>
          <p:cNvPicPr>
            <a:picLocks noGrp="1" noChangeAspect="1"/>
          </p:cNvPicPr>
          <p:nvPr>
            <p:ph idx="1"/>
          </p:nvPr>
        </p:nvPicPr>
        <p:blipFill>
          <a:blip r:embed="rId2"/>
          <a:stretch>
            <a:fillRect/>
          </a:stretch>
        </p:blipFill>
        <p:spPr>
          <a:xfrm>
            <a:off x="8138744" y="1312808"/>
            <a:ext cx="3240667" cy="3422218"/>
          </a:xfrm>
        </p:spPr>
      </p:pic>
      <p:sp>
        <p:nvSpPr>
          <p:cNvPr id="3" name="Rubrik 2">
            <a:extLst>
              <a:ext uri="{FF2B5EF4-FFF2-40B4-BE49-F238E27FC236}">
                <a16:creationId xmlns:a16="http://schemas.microsoft.com/office/drawing/2014/main" id="{4D051C1F-0D47-0C98-44EE-FAC6A55975C2}"/>
              </a:ext>
            </a:extLst>
          </p:cNvPr>
          <p:cNvSpPr>
            <a:spLocks noGrp="1"/>
          </p:cNvSpPr>
          <p:nvPr>
            <p:ph type="title"/>
          </p:nvPr>
        </p:nvSpPr>
        <p:spPr/>
        <p:txBody>
          <a:bodyPr/>
          <a:lstStyle/>
          <a:p>
            <a:r>
              <a:rPr lang="sv-SE" dirty="0"/>
              <a:t>Option B: </a:t>
            </a:r>
            <a:r>
              <a:rPr lang="sv-SE" dirty="0" err="1"/>
              <a:t>SaaS</a:t>
            </a:r>
            <a:r>
              <a:rPr lang="sv-SE" dirty="0"/>
              <a:t>-lösningar </a:t>
            </a:r>
            <a:br>
              <a:rPr lang="sv-SE" dirty="0"/>
            </a:br>
            <a:r>
              <a:rPr lang="sv-SE" sz="1400" dirty="0"/>
              <a:t>(As-is + manuellt)</a:t>
            </a:r>
            <a:endParaRPr lang="sv-SE" dirty="0"/>
          </a:p>
        </p:txBody>
      </p:sp>
      <p:sp>
        <p:nvSpPr>
          <p:cNvPr id="4" name="Platshållare för text 3">
            <a:extLst>
              <a:ext uri="{FF2B5EF4-FFF2-40B4-BE49-F238E27FC236}">
                <a16:creationId xmlns:a16="http://schemas.microsoft.com/office/drawing/2014/main" id="{3BF90F14-BFC3-2917-B17F-68A1B39972EA}"/>
              </a:ext>
            </a:extLst>
          </p:cNvPr>
          <p:cNvSpPr>
            <a:spLocks noGrp="1"/>
          </p:cNvSpPr>
          <p:nvPr>
            <p:ph type="body" sz="quarter" idx="20"/>
          </p:nvPr>
        </p:nvSpPr>
        <p:spPr>
          <a:xfrm>
            <a:off x="9682878" y="-432097"/>
            <a:ext cx="2302673" cy="155286"/>
          </a:xfrm>
        </p:spPr>
        <p:txBody>
          <a:bodyPr/>
          <a:lstStyle/>
          <a:p>
            <a:endParaRPr lang="sv-SE"/>
          </a:p>
        </p:txBody>
      </p:sp>
      <p:sp>
        <p:nvSpPr>
          <p:cNvPr id="5" name="Platshållare för text 4">
            <a:extLst>
              <a:ext uri="{FF2B5EF4-FFF2-40B4-BE49-F238E27FC236}">
                <a16:creationId xmlns:a16="http://schemas.microsoft.com/office/drawing/2014/main" id="{075D95F1-E690-58CD-9D59-2CA65606A967}"/>
              </a:ext>
            </a:extLst>
          </p:cNvPr>
          <p:cNvSpPr>
            <a:spLocks noGrp="1"/>
          </p:cNvSpPr>
          <p:nvPr>
            <p:ph type="body" sz="quarter" idx="12"/>
          </p:nvPr>
        </p:nvSpPr>
        <p:spPr/>
        <p:txBody>
          <a:bodyPr/>
          <a:lstStyle/>
          <a:p>
            <a:endParaRPr lang="sv-SE"/>
          </a:p>
        </p:txBody>
      </p:sp>
      <p:pic>
        <p:nvPicPr>
          <p:cNvPr id="6" name="Bildobjekt 5">
            <a:extLst>
              <a:ext uri="{FF2B5EF4-FFF2-40B4-BE49-F238E27FC236}">
                <a16:creationId xmlns:a16="http://schemas.microsoft.com/office/drawing/2014/main" id="{7B288113-6CBB-6153-2029-2C680253F793}"/>
              </a:ext>
            </a:extLst>
          </p:cNvPr>
          <p:cNvPicPr>
            <a:picLocks noChangeAspect="1"/>
          </p:cNvPicPr>
          <p:nvPr/>
        </p:nvPicPr>
        <p:blipFill>
          <a:blip r:embed="rId3"/>
          <a:stretch>
            <a:fillRect/>
          </a:stretch>
        </p:blipFill>
        <p:spPr>
          <a:xfrm>
            <a:off x="812589" y="1001340"/>
            <a:ext cx="6969003" cy="3733686"/>
          </a:xfrm>
          <a:prstGeom prst="rect">
            <a:avLst/>
          </a:prstGeom>
        </p:spPr>
      </p:pic>
      <p:pic>
        <p:nvPicPr>
          <p:cNvPr id="9" name="object 52">
            <a:extLst>
              <a:ext uri="{FF2B5EF4-FFF2-40B4-BE49-F238E27FC236}">
                <a16:creationId xmlns:a16="http://schemas.microsoft.com/office/drawing/2014/main" id="{3E4FBDEA-5110-1EE5-50D6-75277C796D92}"/>
              </a:ext>
            </a:extLst>
          </p:cNvPr>
          <p:cNvPicPr/>
          <p:nvPr/>
        </p:nvPicPr>
        <p:blipFill>
          <a:blip r:embed="rId4" cstate="print"/>
          <a:stretch>
            <a:fillRect/>
          </a:stretch>
        </p:blipFill>
        <p:spPr>
          <a:xfrm>
            <a:off x="4558620" y="1058638"/>
            <a:ext cx="2361946" cy="376758"/>
          </a:xfrm>
          <a:prstGeom prst="rect">
            <a:avLst/>
          </a:prstGeom>
        </p:spPr>
      </p:pic>
      <p:sp>
        <p:nvSpPr>
          <p:cNvPr id="2" name="textruta 1">
            <a:extLst>
              <a:ext uri="{FF2B5EF4-FFF2-40B4-BE49-F238E27FC236}">
                <a16:creationId xmlns:a16="http://schemas.microsoft.com/office/drawing/2014/main" id="{784BD332-4090-F4B4-347F-FC63656164AE}"/>
              </a:ext>
            </a:extLst>
          </p:cNvPr>
          <p:cNvSpPr txBox="1"/>
          <p:nvPr/>
        </p:nvSpPr>
        <p:spPr>
          <a:xfrm>
            <a:off x="7029450" y="244449"/>
            <a:ext cx="5748991" cy="409575"/>
          </a:xfrm>
          <a:prstGeom prst="rect">
            <a:avLst/>
          </a:prstGeom>
          <a:noFill/>
        </p:spPr>
        <p:txBody>
          <a:bodyPr wrap="square" lIns="0" rIns="0" rtlCol="0" anchor="ctr">
            <a:noAutofit/>
          </a:bodyPr>
          <a:lstStyle/>
          <a:p>
            <a:pPr algn="ctr"/>
            <a:r>
              <a:rPr lang="sv-SE" dirty="0">
                <a:highlight>
                  <a:srgbClr val="FFFF00"/>
                </a:highlight>
              </a:rPr>
              <a:t>Apotekets nuvarande strategi</a:t>
            </a:r>
          </a:p>
        </p:txBody>
      </p:sp>
      <p:pic>
        <p:nvPicPr>
          <p:cNvPr id="7" name="Bildobjekt 6">
            <a:extLst>
              <a:ext uri="{FF2B5EF4-FFF2-40B4-BE49-F238E27FC236}">
                <a16:creationId xmlns:a16="http://schemas.microsoft.com/office/drawing/2014/main" id="{7EBDA61A-DE01-4D01-89B2-631F763938AC}"/>
              </a:ext>
            </a:extLst>
          </p:cNvPr>
          <p:cNvPicPr>
            <a:picLocks noChangeAspect="1"/>
          </p:cNvPicPr>
          <p:nvPr/>
        </p:nvPicPr>
        <p:blipFill>
          <a:blip r:embed="rId5"/>
          <a:stretch>
            <a:fillRect/>
          </a:stretch>
        </p:blipFill>
        <p:spPr>
          <a:xfrm>
            <a:off x="3096696" y="3154255"/>
            <a:ext cx="6233013" cy="3230586"/>
          </a:xfrm>
          <a:prstGeom prst="rect">
            <a:avLst/>
          </a:prstGeom>
        </p:spPr>
      </p:pic>
      <p:sp>
        <p:nvSpPr>
          <p:cNvPr id="11" name="AutoShape 4" descr="Image result for brightedge">
            <a:extLst>
              <a:ext uri="{FF2B5EF4-FFF2-40B4-BE49-F238E27FC236}">
                <a16:creationId xmlns:a16="http://schemas.microsoft.com/office/drawing/2014/main" id="{AA334650-7E45-9ACE-8B08-7289AB734E9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pic>
        <p:nvPicPr>
          <p:cNvPr id="13" name="Bildobjekt 12">
            <a:extLst>
              <a:ext uri="{FF2B5EF4-FFF2-40B4-BE49-F238E27FC236}">
                <a16:creationId xmlns:a16="http://schemas.microsoft.com/office/drawing/2014/main" id="{A201D5E9-8330-F6FE-B646-E767F22DC547}"/>
              </a:ext>
            </a:extLst>
          </p:cNvPr>
          <p:cNvPicPr>
            <a:picLocks noChangeAspect="1"/>
          </p:cNvPicPr>
          <p:nvPr/>
        </p:nvPicPr>
        <p:blipFill>
          <a:blip r:embed="rId6"/>
          <a:stretch>
            <a:fillRect/>
          </a:stretch>
        </p:blipFill>
        <p:spPr>
          <a:xfrm>
            <a:off x="7029450" y="3309886"/>
            <a:ext cx="1463394" cy="238227"/>
          </a:xfrm>
          <a:prstGeom prst="rect">
            <a:avLst/>
          </a:prstGeom>
        </p:spPr>
      </p:pic>
    </p:spTree>
    <p:extLst>
      <p:ext uri="{BB962C8B-B14F-4D97-AF65-F5344CB8AC3E}">
        <p14:creationId xmlns:p14="http://schemas.microsoft.com/office/powerpoint/2010/main" val="2359212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4D051C1F-0D47-0C98-44EE-FAC6A55975C2}"/>
              </a:ext>
            </a:extLst>
          </p:cNvPr>
          <p:cNvSpPr>
            <a:spLocks noGrp="1"/>
          </p:cNvSpPr>
          <p:nvPr>
            <p:ph type="title"/>
          </p:nvPr>
        </p:nvSpPr>
        <p:spPr/>
        <p:txBody>
          <a:bodyPr/>
          <a:lstStyle/>
          <a:p>
            <a:r>
              <a:rPr lang="sv-SE" dirty="0"/>
              <a:t>Option C: Hybrid </a:t>
            </a:r>
            <a:r>
              <a:rPr lang="sv-SE" dirty="0" err="1"/>
              <a:t>SaaS</a:t>
            </a:r>
            <a:r>
              <a:rPr lang="sv-SE" dirty="0"/>
              <a:t>-lösningar fort. + Automation</a:t>
            </a:r>
            <a:br>
              <a:rPr lang="sv-SE" dirty="0"/>
            </a:br>
            <a:r>
              <a:rPr lang="sv-SE" sz="1600" dirty="0"/>
              <a:t>(</a:t>
            </a:r>
            <a:r>
              <a:rPr lang="sv-SE" sz="1600" dirty="0" err="1"/>
              <a:t>Retrieve</a:t>
            </a:r>
            <a:r>
              <a:rPr lang="sv-SE" sz="1600" dirty="0"/>
              <a:t> – </a:t>
            </a:r>
            <a:r>
              <a:rPr lang="sv-SE" sz="1600" dirty="0" err="1"/>
              <a:t>Build</a:t>
            </a:r>
            <a:r>
              <a:rPr lang="sv-SE" sz="1600" dirty="0"/>
              <a:t> – Semi-automation (Hybrid) </a:t>
            </a:r>
            <a:endParaRPr lang="sv-SE" dirty="0"/>
          </a:p>
        </p:txBody>
      </p:sp>
      <p:sp>
        <p:nvSpPr>
          <p:cNvPr id="4" name="Platshållare för text 3">
            <a:extLst>
              <a:ext uri="{FF2B5EF4-FFF2-40B4-BE49-F238E27FC236}">
                <a16:creationId xmlns:a16="http://schemas.microsoft.com/office/drawing/2014/main" id="{3BF90F14-BFC3-2917-B17F-68A1B39972EA}"/>
              </a:ext>
            </a:extLst>
          </p:cNvPr>
          <p:cNvSpPr>
            <a:spLocks noGrp="1"/>
          </p:cNvSpPr>
          <p:nvPr>
            <p:ph type="body" sz="quarter" idx="20"/>
          </p:nvPr>
        </p:nvSpPr>
        <p:spPr>
          <a:xfrm>
            <a:off x="9682878" y="-432097"/>
            <a:ext cx="2302673" cy="155286"/>
          </a:xfrm>
        </p:spPr>
        <p:txBody>
          <a:bodyPr/>
          <a:lstStyle/>
          <a:p>
            <a:endParaRPr lang="sv-SE"/>
          </a:p>
        </p:txBody>
      </p:sp>
      <p:sp>
        <p:nvSpPr>
          <p:cNvPr id="5" name="Platshållare för text 4">
            <a:extLst>
              <a:ext uri="{FF2B5EF4-FFF2-40B4-BE49-F238E27FC236}">
                <a16:creationId xmlns:a16="http://schemas.microsoft.com/office/drawing/2014/main" id="{075D95F1-E690-58CD-9D59-2CA65606A967}"/>
              </a:ext>
            </a:extLst>
          </p:cNvPr>
          <p:cNvSpPr>
            <a:spLocks noGrp="1"/>
          </p:cNvSpPr>
          <p:nvPr>
            <p:ph type="body" sz="quarter" idx="12"/>
          </p:nvPr>
        </p:nvSpPr>
        <p:spPr>
          <a:xfrm>
            <a:off x="682625" y="6211216"/>
            <a:ext cx="6295091" cy="231775"/>
          </a:xfrm>
        </p:spPr>
        <p:txBody>
          <a:bodyPr/>
          <a:lstStyle/>
          <a:p>
            <a:endParaRPr lang="sv-SE"/>
          </a:p>
        </p:txBody>
      </p:sp>
      <p:sp>
        <p:nvSpPr>
          <p:cNvPr id="7" name="Platshållare för innehåll 6">
            <a:extLst>
              <a:ext uri="{FF2B5EF4-FFF2-40B4-BE49-F238E27FC236}">
                <a16:creationId xmlns:a16="http://schemas.microsoft.com/office/drawing/2014/main" id="{9772281D-5E5A-9597-160D-B5EE5D94EA79}"/>
              </a:ext>
            </a:extLst>
          </p:cNvPr>
          <p:cNvSpPr>
            <a:spLocks noGrp="1"/>
          </p:cNvSpPr>
          <p:nvPr>
            <p:ph idx="1"/>
          </p:nvPr>
        </p:nvSpPr>
        <p:spPr>
          <a:xfrm>
            <a:off x="655670" y="1320799"/>
            <a:ext cx="6078506" cy="4245387"/>
          </a:xfrm>
        </p:spPr>
        <p:txBody>
          <a:bodyPr/>
          <a:lstStyle/>
          <a:p>
            <a:r>
              <a:rPr lang="sv-SE" dirty="0"/>
              <a:t>AI (ML + Gen) </a:t>
            </a:r>
            <a:r>
              <a:rPr lang="sv-SE" dirty="0" err="1"/>
              <a:t>integrated</a:t>
            </a:r>
            <a:r>
              <a:rPr lang="sv-SE" dirty="0"/>
              <a:t> </a:t>
            </a:r>
            <a:r>
              <a:rPr lang="sv-SE" dirty="0" err="1"/>
              <a:t>workflows</a:t>
            </a:r>
            <a:r>
              <a:rPr lang="sv-SE" dirty="0"/>
              <a:t>.</a:t>
            </a:r>
          </a:p>
          <a:p>
            <a:pPr lvl="1">
              <a:buChar char="-"/>
            </a:pPr>
            <a:r>
              <a:rPr lang="en-US" dirty="0"/>
              <a:t>Create MCP servers so that the AI can ingest patterns, coding styles, docs to improve quality and automate </a:t>
            </a:r>
          </a:p>
          <a:p>
            <a:pPr lvl="1">
              <a:buChar char="-"/>
            </a:pPr>
            <a:r>
              <a:rPr lang="en-US" dirty="0"/>
              <a:t>Continue building prompt and instruction libraries for each intended output +  as well as getting started guides</a:t>
            </a:r>
          </a:p>
          <a:p>
            <a:pPr lvl="1">
              <a:buChar char="-"/>
            </a:pPr>
            <a:r>
              <a:rPr lang="en-US" dirty="0"/>
              <a:t>Suggest improvements and ability by human to approve changes in adjacent systems</a:t>
            </a:r>
          </a:p>
          <a:p>
            <a:endParaRPr lang="sv-SE" dirty="0"/>
          </a:p>
        </p:txBody>
      </p:sp>
      <p:pic>
        <p:nvPicPr>
          <p:cNvPr id="13" name="Bildobjekt 12">
            <a:extLst>
              <a:ext uri="{FF2B5EF4-FFF2-40B4-BE49-F238E27FC236}">
                <a16:creationId xmlns:a16="http://schemas.microsoft.com/office/drawing/2014/main" id="{9E9934BE-910E-E564-176C-DB3E639A1B07}"/>
              </a:ext>
            </a:extLst>
          </p:cNvPr>
          <p:cNvPicPr>
            <a:picLocks noChangeAspect="1"/>
          </p:cNvPicPr>
          <p:nvPr/>
        </p:nvPicPr>
        <p:blipFill>
          <a:blip r:embed="rId2"/>
          <a:stretch>
            <a:fillRect/>
          </a:stretch>
        </p:blipFill>
        <p:spPr>
          <a:xfrm>
            <a:off x="6593765" y="1226991"/>
            <a:ext cx="5298992" cy="2545290"/>
          </a:xfrm>
          <a:prstGeom prst="rect">
            <a:avLst/>
          </a:prstGeom>
        </p:spPr>
      </p:pic>
      <p:pic>
        <p:nvPicPr>
          <p:cNvPr id="6" name="Bildobjekt 5">
            <a:extLst>
              <a:ext uri="{FF2B5EF4-FFF2-40B4-BE49-F238E27FC236}">
                <a16:creationId xmlns:a16="http://schemas.microsoft.com/office/drawing/2014/main" id="{55019EAF-7A4A-F108-8424-05D520A76D1B}"/>
              </a:ext>
            </a:extLst>
          </p:cNvPr>
          <p:cNvPicPr>
            <a:picLocks noChangeAspect="1"/>
          </p:cNvPicPr>
          <p:nvPr/>
        </p:nvPicPr>
        <p:blipFill>
          <a:blip r:embed="rId3"/>
          <a:stretch>
            <a:fillRect/>
          </a:stretch>
        </p:blipFill>
        <p:spPr>
          <a:xfrm>
            <a:off x="475734" y="3348004"/>
            <a:ext cx="7392432" cy="2172003"/>
          </a:xfrm>
          <a:prstGeom prst="rect">
            <a:avLst/>
          </a:prstGeom>
        </p:spPr>
      </p:pic>
      <p:sp>
        <p:nvSpPr>
          <p:cNvPr id="8" name="Rektangel 7">
            <a:extLst>
              <a:ext uri="{FF2B5EF4-FFF2-40B4-BE49-F238E27FC236}">
                <a16:creationId xmlns:a16="http://schemas.microsoft.com/office/drawing/2014/main" id="{DCBB0349-A3AD-7E34-F868-A9EC1EEE0659}"/>
              </a:ext>
            </a:extLst>
          </p:cNvPr>
          <p:cNvSpPr/>
          <p:nvPr/>
        </p:nvSpPr>
        <p:spPr>
          <a:xfrm>
            <a:off x="475734" y="4434005"/>
            <a:ext cx="7706241" cy="1197004"/>
          </a:xfrm>
          <a:prstGeom prst="rect">
            <a:avLst/>
          </a:prstGeom>
          <a:noFill/>
          <a:ln w="38100">
            <a:solidFill>
              <a:srgbClr val="00B05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CD622E19-4326-504B-CBA8-274FF653D18D}"/>
              </a:ext>
            </a:extLst>
          </p:cNvPr>
          <p:cNvSpPr/>
          <p:nvPr/>
        </p:nvSpPr>
        <p:spPr>
          <a:xfrm>
            <a:off x="475733" y="3193343"/>
            <a:ext cx="7706241" cy="1197004"/>
          </a:xfrm>
          <a:prstGeom prst="rect">
            <a:avLst/>
          </a:prstGeom>
          <a:solidFill>
            <a:srgbClr val="B2B2B2">
              <a:alpha val="41176"/>
            </a:srgbClr>
          </a:solidFill>
          <a:ln w="3810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sv-SE"/>
          </a:p>
        </p:txBody>
      </p:sp>
      <p:pic>
        <p:nvPicPr>
          <p:cNvPr id="11" name="Bildobjekt 10">
            <a:extLst>
              <a:ext uri="{FF2B5EF4-FFF2-40B4-BE49-F238E27FC236}">
                <a16:creationId xmlns:a16="http://schemas.microsoft.com/office/drawing/2014/main" id="{8B82F67E-AFA6-C285-F86C-A46D046E97A7}"/>
              </a:ext>
            </a:extLst>
          </p:cNvPr>
          <p:cNvPicPr>
            <a:picLocks noChangeAspect="1"/>
          </p:cNvPicPr>
          <p:nvPr/>
        </p:nvPicPr>
        <p:blipFill>
          <a:blip r:embed="rId4"/>
          <a:stretch>
            <a:fillRect/>
          </a:stretch>
        </p:blipFill>
        <p:spPr>
          <a:xfrm>
            <a:off x="1688613" y="5380968"/>
            <a:ext cx="5776027" cy="741309"/>
          </a:xfrm>
          <a:prstGeom prst="rect">
            <a:avLst/>
          </a:prstGeom>
        </p:spPr>
      </p:pic>
    </p:spTree>
    <p:extLst>
      <p:ext uri="{BB962C8B-B14F-4D97-AF65-F5344CB8AC3E}">
        <p14:creationId xmlns:p14="http://schemas.microsoft.com/office/powerpoint/2010/main" val="293693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13FBBC-6705-F089-1F29-175CE093DACF}"/>
              </a:ext>
            </a:extLst>
          </p:cNvPr>
          <p:cNvSpPr>
            <a:spLocks noGrp="1"/>
          </p:cNvSpPr>
          <p:nvPr>
            <p:ph idx="1"/>
          </p:nvPr>
        </p:nvSpPr>
        <p:spPr>
          <a:xfrm>
            <a:off x="601571" y="1318245"/>
            <a:ext cx="10966543" cy="4598573"/>
          </a:xfrm>
        </p:spPr>
        <p:txBody>
          <a:bodyPr vert="horz" lIns="0" tIns="45720" rIns="0" bIns="45720" rtlCol="0" anchor="t">
            <a:normAutofit lnSpcReduction="10000"/>
          </a:bodyPr>
          <a:lstStyle/>
          <a:p>
            <a:pPr marL="227965" indent="-227965"/>
            <a:r>
              <a:rPr lang="en-GB" dirty="0">
                <a:latin typeface="Aptos"/>
                <a:cs typeface="Arial"/>
              </a:rPr>
              <a:t>1. </a:t>
            </a:r>
            <a:r>
              <a:rPr lang="en-GB" dirty="0" err="1">
                <a:latin typeface="Aptos"/>
                <a:cs typeface="Arial"/>
              </a:rPr>
              <a:t>Länkningar</a:t>
            </a:r>
            <a:r>
              <a:rPr lang="en-GB" dirty="0">
                <a:latin typeface="Aptos"/>
                <a:cs typeface="Arial"/>
              </a:rPr>
              <a:t>: </a:t>
            </a:r>
          </a:p>
          <a:p>
            <a:pPr marL="452120" lvl="1" indent="-182245">
              <a:buFont typeface="Courier New" panose="020B0604020202020204" pitchFamily="34" charset="0"/>
              <a:buChar char="o"/>
            </a:pPr>
            <a:r>
              <a:rPr lang="en-GB" dirty="0">
                <a:latin typeface="Aptos"/>
                <a:cs typeface="Arial"/>
              </a:rPr>
              <a:t>1.1Identifierar </a:t>
            </a:r>
            <a:r>
              <a:rPr lang="en-GB" dirty="0" err="1">
                <a:latin typeface="Aptos"/>
                <a:cs typeface="Arial"/>
              </a:rPr>
              <a:t>brutna</a:t>
            </a:r>
            <a:r>
              <a:rPr lang="en-GB" dirty="0">
                <a:latin typeface="Aptos"/>
                <a:cs typeface="Arial"/>
              </a:rPr>
              <a:t> </a:t>
            </a:r>
            <a:r>
              <a:rPr lang="en-GB" dirty="0" err="1">
                <a:latin typeface="Aptos"/>
                <a:cs typeface="Arial"/>
              </a:rPr>
              <a:t>länkar</a:t>
            </a:r>
            <a:r>
              <a:rPr lang="en-GB" dirty="0">
                <a:latin typeface="Aptos"/>
                <a:cs typeface="Arial"/>
              </a:rPr>
              <a:t> </a:t>
            </a:r>
            <a:r>
              <a:rPr lang="en-GB" dirty="0" err="1">
                <a:latin typeface="Aptos"/>
                <a:cs typeface="Arial"/>
              </a:rPr>
              <a:t>och</a:t>
            </a:r>
            <a:r>
              <a:rPr lang="en-GB" dirty="0">
                <a:latin typeface="Aptos"/>
                <a:cs typeface="Arial"/>
              </a:rPr>
              <a:t> </a:t>
            </a:r>
            <a:r>
              <a:rPr lang="en-GB" dirty="0" err="1">
                <a:latin typeface="Aptos"/>
                <a:cs typeface="Arial"/>
              </a:rPr>
              <a:t>automatiskt</a:t>
            </a:r>
            <a:r>
              <a:rPr lang="en-GB" dirty="0">
                <a:latin typeface="Aptos"/>
                <a:cs typeface="Arial"/>
              </a:rPr>
              <a:t> </a:t>
            </a:r>
            <a:r>
              <a:rPr lang="en-GB" dirty="0" err="1">
                <a:latin typeface="Aptos"/>
                <a:cs typeface="Arial"/>
              </a:rPr>
              <a:t>korrigerar</a:t>
            </a:r>
            <a:r>
              <a:rPr lang="en-GB" dirty="0">
                <a:latin typeface="Aptos"/>
                <a:cs typeface="Arial"/>
              </a:rPr>
              <a:t> / ger </a:t>
            </a:r>
            <a:r>
              <a:rPr lang="en-GB" dirty="0" err="1">
                <a:latin typeface="Aptos"/>
                <a:cs typeface="Arial"/>
              </a:rPr>
              <a:t>förslag</a:t>
            </a:r>
            <a:r>
              <a:rPr lang="en-GB" dirty="0">
                <a:latin typeface="Aptos"/>
                <a:cs typeface="Arial"/>
              </a:rPr>
              <a:t> </a:t>
            </a:r>
            <a:r>
              <a:rPr lang="en-GB" dirty="0" err="1">
                <a:latin typeface="Aptos"/>
                <a:cs typeface="Arial"/>
              </a:rPr>
              <a:t>på</a:t>
            </a:r>
            <a:r>
              <a:rPr lang="en-GB" dirty="0">
                <a:latin typeface="Aptos"/>
                <a:cs typeface="Arial"/>
              </a:rPr>
              <a:t> </a:t>
            </a:r>
            <a:r>
              <a:rPr lang="en-GB" dirty="0" err="1">
                <a:latin typeface="Aptos"/>
                <a:cs typeface="Arial"/>
              </a:rPr>
              <a:t>vart</a:t>
            </a:r>
            <a:r>
              <a:rPr lang="en-GB" dirty="0">
                <a:latin typeface="Aptos"/>
                <a:cs typeface="Arial"/>
              </a:rPr>
              <a:t> </a:t>
            </a:r>
            <a:r>
              <a:rPr lang="en-GB" dirty="0" err="1">
                <a:latin typeface="Aptos"/>
                <a:cs typeface="Arial"/>
              </a:rPr>
              <a:t>länkarna</a:t>
            </a:r>
            <a:r>
              <a:rPr lang="en-GB" dirty="0">
                <a:latin typeface="Aptos"/>
                <a:cs typeface="Arial"/>
              </a:rPr>
              <a:t> </a:t>
            </a:r>
            <a:r>
              <a:rPr lang="en-GB" dirty="0" err="1">
                <a:latin typeface="Aptos"/>
                <a:cs typeface="Arial"/>
              </a:rPr>
              <a:t>bör</a:t>
            </a:r>
            <a:r>
              <a:rPr lang="en-GB" dirty="0">
                <a:latin typeface="Aptos"/>
                <a:cs typeface="Arial"/>
              </a:rPr>
              <a:t> </a:t>
            </a:r>
            <a:r>
              <a:rPr lang="en-GB" dirty="0" err="1">
                <a:latin typeface="Aptos"/>
                <a:cs typeface="Arial"/>
              </a:rPr>
              <a:t>hänvisa</a:t>
            </a:r>
            <a:r>
              <a:rPr lang="en-GB" dirty="0">
                <a:latin typeface="Aptos"/>
                <a:cs typeface="Arial"/>
              </a:rPr>
              <a:t>.</a:t>
            </a:r>
          </a:p>
          <a:p>
            <a:pPr marL="452120" lvl="1" indent="-182245">
              <a:buFont typeface="Courier New" panose="020B0604020202020204" pitchFamily="34" charset="0"/>
              <a:buChar char="o"/>
            </a:pPr>
            <a:r>
              <a:rPr lang="en-GB" dirty="0">
                <a:latin typeface="Aptos"/>
                <a:cs typeface="Arial"/>
              </a:rPr>
              <a:t>1.2 </a:t>
            </a:r>
            <a:r>
              <a:rPr lang="en-GB" dirty="0" err="1">
                <a:latin typeface="Aptos"/>
                <a:cs typeface="Arial"/>
              </a:rPr>
              <a:t>Identifierar</a:t>
            </a:r>
            <a:r>
              <a:rPr lang="en-GB" dirty="0">
                <a:latin typeface="Aptos"/>
                <a:cs typeface="Arial"/>
              </a:rPr>
              <a:t> </a:t>
            </a:r>
            <a:r>
              <a:rPr lang="en-GB" dirty="0" err="1">
                <a:latin typeface="Aptos"/>
                <a:cs typeface="Arial"/>
              </a:rPr>
              <a:t>möjligheter</a:t>
            </a:r>
            <a:r>
              <a:rPr lang="en-GB" dirty="0">
                <a:latin typeface="Aptos"/>
                <a:cs typeface="Arial"/>
              </a:rPr>
              <a:t> för </a:t>
            </a:r>
            <a:r>
              <a:rPr lang="en-GB" dirty="0" err="1">
                <a:latin typeface="Aptos"/>
                <a:cs typeface="Arial"/>
              </a:rPr>
              <a:t>internlänkning</a:t>
            </a:r>
            <a:r>
              <a:rPr lang="en-GB" dirty="0">
                <a:latin typeface="Aptos"/>
                <a:cs typeface="Arial"/>
              </a:rPr>
              <a:t> </a:t>
            </a:r>
            <a:r>
              <a:rPr lang="en-GB" dirty="0" err="1">
                <a:latin typeface="Aptos"/>
                <a:cs typeface="Arial"/>
              </a:rPr>
              <a:t>och</a:t>
            </a:r>
            <a:r>
              <a:rPr lang="en-GB" dirty="0">
                <a:latin typeface="Aptos"/>
                <a:cs typeface="Arial"/>
              </a:rPr>
              <a:t> </a:t>
            </a:r>
            <a:r>
              <a:rPr lang="en-GB" dirty="0" err="1">
                <a:latin typeface="Aptos"/>
                <a:cs typeface="Arial"/>
              </a:rPr>
              <a:t>uppdaterar</a:t>
            </a:r>
            <a:r>
              <a:rPr lang="en-GB" dirty="0">
                <a:latin typeface="Aptos"/>
                <a:cs typeface="Arial"/>
              </a:rPr>
              <a:t> </a:t>
            </a:r>
            <a:r>
              <a:rPr lang="en-GB" dirty="0" err="1">
                <a:latin typeface="Aptos"/>
                <a:cs typeface="Arial"/>
              </a:rPr>
              <a:t>sidan</a:t>
            </a:r>
            <a:r>
              <a:rPr lang="en-GB" dirty="0">
                <a:latin typeface="Aptos"/>
                <a:cs typeface="Arial"/>
              </a:rPr>
              <a:t> med </a:t>
            </a:r>
            <a:r>
              <a:rPr lang="en-GB" dirty="0" err="1">
                <a:latin typeface="Aptos"/>
                <a:cs typeface="Arial"/>
              </a:rPr>
              <a:t>rätt</a:t>
            </a:r>
            <a:r>
              <a:rPr lang="en-GB" dirty="0">
                <a:latin typeface="Aptos"/>
                <a:cs typeface="Arial"/>
              </a:rPr>
              <a:t> </a:t>
            </a:r>
            <a:r>
              <a:rPr lang="en-GB" dirty="0" err="1">
                <a:latin typeface="Aptos"/>
                <a:cs typeface="Arial"/>
              </a:rPr>
              <a:t>internlänkning</a:t>
            </a:r>
            <a:r>
              <a:rPr lang="en-GB" dirty="0">
                <a:latin typeface="Aptos"/>
                <a:cs typeface="Arial"/>
              </a:rPr>
              <a:t>.</a:t>
            </a:r>
          </a:p>
          <a:p>
            <a:pPr marL="452120" lvl="1" indent="-182245">
              <a:buFont typeface="Courier New" panose="020B0604020202020204" pitchFamily="34" charset="0"/>
              <a:buChar char="o"/>
            </a:pPr>
            <a:r>
              <a:rPr lang="en-GB" dirty="0">
                <a:latin typeface="Aptos"/>
                <a:cs typeface="Arial"/>
              </a:rPr>
              <a:t>1.3 Ta bort 404-sidor </a:t>
            </a:r>
            <a:r>
              <a:rPr lang="en-GB" dirty="0" err="1">
                <a:latin typeface="Aptos"/>
                <a:cs typeface="Arial"/>
              </a:rPr>
              <a:t>och</a:t>
            </a:r>
            <a:r>
              <a:rPr lang="en-GB" dirty="0">
                <a:latin typeface="Aptos"/>
                <a:cs typeface="Arial"/>
              </a:rPr>
              <a:t> re-</a:t>
            </a:r>
            <a:r>
              <a:rPr lang="en-GB" dirty="0" err="1">
                <a:latin typeface="Aptos"/>
                <a:cs typeface="Arial"/>
              </a:rPr>
              <a:t>directa</a:t>
            </a:r>
            <a:r>
              <a:rPr lang="en-GB" dirty="0">
                <a:latin typeface="Aptos"/>
                <a:cs typeface="Arial"/>
              </a:rPr>
              <a:t> till relevant </a:t>
            </a:r>
            <a:r>
              <a:rPr lang="en-GB" dirty="0" err="1">
                <a:latin typeface="Aptos"/>
                <a:cs typeface="Arial"/>
              </a:rPr>
              <a:t>sida</a:t>
            </a:r>
            <a:r>
              <a:rPr lang="en-GB" dirty="0">
                <a:latin typeface="Aptos"/>
                <a:cs typeface="Arial"/>
              </a:rPr>
              <a:t>.</a:t>
            </a:r>
          </a:p>
          <a:p>
            <a:pPr marL="452120" lvl="1" indent="-182245">
              <a:buFont typeface="Courier New" panose="020B0604020202020204" pitchFamily="34" charset="0"/>
              <a:buChar char="o"/>
            </a:pPr>
            <a:endParaRPr lang="en-GB" dirty="0">
              <a:latin typeface="Aptos"/>
              <a:cs typeface="Arial"/>
            </a:endParaRPr>
          </a:p>
          <a:p>
            <a:pPr marL="227965" indent="-227965"/>
            <a:r>
              <a:rPr lang="en-GB" dirty="0">
                <a:latin typeface="Aptos"/>
                <a:cs typeface="Arial"/>
              </a:rPr>
              <a:t>2. </a:t>
            </a:r>
            <a:r>
              <a:rPr lang="en-GB" dirty="0" err="1">
                <a:latin typeface="Aptos"/>
                <a:cs typeface="Arial"/>
              </a:rPr>
              <a:t>Innehåll</a:t>
            </a:r>
            <a:r>
              <a:rPr lang="en-GB" dirty="0">
                <a:latin typeface="Aptos"/>
                <a:cs typeface="Arial"/>
              </a:rPr>
              <a:t>:</a:t>
            </a:r>
          </a:p>
          <a:p>
            <a:pPr marL="452120" lvl="1" indent="-182245">
              <a:buFont typeface="Courier New" panose="020B0604020202020204" pitchFamily="34" charset="0"/>
              <a:buChar char="o"/>
            </a:pPr>
            <a:r>
              <a:rPr lang="en-GB" dirty="0">
                <a:latin typeface="Aptos"/>
                <a:cs typeface="Arial"/>
              </a:rPr>
              <a:t>Content AI Search </a:t>
            </a:r>
            <a:r>
              <a:rPr lang="en-GB" dirty="0" err="1">
                <a:latin typeface="Aptos"/>
                <a:cs typeface="Arial"/>
              </a:rPr>
              <a:t>auditering</a:t>
            </a:r>
            <a:r>
              <a:rPr lang="en-GB" dirty="0">
                <a:latin typeface="Aptos"/>
                <a:cs typeface="Arial"/>
              </a:rPr>
              <a:t>: </a:t>
            </a:r>
            <a:br>
              <a:rPr lang="en-GB" dirty="0">
                <a:latin typeface="Aptos"/>
                <a:cs typeface="Arial"/>
              </a:rPr>
            </a:br>
            <a:r>
              <a:rPr lang="en-GB" dirty="0" err="1">
                <a:latin typeface="Aptos"/>
                <a:cs typeface="Arial"/>
              </a:rPr>
              <a:t>Skannar</a:t>
            </a:r>
            <a:r>
              <a:rPr lang="en-GB" dirty="0">
                <a:latin typeface="Aptos"/>
                <a:cs typeface="Arial"/>
              </a:rPr>
              <a:t> content </a:t>
            </a:r>
            <a:r>
              <a:rPr lang="en-GB" dirty="0" err="1">
                <a:latin typeface="Aptos"/>
                <a:cs typeface="Arial"/>
              </a:rPr>
              <a:t>och</a:t>
            </a:r>
            <a:r>
              <a:rPr lang="en-GB" dirty="0">
                <a:latin typeface="Aptos"/>
                <a:cs typeface="Arial"/>
              </a:rPr>
              <a:t> </a:t>
            </a:r>
            <a:r>
              <a:rPr lang="en-GB" dirty="0" err="1">
                <a:latin typeface="Aptos"/>
                <a:cs typeface="Arial"/>
              </a:rPr>
              <a:t>utifrån</a:t>
            </a:r>
            <a:r>
              <a:rPr lang="en-GB" dirty="0">
                <a:latin typeface="Aptos"/>
                <a:cs typeface="Arial"/>
              </a:rPr>
              <a:t> </a:t>
            </a:r>
            <a:r>
              <a:rPr lang="en-GB" dirty="0" err="1">
                <a:latin typeface="Aptos"/>
                <a:cs typeface="Arial"/>
              </a:rPr>
              <a:t>flera</a:t>
            </a:r>
            <a:r>
              <a:rPr lang="en-GB" dirty="0">
                <a:latin typeface="Aptos"/>
                <a:cs typeface="Arial"/>
              </a:rPr>
              <a:t> </a:t>
            </a:r>
            <a:r>
              <a:rPr lang="en-GB" dirty="0" err="1">
                <a:latin typeface="Aptos"/>
                <a:cs typeface="Arial"/>
              </a:rPr>
              <a:t>datapunkter</a:t>
            </a:r>
            <a:r>
              <a:rPr lang="en-GB" dirty="0">
                <a:latin typeface="Aptos"/>
                <a:cs typeface="Arial"/>
              </a:rPr>
              <a:t> ger </a:t>
            </a:r>
            <a:r>
              <a:rPr lang="en-GB" dirty="0" err="1">
                <a:latin typeface="Aptos"/>
                <a:cs typeface="Arial"/>
              </a:rPr>
              <a:t>förslag</a:t>
            </a:r>
            <a:r>
              <a:rPr lang="en-GB" dirty="0">
                <a:latin typeface="Aptos"/>
                <a:cs typeface="Arial"/>
              </a:rPr>
              <a:t> </a:t>
            </a:r>
            <a:r>
              <a:rPr lang="en-GB" dirty="0" err="1">
                <a:latin typeface="Aptos"/>
                <a:cs typeface="Arial"/>
              </a:rPr>
              <a:t>på</a:t>
            </a:r>
            <a:r>
              <a:rPr lang="en-GB" dirty="0">
                <a:latin typeface="Aptos"/>
                <a:cs typeface="Arial"/>
              </a:rPr>
              <a:t> </a:t>
            </a:r>
            <a:r>
              <a:rPr lang="en-GB" dirty="0" err="1">
                <a:latin typeface="Aptos"/>
                <a:cs typeface="Arial"/>
              </a:rPr>
              <a:t>hur</a:t>
            </a:r>
            <a:r>
              <a:rPr lang="en-GB" dirty="0">
                <a:latin typeface="Aptos"/>
                <a:cs typeface="Arial"/>
              </a:rPr>
              <a:t> </a:t>
            </a:r>
            <a:r>
              <a:rPr lang="en-GB" dirty="0" err="1">
                <a:latin typeface="Aptos"/>
                <a:cs typeface="Arial"/>
              </a:rPr>
              <a:t>sidan</a:t>
            </a:r>
            <a:r>
              <a:rPr lang="en-GB" dirty="0">
                <a:latin typeface="Aptos"/>
                <a:cs typeface="Arial"/>
              </a:rPr>
              <a:t> ska </a:t>
            </a:r>
            <a:r>
              <a:rPr lang="en-GB" dirty="0" err="1">
                <a:latin typeface="Aptos"/>
                <a:cs typeface="Arial"/>
              </a:rPr>
              <a:t>uppdateras</a:t>
            </a:r>
            <a:r>
              <a:rPr lang="en-GB" dirty="0">
                <a:latin typeface="Aptos"/>
                <a:cs typeface="Arial"/>
              </a:rPr>
              <a:t> för </a:t>
            </a:r>
            <a:r>
              <a:rPr lang="en-GB" dirty="0" err="1">
                <a:latin typeface="Aptos"/>
                <a:cs typeface="Arial"/>
              </a:rPr>
              <a:t>att</a:t>
            </a:r>
            <a:r>
              <a:rPr lang="en-GB" dirty="0">
                <a:latin typeface="Aptos"/>
                <a:cs typeface="Arial"/>
              </a:rPr>
              <a:t> </a:t>
            </a:r>
            <a:r>
              <a:rPr lang="en-GB" dirty="0" err="1">
                <a:latin typeface="Aptos"/>
                <a:cs typeface="Arial"/>
              </a:rPr>
              <a:t>möta</a:t>
            </a:r>
            <a:r>
              <a:rPr lang="en-GB" dirty="0">
                <a:latin typeface="Aptos"/>
                <a:cs typeface="Arial"/>
              </a:rPr>
              <a:t> AI Search-</a:t>
            </a:r>
            <a:r>
              <a:rPr lang="en-GB" dirty="0" err="1">
                <a:latin typeface="Aptos"/>
                <a:cs typeface="Arial"/>
              </a:rPr>
              <a:t>krav</a:t>
            </a:r>
            <a:r>
              <a:rPr lang="en-GB" dirty="0">
                <a:latin typeface="Aptos"/>
                <a:cs typeface="Arial"/>
              </a:rPr>
              <a:t>:</a:t>
            </a:r>
            <a:br>
              <a:rPr lang="en-GB" dirty="0">
                <a:latin typeface="Aptos"/>
                <a:cs typeface="Arial"/>
              </a:rPr>
            </a:br>
            <a:r>
              <a:rPr lang="en-GB" dirty="0">
                <a:latin typeface="Aptos"/>
                <a:cs typeface="Arial"/>
              </a:rPr>
              <a:t>- </a:t>
            </a:r>
            <a:r>
              <a:rPr lang="en-GB" dirty="0" err="1">
                <a:latin typeface="Aptos"/>
                <a:cs typeface="Arial"/>
              </a:rPr>
              <a:t>Förbättra</a:t>
            </a:r>
            <a:r>
              <a:rPr lang="en-GB" dirty="0">
                <a:latin typeface="Aptos"/>
                <a:cs typeface="Arial"/>
              </a:rPr>
              <a:t>/</a:t>
            </a:r>
            <a:r>
              <a:rPr lang="en-GB" dirty="0" err="1">
                <a:latin typeface="Aptos"/>
                <a:cs typeface="Arial"/>
              </a:rPr>
              <a:t>strukturera</a:t>
            </a:r>
            <a:r>
              <a:rPr lang="en-GB" dirty="0">
                <a:latin typeface="Aptos"/>
                <a:cs typeface="Arial"/>
              </a:rPr>
              <a:t> data</a:t>
            </a:r>
            <a:br>
              <a:rPr lang="en-GB" dirty="0">
                <a:latin typeface="Aptos"/>
                <a:cs typeface="Arial"/>
              </a:rPr>
            </a:br>
            <a:r>
              <a:rPr lang="en-GB" dirty="0">
                <a:latin typeface="Aptos"/>
                <a:cs typeface="Arial"/>
              </a:rPr>
              <a:t>- Ta bort irrelevant information </a:t>
            </a:r>
            <a:br>
              <a:rPr lang="en-GB" dirty="0">
                <a:latin typeface="Aptos"/>
                <a:cs typeface="Arial"/>
              </a:rPr>
            </a:br>
            <a:endParaRPr lang="en-GB" dirty="0">
              <a:latin typeface="Aptos"/>
              <a:cs typeface="Arial"/>
            </a:endParaRPr>
          </a:p>
          <a:p>
            <a:pPr marL="452120" lvl="1" indent="-182245">
              <a:buFont typeface="Courier New" panose="020B0604020202020204" pitchFamily="34" charset="0"/>
              <a:buChar char="o"/>
            </a:pPr>
            <a:r>
              <a:rPr lang="en-GB" dirty="0">
                <a:latin typeface="Aptos"/>
                <a:cs typeface="Arial"/>
              </a:rPr>
              <a:t>Content AI Search </a:t>
            </a:r>
            <a:r>
              <a:rPr lang="en-GB" dirty="0" err="1">
                <a:latin typeface="Aptos"/>
                <a:cs typeface="Arial"/>
              </a:rPr>
              <a:t>optimering</a:t>
            </a:r>
            <a:r>
              <a:rPr lang="en-GB" dirty="0">
                <a:latin typeface="Aptos"/>
                <a:cs typeface="Arial"/>
              </a:rPr>
              <a:t>: </a:t>
            </a:r>
            <a:br>
              <a:rPr lang="en-GB" dirty="0">
                <a:latin typeface="Aptos"/>
                <a:cs typeface="Arial"/>
              </a:rPr>
            </a:br>
            <a:r>
              <a:rPr lang="en-GB" dirty="0">
                <a:latin typeface="Aptos"/>
                <a:cs typeface="Arial"/>
              </a:rPr>
              <a:t>Ger </a:t>
            </a:r>
            <a:r>
              <a:rPr lang="en-GB" dirty="0" err="1">
                <a:latin typeface="Aptos"/>
                <a:cs typeface="Arial"/>
              </a:rPr>
              <a:t>förslag</a:t>
            </a:r>
            <a:r>
              <a:rPr lang="en-GB" dirty="0">
                <a:latin typeface="Aptos"/>
                <a:cs typeface="Arial"/>
              </a:rPr>
              <a:t> </a:t>
            </a:r>
            <a:r>
              <a:rPr lang="en-GB" dirty="0" err="1">
                <a:latin typeface="Aptos"/>
                <a:cs typeface="Arial"/>
              </a:rPr>
              <a:t>på</a:t>
            </a:r>
            <a:r>
              <a:rPr lang="en-GB" dirty="0">
                <a:latin typeface="Aptos"/>
                <a:cs typeface="Arial"/>
              </a:rPr>
              <a:t> </a:t>
            </a:r>
            <a:r>
              <a:rPr lang="en-GB" dirty="0" err="1">
                <a:latin typeface="Aptos"/>
                <a:cs typeface="Arial"/>
              </a:rPr>
              <a:t>nytt</a:t>
            </a:r>
            <a:r>
              <a:rPr lang="en-GB" dirty="0">
                <a:latin typeface="Aptos"/>
                <a:cs typeface="Arial"/>
              </a:rPr>
              <a:t> content </a:t>
            </a:r>
            <a:r>
              <a:rPr lang="en-GB" dirty="0" err="1">
                <a:latin typeface="Aptos"/>
                <a:cs typeface="Arial"/>
              </a:rPr>
              <a:t>utifrån</a:t>
            </a:r>
            <a:r>
              <a:rPr lang="en-GB" dirty="0">
                <a:latin typeface="Aptos"/>
                <a:cs typeface="Arial"/>
              </a:rPr>
              <a:t> </a:t>
            </a:r>
            <a:r>
              <a:rPr lang="en-GB" dirty="0" err="1">
                <a:latin typeface="Aptos"/>
                <a:cs typeface="Arial"/>
              </a:rPr>
              <a:t>flera</a:t>
            </a:r>
            <a:r>
              <a:rPr lang="en-GB" dirty="0">
                <a:latin typeface="Aptos"/>
                <a:cs typeface="Arial"/>
              </a:rPr>
              <a:t> </a:t>
            </a:r>
            <a:r>
              <a:rPr lang="en-GB" dirty="0" err="1">
                <a:latin typeface="Aptos"/>
                <a:cs typeface="Arial"/>
              </a:rPr>
              <a:t>datapunkter</a:t>
            </a:r>
            <a:r>
              <a:rPr lang="en-GB" dirty="0">
                <a:latin typeface="Aptos"/>
                <a:cs typeface="Arial"/>
              </a:rPr>
              <a:t> </a:t>
            </a:r>
            <a:r>
              <a:rPr lang="en-GB" dirty="0" err="1">
                <a:latin typeface="Aptos"/>
                <a:cs typeface="Arial"/>
              </a:rPr>
              <a:t>och</a:t>
            </a:r>
            <a:r>
              <a:rPr lang="en-GB" dirty="0">
                <a:latin typeface="Aptos"/>
                <a:cs typeface="Arial"/>
              </a:rPr>
              <a:t> </a:t>
            </a:r>
            <a:r>
              <a:rPr lang="en-GB" dirty="0" err="1">
                <a:latin typeface="Aptos"/>
                <a:cs typeface="Arial"/>
              </a:rPr>
              <a:t>går</a:t>
            </a:r>
            <a:r>
              <a:rPr lang="en-GB" dirty="0">
                <a:latin typeface="Aptos"/>
                <a:cs typeface="Arial"/>
              </a:rPr>
              <a:t> </a:t>
            </a:r>
            <a:r>
              <a:rPr lang="en-GB" dirty="0" err="1">
                <a:latin typeface="Aptos"/>
                <a:cs typeface="Arial"/>
              </a:rPr>
              <a:t>själv</a:t>
            </a:r>
            <a:r>
              <a:rPr lang="en-GB" dirty="0">
                <a:latin typeface="Aptos"/>
                <a:cs typeface="Arial"/>
              </a:rPr>
              <a:t> in </a:t>
            </a:r>
            <a:r>
              <a:rPr lang="en-GB" dirty="0" err="1">
                <a:latin typeface="Aptos"/>
                <a:cs typeface="Arial"/>
              </a:rPr>
              <a:t>och</a:t>
            </a:r>
            <a:r>
              <a:rPr lang="en-GB" dirty="0">
                <a:latin typeface="Aptos"/>
                <a:cs typeface="Arial"/>
              </a:rPr>
              <a:t> </a:t>
            </a:r>
            <a:r>
              <a:rPr lang="en-GB" dirty="0" err="1">
                <a:latin typeface="Aptos"/>
                <a:cs typeface="Arial"/>
              </a:rPr>
              <a:t>gör</a:t>
            </a:r>
            <a:r>
              <a:rPr lang="en-GB" dirty="0">
                <a:latin typeface="Aptos"/>
                <a:cs typeface="Arial"/>
              </a:rPr>
              <a:t> </a:t>
            </a:r>
            <a:r>
              <a:rPr lang="en-GB" dirty="0" err="1">
                <a:latin typeface="Aptos"/>
                <a:cs typeface="Arial"/>
              </a:rPr>
              <a:t>enkla</a:t>
            </a:r>
            <a:r>
              <a:rPr lang="en-GB" dirty="0">
                <a:latin typeface="Aptos"/>
                <a:cs typeface="Arial"/>
              </a:rPr>
              <a:t> </a:t>
            </a:r>
            <a:r>
              <a:rPr lang="en-GB" dirty="0" err="1">
                <a:latin typeface="Aptos"/>
                <a:cs typeface="Arial"/>
              </a:rPr>
              <a:t>redigeringar</a:t>
            </a:r>
            <a:r>
              <a:rPr lang="en-GB" dirty="0">
                <a:latin typeface="Aptos"/>
                <a:cs typeface="Arial"/>
              </a:rPr>
              <a:t> </a:t>
            </a:r>
            <a:r>
              <a:rPr lang="en-GB" dirty="0" err="1">
                <a:latin typeface="Aptos"/>
                <a:cs typeface="Arial"/>
              </a:rPr>
              <a:t>som</a:t>
            </a:r>
            <a:r>
              <a:rPr lang="en-GB" dirty="0">
                <a:latin typeface="Aptos"/>
                <a:cs typeface="Arial"/>
              </a:rPr>
              <a:t> </a:t>
            </a:r>
            <a:r>
              <a:rPr lang="en-GB" dirty="0" err="1">
                <a:latin typeface="Aptos"/>
                <a:cs typeface="Arial"/>
              </a:rPr>
              <a:t>är</a:t>
            </a:r>
            <a:r>
              <a:rPr lang="en-GB" dirty="0">
                <a:latin typeface="Aptos"/>
                <a:cs typeface="Arial"/>
              </a:rPr>
              <a:t> </a:t>
            </a:r>
            <a:r>
              <a:rPr lang="en-GB" dirty="0" err="1">
                <a:latin typeface="Aptos"/>
                <a:cs typeface="Arial"/>
              </a:rPr>
              <a:t>lätta</a:t>
            </a:r>
            <a:r>
              <a:rPr lang="en-GB" dirty="0">
                <a:latin typeface="Aptos"/>
                <a:cs typeface="Arial"/>
              </a:rPr>
              <a:t> </a:t>
            </a:r>
            <a:r>
              <a:rPr lang="en-GB" dirty="0" err="1">
                <a:latin typeface="Aptos"/>
                <a:cs typeface="Arial"/>
              </a:rPr>
              <a:t>att</a:t>
            </a:r>
            <a:r>
              <a:rPr lang="en-GB" dirty="0">
                <a:latin typeface="Aptos"/>
                <a:cs typeface="Arial"/>
              </a:rPr>
              <a:t> </a:t>
            </a:r>
            <a:r>
              <a:rPr lang="en-GB" dirty="0" err="1">
                <a:latin typeface="Aptos"/>
                <a:cs typeface="Arial"/>
              </a:rPr>
              <a:t>åtgärda</a:t>
            </a:r>
            <a:r>
              <a:rPr lang="en-GB" dirty="0">
                <a:latin typeface="Aptos"/>
                <a:cs typeface="Arial"/>
              </a:rPr>
              <a:t> men </a:t>
            </a:r>
            <a:r>
              <a:rPr lang="en-GB" dirty="0" err="1">
                <a:latin typeface="Aptos"/>
                <a:cs typeface="Arial"/>
              </a:rPr>
              <a:t>tidskrävande</a:t>
            </a:r>
            <a:r>
              <a:rPr lang="en-GB" dirty="0">
                <a:latin typeface="Aptos"/>
                <a:cs typeface="Arial"/>
              </a:rPr>
              <a:t> för </a:t>
            </a:r>
            <a:r>
              <a:rPr lang="en-GB" dirty="0" err="1">
                <a:latin typeface="Aptos"/>
                <a:cs typeface="Arial"/>
              </a:rPr>
              <a:t>redaktörer</a:t>
            </a:r>
            <a:r>
              <a:rPr lang="en-GB" dirty="0">
                <a:latin typeface="Aptos"/>
                <a:cs typeface="Arial"/>
              </a:rPr>
              <a:t>. Som </a:t>
            </a:r>
            <a:r>
              <a:rPr lang="en-GB" dirty="0" err="1">
                <a:latin typeface="Aptos"/>
                <a:cs typeface="Arial"/>
              </a:rPr>
              <a:t>att</a:t>
            </a:r>
            <a:r>
              <a:rPr lang="en-GB" dirty="0">
                <a:latin typeface="Aptos"/>
                <a:cs typeface="Arial"/>
              </a:rPr>
              <a:t>: </a:t>
            </a:r>
            <a:br>
              <a:rPr lang="en-GB" dirty="0">
                <a:latin typeface="Aptos"/>
                <a:cs typeface="Arial"/>
              </a:rPr>
            </a:br>
            <a:r>
              <a:rPr lang="en-GB" dirty="0">
                <a:latin typeface="Aptos"/>
                <a:cs typeface="Arial"/>
              </a:rPr>
              <a:t>- </a:t>
            </a:r>
            <a:r>
              <a:rPr lang="en-GB" dirty="0" err="1">
                <a:latin typeface="Aptos"/>
                <a:cs typeface="Arial"/>
              </a:rPr>
              <a:t>Påminna</a:t>
            </a:r>
            <a:r>
              <a:rPr lang="en-GB" dirty="0">
                <a:latin typeface="Aptos"/>
                <a:cs typeface="Arial"/>
              </a:rPr>
              <a:t> om </a:t>
            </a:r>
            <a:r>
              <a:rPr lang="en-GB" dirty="0" err="1">
                <a:latin typeface="Aptos"/>
                <a:cs typeface="Arial"/>
              </a:rPr>
              <a:t>när</a:t>
            </a:r>
            <a:r>
              <a:rPr lang="en-GB" dirty="0">
                <a:latin typeface="Aptos"/>
                <a:cs typeface="Arial"/>
              </a:rPr>
              <a:t> </a:t>
            </a:r>
            <a:r>
              <a:rPr lang="en-GB" dirty="0" err="1">
                <a:latin typeface="Aptos"/>
                <a:cs typeface="Arial"/>
              </a:rPr>
              <a:t>en</a:t>
            </a:r>
            <a:r>
              <a:rPr lang="en-GB" dirty="0">
                <a:latin typeface="Aptos"/>
                <a:cs typeface="Arial"/>
              </a:rPr>
              <a:t> </a:t>
            </a:r>
            <a:r>
              <a:rPr lang="en-GB" dirty="0" err="1">
                <a:latin typeface="Aptos"/>
                <a:cs typeface="Arial"/>
              </a:rPr>
              <a:t>sida</a:t>
            </a:r>
            <a:r>
              <a:rPr lang="en-GB" dirty="0">
                <a:latin typeface="Aptos"/>
                <a:cs typeface="Arial"/>
              </a:rPr>
              <a:t> </a:t>
            </a:r>
            <a:r>
              <a:rPr lang="en-GB" dirty="0" err="1">
                <a:latin typeface="Aptos"/>
                <a:cs typeface="Arial"/>
              </a:rPr>
              <a:t>behöver</a:t>
            </a:r>
            <a:r>
              <a:rPr lang="en-GB" dirty="0">
                <a:latin typeface="Aptos"/>
                <a:cs typeface="Arial"/>
              </a:rPr>
              <a:t> </a:t>
            </a:r>
            <a:r>
              <a:rPr lang="en-GB" dirty="0" err="1">
                <a:latin typeface="Aptos"/>
                <a:cs typeface="Arial"/>
              </a:rPr>
              <a:t>ses</a:t>
            </a:r>
            <a:r>
              <a:rPr lang="en-GB" dirty="0">
                <a:latin typeface="Aptos"/>
                <a:cs typeface="Arial"/>
              </a:rPr>
              <a:t> </a:t>
            </a:r>
            <a:r>
              <a:rPr lang="en-GB" dirty="0" err="1">
                <a:latin typeface="Aptos"/>
                <a:cs typeface="Arial"/>
              </a:rPr>
              <a:t>över</a:t>
            </a:r>
            <a:r>
              <a:rPr lang="en-GB" dirty="0">
                <a:latin typeface="Aptos"/>
                <a:cs typeface="Arial"/>
              </a:rPr>
              <a:t> (</a:t>
            </a:r>
            <a:r>
              <a:rPr lang="en-GB" dirty="0" err="1">
                <a:latin typeface="Aptos"/>
                <a:cs typeface="Arial"/>
              </a:rPr>
              <a:t>efter</a:t>
            </a:r>
            <a:r>
              <a:rPr lang="en-GB" dirty="0">
                <a:latin typeface="Aptos"/>
                <a:cs typeface="Arial"/>
              </a:rPr>
              <a:t> </a:t>
            </a:r>
            <a:r>
              <a:rPr lang="en-GB" dirty="0" err="1">
                <a:latin typeface="Aptos"/>
                <a:cs typeface="Arial"/>
              </a:rPr>
              <a:t>ett</a:t>
            </a:r>
            <a:r>
              <a:rPr lang="en-GB" dirty="0">
                <a:latin typeface="Aptos"/>
                <a:cs typeface="Arial"/>
              </a:rPr>
              <a:t> </a:t>
            </a:r>
            <a:r>
              <a:rPr lang="en-GB" dirty="0" err="1">
                <a:latin typeface="Aptos"/>
                <a:cs typeface="Arial"/>
              </a:rPr>
              <a:t>visst</a:t>
            </a:r>
            <a:r>
              <a:rPr lang="en-GB" dirty="0">
                <a:latin typeface="Aptos"/>
                <a:cs typeface="Arial"/>
              </a:rPr>
              <a:t> </a:t>
            </a:r>
            <a:r>
              <a:rPr lang="en-GB" dirty="0" err="1">
                <a:latin typeface="Aptos"/>
                <a:cs typeface="Arial"/>
              </a:rPr>
              <a:t>tidsintervall</a:t>
            </a:r>
            <a:r>
              <a:rPr lang="en-GB" dirty="0">
                <a:latin typeface="Aptos"/>
                <a:cs typeface="Arial"/>
              </a:rPr>
              <a:t>)</a:t>
            </a:r>
            <a:br>
              <a:rPr lang="en-GB" dirty="0">
                <a:latin typeface="Aptos"/>
                <a:cs typeface="Arial"/>
              </a:rPr>
            </a:br>
            <a:r>
              <a:rPr lang="en-GB" dirty="0">
                <a:latin typeface="Aptos"/>
                <a:cs typeface="Arial"/>
              </a:rPr>
              <a:t>- Leta </a:t>
            </a:r>
            <a:r>
              <a:rPr lang="en-GB" dirty="0" err="1">
                <a:latin typeface="Aptos"/>
                <a:cs typeface="Arial"/>
              </a:rPr>
              <a:t>efter</a:t>
            </a:r>
            <a:r>
              <a:rPr lang="en-GB" dirty="0">
                <a:latin typeface="Aptos"/>
                <a:cs typeface="Arial"/>
              </a:rPr>
              <a:t> </a:t>
            </a:r>
            <a:r>
              <a:rPr lang="en-GB" dirty="0" err="1">
                <a:latin typeface="Aptos"/>
                <a:cs typeface="Arial"/>
              </a:rPr>
              <a:t>stavfel</a:t>
            </a:r>
            <a:r>
              <a:rPr lang="en-GB" dirty="0">
                <a:latin typeface="Aptos"/>
                <a:cs typeface="Arial"/>
              </a:rPr>
              <a:t> </a:t>
            </a:r>
            <a:r>
              <a:rPr lang="en-GB" dirty="0" err="1">
                <a:latin typeface="Aptos"/>
                <a:cs typeface="Arial"/>
              </a:rPr>
              <a:t>och</a:t>
            </a:r>
            <a:r>
              <a:rPr lang="en-GB" dirty="0">
                <a:latin typeface="Aptos"/>
                <a:cs typeface="Arial"/>
              </a:rPr>
              <a:t> </a:t>
            </a:r>
            <a:r>
              <a:rPr lang="en-GB" dirty="0" err="1">
                <a:latin typeface="Aptos"/>
                <a:cs typeface="Arial"/>
              </a:rPr>
              <a:t>korrigera</a:t>
            </a:r>
            <a:r>
              <a:rPr lang="en-GB" dirty="0">
                <a:latin typeface="Aptos"/>
                <a:cs typeface="Arial"/>
              </a:rPr>
              <a:t> </a:t>
            </a:r>
            <a:r>
              <a:rPr lang="en-GB" dirty="0" err="1">
                <a:latin typeface="Aptos"/>
                <a:cs typeface="Arial"/>
              </a:rPr>
              <a:t>dem</a:t>
            </a:r>
            <a:br>
              <a:rPr lang="en-GB" dirty="0">
                <a:latin typeface="Aptos"/>
                <a:cs typeface="Arial"/>
              </a:rPr>
            </a:br>
            <a:r>
              <a:rPr lang="en-GB" dirty="0">
                <a:latin typeface="Aptos"/>
                <a:cs typeface="Arial"/>
              </a:rPr>
              <a:t>- Ge alerts </a:t>
            </a:r>
            <a:r>
              <a:rPr lang="en-GB" dirty="0" err="1">
                <a:latin typeface="Aptos"/>
                <a:cs typeface="Arial"/>
              </a:rPr>
              <a:t>när</a:t>
            </a:r>
            <a:r>
              <a:rPr lang="en-GB" dirty="0">
                <a:latin typeface="Aptos"/>
                <a:cs typeface="Arial"/>
              </a:rPr>
              <a:t> </a:t>
            </a:r>
            <a:r>
              <a:rPr lang="en-GB" dirty="0" err="1">
                <a:latin typeface="Aptos"/>
                <a:cs typeface="Arial"/>
              </a:rPr>
              <a:t>en</a:t>
            </a:r>
            <a:r>
              <a:rPr lang="en-GB" dirty="0">
                <a:latin typeface="Aptos"/>
                <a:cs typeface="Arial"/>
              </a:rPr>
              <a:t> </a:t>
            </a:r>
            <a:r>
              <a:rPr lang="en-GB" dirty="0" err="1">
                <a:latin typeface="Aptos"/>
                <a:cs typeface="Arial"/>
              </a:rPr>
              <a:t>sida</a:t>
            </a:r>
            <a:r>
              <a:rPr lang="en-GB" dirty="0">
                <a:latin typeface="Aptos"/>
                <a:cs typeface="Arial"/>
              </a:rPr>
              <a:t> </a:t>
            </a:r>
            <a:r>
              <a:rPr lang="en-GB" dirty="0" err="1">
                <a:latin typeface="Aptos"/>
                <a:cs typeface="Arial"/>
              </a:rPr>
              <a:t>går</a:t>
            </a:r>
            <a:r>
              <a:rPr lang="en-GB" dirty="0">
                <a:latin typeface="Aptos"/>
                <a:cs typeface="Arial"/>
              </a:rPr>
              <a:t> </a:t>
            </a:r>
            <a:r>
              <a:rPr lang="en-GB" dirty="0" err="1">
                <a:latin typeface="Aptos"/>
                <a:cs typeface="Arial"/>
              </a:rPr>
              <a:t>över</a:t>
            </a:r>
            <a:r>
              <a:rPr lang="en-GB" dirty="0">
                <a:latin typeface="Aptos"/>
                <a:cs typeface="Arial"/>
              </a:rPr>
              <a:t> </a:t>
            </a:r>
            <a:r>
              <a:rPr lang="en-GB" dirty="0" err="1">
                <a:latin typeface="Aptos"/>
                <a:cs typeface="Arial"/>
              </a:rPr>
              <a:t>ett</a:t>
            </a:r>
            <a:r>
              <a:rPr lang="en-GB" dirty="0">
                <a:latin typeface="Aptos"/>
                <a:cs typeface="Arial"/>
              </a:rPr>
              <a:t> </a:t>
            </a:r>
            <a:r>
              <a:rPr lang="en-GB" dirty="0" err="1">
                <a:latin typeface="Aptos"/>
                <a:cs typeface="Arial"/>
              </a:rPr>
              <a:t>visst</a:t>
            </a:r>
            <a:r>
              <a:rPr lang="en-GB" dirty="0">
                <a:latin typeface="Aptos"/>
                <a:cs typeface="Arial"/>
              </a:rPr>
              <a:t> </a:t>
            </a:r>
            <a:r>
              <a:rPr lang="en-GB" dirty="0" err="1">
                <a:latin typeface="Aptos"/>
                <a:cs typeface="Arial"/>
              </a:rPr>
              <a:t>mätvärde</a:t>
            </a:r>
            <a:r>
              <a:rPr lang="en-GB" dirty="0">
                <a:latin typeface="Aptos"/>
                <a:cs typeface="Arial"/>
              </a:rPr>
              <a:t>, ex </a:t>
            </a:r>
            <a:r>
              <a:rPr lang="en-GB" dirty="0" err="1">
                <a:latin typeface="Aptos"/>
                <a:cs typeface="Arial"/>
              </a:rPr>
              <a:t>Fullmaktssidan</a:t>
            </a:r>
            <a:r>
              <a:rPr lang="en-GB" dirty="0">
                <a:latin typeface="Aptos"/>
                <a:cs typeface="Arial"/>
              </a:rPr>
              <a:t> </a:t>
            </a:r>
            <a:r>
              <a:rPr lang="en-GB" dirty="0" err="1">
                <a:latin typeface="Aptos"/>
                <a:cs typeface="Arial"/>
              </a:rPr>
              <a:t>har</a:t>
            </a:r>
            <a:r>
              <a:rPr lang="en-GB" dirty="0">
                <a:latin typeface="Aptos"/>
                <a:cs typeface="Arial"/>
              </a:rPr>
              <a:t> </a:t>
            </a:r>
            <a:r>
              <a:rPr lang="en-GB" dirty="0" err="1">
                <a:latin typeface="Aptos"/>
                <a:cs typeface="Arial"/>
              </a:rPr>
              <a:t>en</a:t>
            </a:r>
            <a:r>
              <a:rPr lang="en-GB" dirty="0">
                <a:latin typeface="Aptos"/>
                <a:cs typeface="Arial"/>
              </a:rPr>
              <a:t> bounce rate </a:t>
            </a:r>
            <a:r>
              <a:rPr lang="en-GB" dirty="0" err="1">
                <a:latin typeface="Aptos"/>
                <a:cs typeface="Arial"/>
              </a:rPr>
              <a:t>över</a:t>
            </a:r>
            <a:r>
              <a:rPr lang="en-GB" dirty="0">
                <a:latin typeface="Aptos"/>
                <a:cs typeface="Arial"/>
              </a:rPr>
              <a:t> 70%, </a:t>
            </a:r>
            <a:r>
              <a:rPr lang="en-GB" dirty="0" err="1">
                <a:latin typeface="Aptos"/>
                <a:cs typeface="Arial"/>
              </a:rPr>
              <a:t>behöver</a:t>
            </a:r>
            <a:r>
              <a:rPr lang="en-GB" dirty="0">
                <a:latin typeface="Aptos"/>
                <a:cs typeface="Arial"/>
              </a:rPr>
              <a:t> </a:t>
            </a:r>
            <a:r>
              <a:rPr lang="en-GB" dirty="0" err="1">
                <a:latin typeface="Aptos"/>
                <a:cs typeface="Arial"/>
              </a:rPr>
              <a:t>åtgärdas</a:t>
            </a:r>
            <a:r>
              <a:rPr lang="en-GB" dirty="0">
                <a:latin typeface="Aptos"/>
                <a:cs typeface="Arial"/>
              </a:rPr>
              <a:t>.  </a:t>
            </a:r>
            <a:br>
              <a:rPr lang="en-GB" dirty="0">
                <a:latin typeface="Aptos"/>
                <a:cs typeface="Arial"/>
              </a:rPr>
            </a:br>
            <a:endParaRPr lang="en-GB" dirty="0">
              <a:latin typeface="Aptos"/>
              <a:cs typeface="Arial"/>
            </a:endParaRPr>
          </a:p>
          <a:p>
            <a:pPr marL="228287" indent="-182245">
              <a:buFont typeface="Courier New" panose="020B0604020202020204" pitchFamily="34" charset="0"/>
              <a:buChar char="o"/>
            </a:pPr>
            <a:r>
              <a:rPr lang="en-GB" dirty="0">
                <a:latin typeface="Aptos"/>
                <a:cs typeface="Arial"/>
              </a:rPr>
              <a:t>3. </a:t>
            </a:r>
            <a:r>
              <a:rPr lang="en-GB" dirty="0" err="1">
                <a:latin typeface="Aptos"/>
                <a:cs typeface="Arial"/>
              </a:rPr>
              <a:t>Dynamisk</a:t>
            </a:r>
            <a:r>
              <a:rPr lang="en-GB" dirty="0">
                <a:latin typeface="Aptos"/>
                <a:cs typeface="Arial"/>
              </a:rPr>
              <a:t> FAQ: </a:t>
            </a:r>
            <a:br>
              <a:rPr lang="en-GB" dirty="0">
                <a:latin typeface="Aptos"/>
                <a:cs typeface="Arial"/>
              </a:rPr>
            </a:br>
            <a:r>
              <a:rPr lang="en-GB" dirty="0">
                <a:latin typeface="Aptos"/>
                <a:cs typeface="Arial"/>
              </a:rPr>
              <a:t>-</a:t>
            </a:r>
            <a:r>
              <a:rPr lang="en-GB" sz="1400" dirty="0" err="1">
                <a:latin typeface="Aptos"/>
                <a:cs typeface="Arial"/>
              </a:rPr>
              <a:t>Skapar</a:t>
            </a:r>
            <a:r>
              <a:rPr lang="en-GB" sz="1400" dirty="0">
                <a:latin typeface="Aptos"/>
                <a:cs typeface="Arial"/>
              </a:rPr>
              <a:t> </a:t>
            </a:r>
            <a:r>
              <a:rPr lang="en-GB" sz="1400" dirty="0" err="1">
                <a:latin typeface="Aptos"/>
                <a:cs typeface="Arial"/>
              </a:rPr>
              <a:t>sidspecifik</a:t>
            </a:r>
            <a:r>
              <a:rPr lang="en-GB" sz="1400" dirty="0">
                <a:latin typeface="Aptos"/>
                <a:cs typeface="Arial"/>
              </a:rPr>
              <a:t> FAQ </a:t>
            </a:r>
            <a:r>
              <a:rPr lang="en-GB" sz="1400" dirty="0" err="1">
                <a:latin typeface="Aptos"/>
                <a:cs typeface="Arial"/>
              </a:rPr>
              <a:t>som</a:t>
            </a:r>
            <a:r>
              <a:rPr lang="en-GB" sz="1400" dirty="0">
                <a:latin typeface="Aptos"/>
                <a:cs typeface="Arial"/>
              </a:rPr>
              <a:t> </a:t>
            </a:r>
            <a:r>
              <a:rPr lang="en-GB" sz="1400" dirty="0" err="1">
                <a:latin typeface="Aptos"/>
                <a:cs typeface="Arial"/>
              </a:rPr>
              <a:t>automatiskt</a:t>
            </a:r>
            <a:r>
              <a:rPr lang="en-GB" sz="1400" dirty="0">
                <a:latin typeface="Aptos"/>
                <a:cs typeface="Arial"/>
              </a:rPr>
              <a:t> </a:t>
            </a:r>
            <a:r>
              <a:rPr lang="en-GB" sz="1400" dirty="0" err="1">
                <a:latin typeface="Aptos"/>
                <a:cs typeface="Arial"/>
              </a:rPr>
              <a:t>hämtar</a:t>
            </a:r>
            <a:r>
              <a:rPr lang="en-GB" sz="1400" dirty="0">
                <a:latin typeface="Aptos"/>
                <a:cs typeface="Arial"/>
              </a:rPr>
              <a:t> information om </a:t>
            </a:r>
            <a:r>
              <a:rPr lang="en-GB" sz="1400" dirty="0" err="1">
                <a:latin typeface="Aptos"/>
                <a:cs typeface="Arial"/>
              </a:rPr>
              <a:t>vad</a:t>
            </a:r>
            <a:r>
              <a:rPr lang="en-GB" sz="1400" dirty="0">
                <a:latin typeface="Aptos"/>
                <a:cs typeface="Arial"/>
              </a:rPr>
              <a:t> </a:t>
            </a:r>
            <a:r>
              <a:rPr lang="en-GB" sz="1400" dirty="0" err="1">
                <a:latin typeface="Aptos"/>
                <a:cs typeface="Arial"/>
              </a:rPr>
              <a:t>vår</a:t>
            </a:r>
            <a:r>
              <a:rPr lang="en-GB" sz="1400" dirty="0">
                <a:latin typeface="Aptos"/>
                <a:cs typeface="Arial"/>
              </a:rPr>
              <a:t> </a:t>
            </a:r>
            <a:r>
              <a:rPr lang="en-GB" sz="1400" dirty="0" err="1">
                <a:latin typeface="Aptos"/>
                <a:cs typeface="Arial"/>
              </a:rPr>
              <a:t>målgrupp</a:t>
            </a:r>
            <a:r>
              <a:rPr lang="en-GB" sz="1400" dirty="0">
                <a:latin typeface="Aptos"/>
                <a:cs typeface="Arial"/>
              </a:rPr>
              <a:t> </a:t>
            </a:r>
            <a:r>
              <a:rPr lang="en-GB" sz="1400" dirty="0" err="1">
                <a:latin typeface="Aptos"/>
                <a:cs typeface="Arial"/>
              </a:rPr>
              <a:t>söker</a:t>
            </a:r>
            <a:r>
              <a:rPr lang="en-GB" sz="1400" dirty="0">
                <a:latin typeface="Aptos"/>
                <a:cs typeface="Arial"/>
              </a:rPr>
              <a:t> </a:t>
            </a:r>
            <a:r>
              <a:rPr lang="en-GB" sz="1400" dirty="0" err="1">
                <a:latin typeface="Aptos"/>
                <a:cs typeface="Arial"/>
              </a:rPr>
              <a:t>på</a:t>
            </a:r>
            <a:r>
              <a:rPr lang="en-GB" sz="1400" dirty="0">
                <a:latin typeface="Aptos"/>
                <a:cs typeface="Arial"/>
              </a:rPr>
              <a:t> </a:t>
            </a:r>
            <a:r>
              <a:rPr lang="en-GB" sz="1400" dirty="0" err="1">
                <a:latin typeface="Aptos"/>
                <a:cs typeface="Arial"/>
              </a:rPr>
              <a:t>inom</a:t>
            </a:r>
            <a:r>
              <a:rPr lang="en-GB" sz="1400" dirty="0">
                <a:latin typeface="Aptos"/>
                <a:cs typeface="Arial"/>
              </a:rPr>
              <a:t> just det </a:t>
            </a:r>
            <a:r>
              <a:rPr lang="en-GB" sz="1400" dirty="0" err="1">
                <a:latin typeface="Aptos"/>
                <a:cs typeface="Arial"/>
              </a:rPr>
              <a:t>ämnet</a:t>
            </a:r>
            <a:r>
              <a:rPr lang="en-GB" sz="1400" dirty="0">
                <a:latin typeface="Aptos"/>
                <a:cs typeface="Arial"/>
              </a:rPr>
              <a:t> </a:t>
            </a:r>
            <a:br>
              <a:rPr lang="en-GB" sz="1400" dirty="0">
                <a:latin typeface="Aptos"/>
                <a:cs typeface="Arial"/>
              </a:rPr>
            </a:br>
            <a:r>
              <a:rPr lang="en-GB" sz="1400" dirty="0" err="1">
                <a:latin typeface="Aptos"/>
                <a:cs typeface="Arial"/>
              </a:rPr>
              <a:t>och</a:t>
            </a:r>
            <a:r>
              <a:rPr lang="en-GB" sz="1400" dirty="0">
                <a:latin typeface="Aptos"/>
                <a:cs typeface="Arial"/>
              </a:rPr>
              <a:t> </a:t>
            </a:r>
            <a:r>
              <a:rPr lang="en-GB" sz="1400" dirty="0" err="1">
                <a:latin typeface="Aptos"/>
                <a:cs typeface="Arial"/>
              </a:rPr>
              <a:t>assisterar</a:t>
            </a:r>
            <a:r>
              <a:rPr lang="en-GB" sz="1400" dirty="0">
                <a:latin typeface="Aptos"/>
                <a:cs typeface="Arial"/>
              </a:rPr>
              <a:t> </a:t>
            </a:r>
            <a:r>
              <a:rPr lang="en-GB" sz="1400" dirty="0" err="1">
                <a:latin typeface="Aptos"/>
                <a:cs typeface="Arial"/>
              </a:rPr>
              <a:t>på</a:t>
            </a:r>
            <a:r>
              <a:rPr lang="en-GB" sz="1400" dirty="0">
                <a:latin typeface="Aptos"/>
                <a:cs typeface="Arial"/>
              </a:rPr>
              <a:t> </a:t>
            </a:r>
            <a:r>
              <a:rPr lang="en-GB" sz="1400" dirty="0" err="1">
                <a:latin typeface="Aptos"/>
                <a:cs typeface="Arial"/>
              </a:rPr>
              <a:t>så</a:t>
            </a:r>
            <a:r>
              <a:rPr lang="en-GB" sz="1400" dirty="0">
                <a:latin typeface="Aptos"/>
                <a:cs typeface="Arial"/>
              </a:rPr>
              <a:t> </a:t>
            </a:r>
            <a:r>
              <a:rPr lang="en-GB" sz="1400" dirty="0" err="1">
                <a:latin typeface="Aptos"/>
                <a:cs typeface="Arial"/>
              </a:rPr>
              <a:t>viss</a:t>
            </a:r>
            <a:r>
              <a:rPr lang="en-GB" sz="1400" dirty="0">
                <a:latin typeface="Aptos"/>
                <a:cs typeface="Arial"/>
              </a:rPr>
              <a:t> </a:t>
            </a:r>
            <a:r>
              <a:rPr lang="en-GB" sz="1400" dirty="0" err="1">
                <a:latin typeface="Aptos"/>
                <a:cs typeface="Arial"/>
              </a:rPr>
              <a:t>redaktören</a:t>
            </a:r>
            <a:r>
              <a:rPr lang="en-GB" sz="1400" dirty="0">
                <a:latin typeface="Aptos"/>
                <a:cs typeface="Arial"/>
              </a:rPr>
              <a:t> med </a:t>
            </a:r>
            <a:r>
              <a:rPr lang="en-GB" sz="1400" dirty="0" err="1">
                <a:latin typeface="Aptos"/>
                <a:cs typeface="Arial"/>
              </a:rPr>
              <a:t>vilka</a:t>
            </a:r>
            <a:r>
              <a:rPr lang="en-GB" sz="1400" dirty="0">
                <a:latin typeface="Aptos"/>
                <a:cs typeface="Arial"/>
              </a:rPr>
              <a:t> </a:t>
            </a:r>
            <a:r>
              <a:rPr lang="en-GB" sz="1400" dirty="0" err="1">
                <a:latin typeface="Aptos"/>
                <a:cs typeface="Arial"/>
              </a:rPr>
              <a:t>frågor</a:t>
            </a:r>
            <a:r>
              <a:rPr lang="en-GB" sz="1400" dirty="0">
                <a:latin typeface="Aptos"/>
                <a:cs typeface="Arial"/>
              </a:rPr>
              <a:t> </a:t>
            </a:r>
            <a:r>
              <a:rPr lang="en-GB" sz="1400" dirty="0" err="1">
                <a:latin typeface="Aptos"/>
                <a:cs typeface="Arial"/>
              </a:rPr>
              <a:t>som</a:t>
            </a:r>
            <a:r>
              <a:rPr lang="en-GB" sz="1400" dirty="0">
                <a:latin typeface="Aptos"/>
                <a:cs typeface="Arial"/>
              </a:rPr>
              <a:t> ska </a:t>
            </a:r>
            <a:r>
              <a:rPr lang="en-GB" sz="1400" dirty="0" err="1">
                <a:latin typeface="Aptos"/>
                <a:cs typeface="Arial"/>
              </a:rPr>
              <a:t>adderas</a:t>
            </a:r>
            <a:r>
              <a:rPr lang="en-GB" sz="1400" dirty="0">
                <a:latin typeface="Aptos"/>
                <a:cs typeface="Arial"/>
              </a:rPr>
              <a:t>/</a:t>
            </a:r>
            <a:r>
              <a:rPr lang="en-GB" sz="1400" dirty="0" err="1">
                <a:latin typeface="Aptos"/>
                <a:cs typeface="Arial"/>
              </a:rPr>
              <a:t>tas</a:t>
            </a:r>
            <a:r>
              <a:rPr lang="en-GB" sz="1400" dirty="0">
                <a:latin typeface="Aptos"/>
                <a:cs typeface="Arial"/>
              </a:rPr>
              <a:t> bort </a:t>
            </a:r>
            <a:r>
              <a:rPr lang="en-GB" sz="1400" dirty="0" err="1">
                <a:latin typeface="Aptos"/>
                <a:cs typeface="Arial"/>
              </a:rPr>
              <a:t>utefter</a:t>
            </a:r>
            <a:r>
              <a:rPr lang="en-GB" sz="1400" dirty="0">
                <a:latin typeface="Aptos"/>
                <a:cs typeface="Arial"/>
              </a:rPr>
              <a:t> </a:t>
            </a:r>
            <a:r>
              <a:rPr lang="en-GB" sz="1400" dirty="0" err="1">
                <a:latin typeface="Aptos"/>
                <a:cs typeface="Arial"/>
              </a:rPr>
              <a:t>efterfrågan</a:t>
            </a:r>
            <a:r>
              <a:rPr lang="en-GB" sz="1400" dirty="0">
                <a:latin typeface="Aptos"/>
                <a:cs typeface="Arial"/>
              </a:rPr>
              <a:t>. </a:t>
            </a:r>
          </a:p>
        </p:txBody>
      </p:sp>
      <p:sp>
        <p:nvSpPr>
          <p:cNvPr id="3" name="Title 2">
            <a:extLst>
              <a:ext uri="{FF2B5EF4-FFF2-40B4-BE49-F238E27FC236}">
                <a16:creationId xmlns:a16="http://schemas.microsoft.com/office/drawing/2014/main" id="{70E8543E-602B-F951-6BDA-8A48E984D7D7}"/>
              </a:ext>
            </a:extLst>
          </p:cNvPr>
          <p:cNvSpPr>
            <a:spLocks noGrp="1"/>
          </p:cNvSpPr>
          <p:nvPr>
            <p:ph type="title"/>
          </p:nvPr>
        </p:nvSpPr>
        <p:spPr/>
        <p:txBody>
          <a:bodyPr/>
          <a:lstStyle/>
          <a:p>
            <a:r>
              <a:rPr lang="en-GB" sz="2400" dirty="0" err="1">
                <a:latin typeface="Aptos"/>
                <a:cs typeface="Arial"/>
              </a:rPr>
              <a:t>Behov</a:t>
            </a:r>
            <a:r>
              <a:rPr lang="en-GB" sz="2400" dirty="0">
                <a:latin typeface="Aptos"/>
                <a:cs typeface="Arial"/>
              </a:rPr>
              <a:t>: </a:t>
            </a:r>
            <a:r>
              <a:rPr lang="en-GB" sz="2400" dirty="0" err="1">
                <a:latin typeface="Aptos"/>
                <a:cs typeface="Arial"/>
              </a:rPr>
              <a:t>Automatiserade</a:t>
            </a:r>
            <a:r>
              <a:rPr lang="en-GB" sz="2400" dirty="0">
                <a:latin typeface="Aptos"/>
                <a:cs typeface="Arial"/>
              </a:rPr>
              <a:t> AI-</a:t>
            </a:r>
            <a:r>
              <a:rPr lang="en-GB" sz="2400" dirty="0" err="1">
                <a:latin typeface="Aptos"/>
                <a:cs typeface="Arial"/>
              </a:rPr>
              <a:t>lösningar</a:t>
            </a:r>
            <a:r>
              <a:rPr lang="en-GB" sz="2400" dirty="0">
                <a:latin typeface="Aptos"/>
                <a:cs typeface="Arial"/>
              </a:rPr>
              <a:t> för </a:t>
            </a:r>
            <a:r>
              <a:rPr lang="en-GB" sz="2400" dirty="0" err="1">
                <a:latin typeface="Aptos"/>
                <a:cs typeface="Arial"/>
              </a:rPr>
              <a:t>innehåll</a:t>
            </a:r>
            <a:r>
              <a:rPr lang="en-GB" sz="2400" dirty="0">
                <a:latin typeface="Aptos"/>
                <a:cs typeface="Arial"/>
              </a:rPr>
              <a:t> &amp; </a:t>
            </a:r>
            <a:r>
              <a:rPr lang="en-GB" sz="2400" dirty="0" err="1">
                <a:latin typeface="Aptos"/>
                <a:cs typeface="Arial"/>
              </a:rPr>
              <a:t>optimering</a:t>
            </a:r>
            <a:r>
              <a:rPr lang="en-GB" sz="2400" dirty="0">
                <a:latin typeface="Aptos"/>
                <a:cs typeface="Arial"/>
              </a:rPr>
              <a:t> mot AI Search</a:t>
            </a:r>
            <a:br>
              <a:rPr lang="en-GB" sz="2400" dirty="0">
                <a:latin typeface="Aptos"/>
                <a:cs typeface="Arial"/>
              </a:rPr>
            </a:br>
            <a:r>
              <a:rPr lang="en-GB" sz="2400" dirty="0">
                <a:latin typeface="Aptos"/>
                <a:cs typeface="Arial"/>
              </a:rPr>
              <a:t>case by case</a:t>
            </a:r>
          </a:p>
        </p:txBody>
      </p:sp>
      <p:sp>
        <p:nvSpPr>
          <p:cNvPr id="5" name="Text Placeholder 4">
            <a:extLst>
              <a:ext uri="{FF2B5EF4-FFF2-40B4-BE49-F238E27FC236}">
                <a16:creationId xmlns:a16="http://schemas.microsoft.com/office/drawing/2014/main" id="{A8CE05B1-033E-87A7-BC67-6793101946EA}"/>
              </a:ext>
            </a:extLst>
          </p:cNvPr>
          <p:cNvSpPr>
            <a:spLocks noGrp="1"/>
          </p:cNvSpPr>
          <p:nvPr>
            <p:ph type="body" sz="quarter" idx="20"/>
          </p:nvPr>
        </p:nvSpPr>
        <p:spPr/>
        <p:txBody>
          <a:bodyPr/>
          <a:lstStyle/>
          <a:p>
            <a:endParaRPr lang="en-GB"/>
          </a:p>
        </p:txBody>
      </p:sp>
    </p:spTree>
    <p:extLst>
      <p:ext uri="{BB962C8B-B14F-4D97-AF65-F5344CB8AC3E}">
        <p14:creationId xmlns:p14="http://schemas.microsoft.com/office/powerpoint/2010/main" val="3033245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33B9EB3-C317-187C-D628-A7BE68F415DC}"/>
              </a:ext>
            </a:extLst>
          </p:cNvPr>
          <p:cNvSpPr>
            <a:spLocks noGrp="1"/>
          </p:cNvSpPr>
          <p:nvPr>
            <p:ph type="title"/>
          </p:nvPr>
        </p:nvSpPr>
        <p:spPr/>
        <p:txBody>
          <a:bodyPr/>
          <a:lstStyle/>
          <a:p>
            <a:r>
              <a:rPr lang="sv-SE"/>
              <a:t>Innehåll </a:t>
            </a:r>
          </a:p>
        </p:txBody>
      </p:sp>
      <p:sp>
        <p:nvSpPr>
          <p:cNvPr id="3" name="Platshållare för text 2">
            <a:extLst>
              <a:ext uri="{FF2B5EF4-FFF2-40B4-BE49-F238E27FC236}">
                <a16:creationId xmlns:a16="http://schemas.microsoft.com/office/drawing/2014/main" id="{DCAB0F59-F567-5772-3111-FCE04A5AC1E2}"/>
              </a:ext>
            </a:extLst>
          </p:cNvPr>
          <p:cNvSpPr>
            <a:spLocks noGrp="1"/>
          </p:cNvSpPr>
          <p:nvPr>
            <p:ph type="body" sz="quarter" idx="14"/>
          </p:nvPr>
        </p:nvSpPr>
        <p:spPr/>
        <p:txBody>
          <a:bodyPr/>
          <a:lstStyle/>
          <a:p>
            <a:r>
              <a:rPr lang="sv-SE">
                <a:cs typeface="Arial"/>
              </a:rPr>
              <a:t>Bakgrund &amp; Syfte</a:t>
            </a:r>
            <a:endParaRPr lang="sv-SE"/>
          </a:p>
        </p:txBody>
      </p:sp>
      <p:sp>
        <p:nvSpPr>
          <p:cNvPr id="4" name="Platshållare för innehåll 3">
            <a:extLst>
              <a:ext uri="{FF2B5EF4-FFF2-40B4-BE49-F238E27FC236}">
                <a16:creationId xmlns:a16="http://schemas.microsoft.com/office/drawing/2014/main" id="{251A5466-D1C6-1AC5-0A44-FE6D696C34B6}"/>
              </a:ext>
            </a:extLst>
          </p:cNvPr>
          <p:cNvSpPr>
            <a:spLocks noGrp="1"/>
          </p:cNvSpPr>
          <p:nvPr>
            <p:ph idx="1"/>
          </p:nvPr>
        </p:nvSpPr>
        <p:spPr/>
        <p:txBody>
          <a:bodyPr vert="horz" lIns="0" tIns="45720" rIns="0" bIns="45720" rtlCol="0" anchor="t">
            <a:normAutofit/>
          </a:bodyPr>
          <a:lstStyle/>
          <a:p>
            <a:pPr marL="227965" indent="-227965"/>
            <a:r>
              <a:rPr lang="sv-SE" dirty="0"/>
              <a:t>Bakgrund och Syfte </a:t>
            </a:r>
            <a:endParaRPr lang="en-US" dirty="0"/>
          </a:p>
          <a:p>
            <a:pPr marL="227965" indent="-227965"/>
            <a:r>
              <a:rPr lang="sv-SE" dirty="0">
                <a:cs typeface="Arial"/>
              </a:rPr>
              <a:t>Behov lösningar / Options</a:t>
            </a:r>
          </a:p>
          <a:p>
            <a:pPr marL="451798" lvl="1" indent="-227965"/>
            <a:r>
              <a:rPr lang="sv-SE" dirty="0" err="1">
                <a:cs typeface="Arial"/>
              </a:rPr>
              <a:t>Build</a:t>
            </a:r>
            <a:r>
              <a:rPr lang="sv-SE" dirty="0">
                <a:cs typeface="Arial"/>
              </a:rPr>
              <a:t> vs. Buy</a:t>
            </a:r>
          </a:p>
          <a:p>
            <a:pPr marL="227965" indent="-227965"/>
            <a:r>
              <a:rPr lang="sv-SE" b="1" dirty="0">
                <a:cs typeface="Arial"/>
              </a:rPr>
              <a:t>AI Agents (</a:t>
            </a:r>
            <a:r>
              <a:rPr lang="sv-SE" b="1" dirty="0" err="1">
                <a:cs typeface="Arial"/>
              </a:rPr>
              <a:t>Agentic</a:t>
            </a:r>
            <a:r>
              <a:rPr lang="sv-SE" b="1" dirty="0">
                <a:cs typeface="Arial"/>
              </a:rPr>
              <a:t> Commerce)</a:t>
            </a:r>
          </a:p>
        </p:txBody>
      </p:sp>
    </p:spTree>
    <p:extLst>
      <p:ext uri="{BB962C8B-B14F-4D97-AF65-F5344CB8AC3E}">
        <p14:creationId xmlns:p14="http://schemas.microsoft.com/office/powerpoint/2010/main" val="3835932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40183-B909-888E-6C8F-4B5E086A64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A5EB3C-AEE2-3AB1-C22B-B251C16252B9}"/>
              </a:ext>
            </a:extLst>
          </p:cNvPr>
          <p:cNvSpPr>
            <a:spLocks noGrp="1"/>
          </p:cNvSpPr>
          <p:nvPr>
            <p:ph idx="1"/>
          </p:nvPr>
        </p:nvSpPr>
        <p:spPr/>
        <p:txBody>
          <a:bodyPr vert="horz" lIns="0" tIns="45720" rIns="0" bIns="45720" rtlCol="0" anchor="t">
            <a:normAutofit/>
          </a:bodyPr>
          <a:lstStyle/>
          <a:p>
            <a:pPr marL="227965" indent="-227965"/>
            <a:r>
              <a:rPr lang="en-GB">
                <a:cs typeface="Arial"/>
              </a:rPr>
              <a:t>Hur </a:t>
            </a:r>
            <a:r>
              <a:rPr lang="en-GB" err="1">
                <a:cs typeface="Arial"/>
              </a:rPr>
              <a:t>tillgängligör</a:t>
            </a:r>
            <a:r>
              <a:rPr lang="en-GB">
                <a:cs typeface="Arial"/>
              </a:rPr>
              <a:t> vi </a:t>
            </a:r>
            <a:r>
              <a:rPr lang="en-GB" err="1">
                <a:cs typeface="Arial"/>
              </a:rPr>
              <a:t>Apotekets</a:t>
            </a:r>
            <a:r>
              <a:rPr lang="en-GB">
                <a:cs typeface="Arial"/>
              </a:rPr>
              <a:t> e-</a:t>
            </a:r>
            <a:r>
              <a:rPr lang="en-GB" err="1">
                <a:cs typeface="Arial"/>
              </a:rPr>
              <a:t>handel</a:t>
            </a:r>
            <a:r>
              <a:rPr lang="en-GB">
                <a:cs typeface="Arial"/>
              </a:rPr>
              <a:t> för AI-</a:t>
            </a:r>
            <a:r>
              <a:rPr lang="en-GB" err="1">
                <a:cs typeface="Arial"/>
              </a:rPr>
              <a:t>agenter</a:t>
            </a:r>
            <a:r>
              <a:rPr lang="en-GB">
                <a:cs typeface="Arial"/>
              </a:rPr>
              <a:t>? </a:t>
            </a:r>
          </a:p>
          <a:p>
            <a:pPr marL="227965" indent="-227965"/>
            <a:r>
              <a:rPr lang="en-GB">
                <a:cs typeface="Arial"/>
              </a:rPr>
              <a:t>Data </a:t>
            </a:r>
            <a:r>
              <a:rPr lang="en-GB" err="1">
                <a:cs typeface="Arial"/>
              </a:rPr>
              <a:t>kommer</a:t>
            </a:r>
            <a:r>
              <a:rPr lang="en-GB">
                <a:cs typeface="Arial"/>
              </a:rPr>
              <a:t> </a:t>
            </a:r>
            <a:r>
              <a:rPr lang="en-GB" err="1">
                <a:cs typeface="Arial"/>
              </a:rPr>
              <a:t>behöva</a:t>
            </a:r>
            <a:r>
              <a:rPr lang="en-GB">
                <a:cs typeface="Arial"/>
              </a:rPr>
              <a:t> delas, dialog med DSO och legal </a:t>
            </a:r>
            <a:r>
              <a:rPr lang="en-GB" err="1">
                <a:cs typeface="Arial"/>
              </a:rPr>
              <a:t>nödvändig</a:t>
            </a:r>
            <a:endParaRPr lang="en-GB">
              <a:cs typeface="Arial"/>
            </a:endParaRPr>
          </a:p>
          <a:p>
            <a:pPr marL="227965" indent="-227965"/>
            <a:endParaRPr lang="en-GB">
              <a:cs typeface="Arial"/>
            </a:endParaRPr>
          </a:p>
        </p:txBody>
      </p:sp>
      <p:sp>
        <p:nvSpPr>
          <p:cNvPr id="3" name="Title 2">
            <a:extLst>
              <a:ext uri="{FF2B5EF4-FFF2-40B4-BE49-F238E27FC236}">
                <a16:creationId xmlns:a16="http://schemas.microsoft.com/office/drawing/2014/main" id="{496EFD45-0EEE-4FA4-81CA-03DC26656627}"/>
              </a:ext>
            </a:extLst>
          </p:cNvPr>
          <p:cNvSpPr>
            <a:spLocks noGrp="1"/>
          </p:cNvSpPr>
          <p:nvPr>
            <p:ph type="title"/>
          </p:nvPr>
        </p:nvSpPr>
        <p:spPr/>
        <p:txBody>
          <a:bodyPr/>
          <a:lstStyle/>
          <a:p>
            <a:r>
              <a:rPr lang="en-GB" err="1">
                <a:cs typeface="Arial"/>
              </a:rPr>
              <a:t>Behov</a:t>
            </a:r>
            <a:r>
              <a:rPr lang="en-GB">
                <a:cs typeface="Arial"/>
              </a:rPr>
              <a:t> AI Search - </a:t>
            </a:r>
            <a:r>
              <a:rPr lang="en-GB" err="1">
                <a:cs typeface="Arial"/>
              </a:rPr>
              <a:t>Apoteket</a:t>
            </a:r>
            <a:r>
              <a:rPr lang="en-GB">
                <a:cs typeface="Arial"/>
              </a:rPr>
              <a:t> Strategi</a:t>
            </a:r>
          </a:p>
        </p:txBody>
      </p:sp>
      <p:sp>
        <p:nvSpPr>
          <p:cNvPr id="6" name="Text Placeholder 5">
            <a:extLst>
              <a:ext uri="{FF2B5EF4-FFF2-40B4-BE49-F238E27FC236}">
                <a16:creationId xmlns:a16="http://schemas.microsoft.com/office/drawing/2014/main" id="{096C7B12-EADC-F010-E803-F18034D14733}"/>
              </a:ext>
            </a:extLst>
          </p:cNvPr>
          <p:cNvSpPr>
            <a:spLocks noGrp="1"/>
          </p:cNvSpPr>
          <p:nvPr>
            <p:ph type="body" sz="quarter" idx="16"/>
          </p:nvPr>
        </p:nvSpPr>
        <p:spPr>
          <a:xfrm>
            <a:off x="378071" y="6319796"/>
            <a:ext cx="10942639" cy="280452"/>
          </a:xfrm>
        </p:spPr>
        <p:txBody>
          <a:bodyPr vert="horz" lIns="0" tIns="45720" rIns="0" bIns="45720" rtlCol="0" anchor="t">
            <a:noAutofit/>
          </a:bodyPr>
          <a:lstStyle/>
          <a:p>
            <a:pPr marL="227965" indent="-227965"/>
            <a:r>
              <a:rPr lang="en-GB">
                <a:ea typeface="+mn-lt"/>
                <a:cs typeface="+mn-lt"/>
                <a:hlinkClick r:id="rId2"/>
              </a:rPr>
              <a:t>Agentic commerce: How agents are ushering in a new era | McKinsey</a:t>
            </a:r>
            <a:endParaRPr lang="en-GB">
              <a:cs typeface="Arial"/>
            </a:endParaRPr>
          </a:p>
        </p:txBody>
      </p:sp>
      <p:pic>
        <p:nvPicPr>
          <p:cNvPr id="7" name="Picture 6" descr="A white page with black text&#10;&#10;AI-generated content may be incorrect.">
            <a:extLst>
              <a:ext uri="{FF2B5EF4-FFF2-40B4-BE49-F238E27FC236}">
                <a16:creationId xmlns:a16="http://schemas.microsoft.com/office/drawing/2014/main" id="{3F58F96B-843A-480B-8A11-E731F4256EED}"/>
              </a:ext>
            </a:extLst>
          </p:cNvPr>
          <p:cNvPicPr>
            <a:picLocks noChangeAspect="1"/>
          </p:cNvPicPr>
          <p:nvPr/>
        </p:nvPicPr>
        <p:blipFill>
          <a:blip r:embed="rId3"/>
          <a:stretch>
            <a:fillRect/>
          </a:stretch>
        </p:blipFill>
        <p:spPr>
          <a:xfrm>
            <a:off x="7201151" y="1989983"/>
            <a:ext cx="5069642" cy="4689640"/>
          </a:xfrm>
          <a:prstGeom prst="rect">
            <a:avLst/>
          </a:prstGeom>
        </p:spPr>
      </p:pic>
    </p:spTree>
    <p:extLst>
      <p:ext uri="{BB962C8B-B14F-4D97-AF65-F5344CB8AC3E}">
        <p14:creationId xmlns:p14="http://schemas.microsoft.com/office/powerpoint/2010/main" val="1526188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A88C6-A8A8-8620-9183-AC359AD9B535}"/>
            </a:ext>
          </a:extLst>
        </p:cNvPr>
        <p:cNvGrpSpPr/>
        <p:nvPr/>
      </p:nvGrpSpPr>
      <p:grpSpPr>
        <a:xfrm>
          <a:off x="0" y="0"/>
          <a:ext cx="0" cy="0"/>
          <a:chOff x="0" y="0"/>
          <a:chExt cx="0" cy="0"/>
        </a:xfrm>
      </p:grpSpPr>
      <p:sp>
        <p:nvSpPr>
          <p:cNvPr id="10" name="Platshållare för innehåll 1">
            <a:extLst>
              <a:ext uri="{FF2B5EF4-FFF2-40B4-BE49-F238E27FC236}">
                <a16:creationId xmlns:a16="http://schemas.microsoft.com/office/drawing/2014/main" id="{FBC30EE8-218E-2990-0709-F115D58C5CB5}"/>
              </a:ext>
            </a:extLst>
          </p:cNvPr>
          <p:cNvSpPr txBox="1">
            <a:spLocks/>
          </p:cNvSpPr>
          <p:nvPr/>
        </p:nvSpPr>
        <p:spPr>
          <a:xfrm>
            <a:off x="1135742" y="1375881"/>
            <a:ext cx="3196177" cy="810378"/>
          </a:xfrm>
          <a:prstGeom prst="rect">
            <a:avLst/>
          </a:prstGeom>
        </p:spPr>
        <p:txBody>
          <a:bodyPr vert="horz" lIns="0" tIns="45720" rIns="0" bIns="45720" rtlCol="0" anchor="t">
            <a:normAutofit/>
          </a:bodyPr>
          <a:lst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1600" kern="1200">
                <a:solidFill>
                  <a:schemeClr val="tx1"/>
                </a:solidFill>
                <a:latin typeface="+mn-lt"/>
                <a:ea typeface="+mn-ea"/>
                <a:cs typeface="+mn-cs"/>
              </a:defRPr>
            </a:lvl1pPr>
            <a:lvl2pPr marL="452427" indent="-182558"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2pPr>
            <a:lvl3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3pPr>
            <a:lvl4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625459" indent="-173034" algn="l" defTabSz="914377" rtl="0" eaLnBrk="1" latinLnBrk="0" hangingPunct="1">
              <a:lnSpc>
                <a:spcPct val="9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sv-SE">
                <a:solidFill>
                  <a:schemeClr val="bg1"/>
                </a:solidFill>
              </a:rPr>
              <a:t>PHD genomför en mätning i potential av ökning i synlighet i vardera kategori.</a:t>
            </a:r>
            <a:endParaRPr lang="sv-SE">
              <a:solidFill>
                <a:schemeClr val="bg1"/>
              </a:solidFill>
              <a:cs typeface="Arial"/>
            </a:endParaRPr>
          </a:p>
          <a:p>
            <a:pPr marL="227965" indent="-227965" algn="ctr"/>
            <a:endParaRPr lang="sv-SE">
              <a:solidFill>
                <a:schemeClr val="bg1"/>
              </a:solidFill>
              <a:cs typeface="Arial"/>
            </a:endParaRPr>
          </a:p>
        </p:txBody>
      </p:sp>
      <p:pic>
        <p:nvPicPr>
          <p:cNvPr id="8" name="Picture 7" descr="A diagram of a adoption&#10;&#10;AI-generated content may be incorrect.">
            <a:extLst>
              <a:ext uri="{FF2B5EF4-FFF2-40B4-BE49-F238E27FC236}">
                <a16:creationId xmlns:a16="http://schemas.microsoft.com/office/drawing/2014/main" id="{6E51BC8F-917F-6520-8EAA-C57FE77F17CD}"/>
              </a:ext>
            </a:extLst>
          </p:cNvPr>
          <p:cNvPicPr>
            <a:picLocks noChangeAspect="1"/>
          </p:cNvPicPr>
          <p:nvPr/>
        </p:nvPicPr>
        <p:blipFill>
          <a:blip r:embed="rId2"/>
          <a:stretch>
            <a:fillRect/>
          </a:stretch>
        </p:blipFill>
        <p:spPr>
          <a:xfrm>
            <a:off x="2603497" y="472002"/>
            <a:ext cx="6979260" cy="2963432"/>
          </a:xfrm>
          <a:prstGeom prst="rect">
            <a:avLst/>
          </a:prstGeom>
        </p:spPr>
      </p:pic>
      <p:pic>
        <p:nvPicPr>
          <p:cNvPr id="9" name="Picture 8" descr="A screenshot of a website&#10;&#10;AI-generated content may be incorrect.">
            <a:extLst>
              <a:ext uri="{FF2B5EF4-FFF2-40B4-BE49-F238E27FC236}">
                <a16:creationId xmlns:a16="http://schemas.microsoft.com/office/drawing/2014/main" id="{40226EAA-6AA0-CC43-FC96-EB499DD2DA8D}"/>
              </a:ext>
            </a:extLst>
          </p:cNvPr>
          <p:cNvPicPr>
            <a:picLocks noChangeAspect="1"/>
          </p:cNvPicPr>
          <p:nvPr/>
        </p:nvPicPr>
        <p:blipFill>
          <a:blip r:embed="rId3"/>
          <a:stretch>
            <a:fillRect/>
          </a:stretch>
        </p:blipFill>
        <p:spPr>
          <a:xfrm>
            <a:off x="2283142" y="3431294"/>
            <a:ext cx="7624135" cy="2762608"/>
          </a:xfrm>
          <a:prstGeom prst="rect">
            <a:avLst/>
          </a:prstGeom>
        </p:spPr>
      </p:pic>
      <p:sp>
        <p:nvSpPr>
          <p:cNvPr id="11" name="TextBox 10">
            <a:extLst>
              <a:ext uri="{FF2B5EF4-FFF2-40B4-BE49-F238E27FC236}">
                <a16:creationId xmlns:a16="http://schemas.microsoft.com/office/drawing/2014/main" id="{09003F61-E384-B2B0-A9BF-9BF6BD17FAC2}"/>
              </a:ext>
            </a:extLst>
          </p:cNvPr>
          <p:cNvSpPr txBox="1"/>
          <p:nvPr/>
        </p:nvSpPr>
        <p:spPr>
          <a:xfrm>
            <a:off x="517071" y="6587318"/>
            <a:ext cx="6096000" cy="523220"/>
          </a:xfrm>
          <a:prstGeom prst="rect">
            <a:avLst/>
          </a:prstGeom>
          <a:noFill/>
        </p:spPr>
        <p:txBody>
          <a:bodyPr rot="0" spcFirstLastPara="0" vertOverflow="overflow" horzOverflow="overflow" vert="horz" wrap="square" lIns="0" tIns="45720" rIns="0" bIns="45720" numCol="1" spcCol="0" rtlCol="0" fromWordArt="0" anchor="ctr" anchorCtr="0" forceAA="0" compatLnSpc="1">
            <a:prstTxWarp prst="textNoShape">
              <a:avLst/>
            </a:prstTxWarp>
            <a:spAutoFit/>
          </a:bodyPr>
          <a:lstStyle/>
          <a:p>
            <a:r>
              <a:rPr lang="en-US" sz="1000">
                <a:hlinkClick r:id="rId4"/>
              </a:rPr>
              <a:t>Agentic Commerce is Redefining Retail - How to Respond | BCG</a:t>
            </a:r>
            <a:endParaRPr lang="en-US" sz="1000"/>
          </a:p>
          <a:p>
            <a:pPr algn="l"/>
            <a:endParaRPr lang="en-GB" err="1"/>
          </a:p>
        </p:txBody>
      </p:sp>
    </p:spTree>
    <p:extLst>
      <p:ext uri="{BB962C8B-B14F-4D97-AF65-F5344CB8AC3E}">
        <p14:creationId xmlns:p14="http://schemas.microsoft.com/office/powerpoint/2010/main" val="818495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1A9977E-D75E-3936-A826-EE22CFB077FF}"/>
              </a:ext>
            </a:extLst>
          </p:cNvPr>
          <p:cNvSpPr>
            <a:spLocks noGrp="1"/>
          </p:cNvSpPr>
          <p:nvPr>
            <p:ph type="title"/>
          </p:nvPr>
        </p:nvSpPr>
        <p:spPr/>
        <p:txBody>
          <a:bodyPr/>
          <a:lstStyle/>
          <a:p>
            <a:r>
              <a:rPr lang="sv-SE" dirty="0"/>
              <a:t>Appendix</a:t>
            </a:r>
          </a:p>
        </p:txBody>
      </p:sp>
      <p:sp>
        <p:nvSpPr>
          <p:cNvPr id="3" name="Platshållare för text 2">
            <a:extLst>
              <a:ext uri="{FF2B5EF4-FFF2-40B4-BE49-F238E27FC236}">
                <a16:creationId xmlns:a16="http://schemas.microsoft.com/office/drawing/2014/main" id="{87614389-45DE-A68A-E880-1A97BA43D074}"/>
              </a:ext>
            </a:extLst>
          </p:cNvPr>
          <p:cNvSpPr>
            <a:spLocks noGrp="1"/>
          </p:cNvSpPr>
          <p:nvPr>
            <p:ph type="body" sz="quarter" idx="10"/>
          </p:nvPr>
        </p:nvSpPr>
        <p:spPr/>
        <p:txBody>
          <a:bodyPr/>
          <a:lstStyle/>
          <a:p>
            <a:endParaRPr lang="sv-SE"/>
          </a:p>
        </p:txBody>
      </p:sp>
    </p:spTree>
    <p:extLst>
      <p:ext uri="{BB962C8B-B14F-4D97-AF65-F5344CB8AC3E}">
        <p14:creationId xmlns:p14="http://schemas.microsoft.com/office/powerpoint/2010/main" val="2843947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innehåll 1">
            <a:extLst>
              <a:ext uri="{FF2B5EF4-FFF2-40B4-BE49-F238E27FC236}">
                <a16:creationId xmlns:a16="http://schemas.microsoft.com/office/drawing/2014/main" id="{E017FAB9-1A47-81E9-E22C-F97A47DB1C1D}"/>
              </a:ext>
            </a:extLst>
          </p:cNvPr>
          <p:cNvSpPr>
            <a:spLocks noGrp="1"/>
          </p:cNvSpPr>
          <p:nvPr>
            <p:ph idx="1"/>
          </p:nvPr>
        </p:nvSpPr>
        <p:spPr/>
        <p:txBody>
          <a:bodyPr/>
          <a:lstStyle/>
          <a:p>
            <a:r>
              <a:rPr lang="sv-SE" b="1" dirty="0"/>
              <a:t>1. </a:t>
            </a:r>
            <a:r>
              <a:rPr lang="sv-SE" b="1" dirty="0" err="1"/>
              <a:t>High-level</a:t>
            </a:r>
            <a:r>
              <a:rPr lang="sv-SE" b="1" dirty="0"/>
              <a:t> </a:t>
            </a:r>
            <a:r>
              <a:rPr lang="sv-SE" b="1" dirty="0" err="1"/>
              <a:t>goals</a:t>
            </a:r>
            <a:endParaRPr lang="sv-SE" b="1" dirty="0"/>
          </a:p>
          <a:p>
            <a:pPr>
              <a:buFont typeface="Arial" panose="020B0604020202020204" pitchFamily="34" charset="0"/>
              <a:buChar char="•"/>
            </a:pPr>
            <a:r>
              <a:rPr lang="sv-SE" dirty="0" err="1"/>
              <a:t>Centralize</a:t>
            </a:r>
            <a:r>
              <a:rPr lang="sv-SE" dirty="0"/>
              <a:t> SEO/GEO signals (</a:t>
            </a:r>
            <a:r>
              <a:rPr lang="sv-SE" dirty="0" err="1"/>
              <a:t>BrightEdge</a:t>
            </a:r>
            <a:r>
              <a:rPr lang="sv-SE" dirty="0"/>
              <a:t>, </a:t>
            </a:r>
            <a:r>
              <a:rPr lang="sv-SE" dirty="0" err="1"/>
              <a:t>Semrush</a:t>
            </a:r>
            <a:r>
              <a:rPr lang="sv-SE" dirty="0"/>
              <a:t>, Google, Bing, </a:t>
            </a:r>
            <a:r>
              <a:rPr lang="sv-SE" dirty="0" err="1"/>
              <a:t>analytics</a:t>
            </a:r>
            <a:r>
              <a:rPr lang="sv-SE" dirty="0"/>
              <a:t>).</a:t>
            </a:r>
          </a:p>
          <a:p>
            <a:pPr>
              <a:buFont typeface="Arial" panose="020B0604020202020204" pitchFamily="34" charset="0"/>
              <a:buChar char="•"/>
            </a:pPr>
            <a:r>
              <a:rPr lang="sv-SE" dirty="0" err="1"/>
              <a:t>Embed</a:t>
            </a:r>
            <a:r>
              <a:rPr lang="sv-SE" dirty="0"/>
              <a:t> SEO feedback </a:t>
            </a:r>
            <a:r>
              <a:rPr lang="sv-SE" dirty="0" err="1"/>
              <a:t>directly</a:t>
            </a:r>
            <a:r>
              <a:rPr lang="sv-SE" dirty="0"/>
              <a:t> </a:t>
            </a:r>
            <a:r>
              <a:rPr lang="sv-SE" dirty="0" err="1"/>
              <a:t>into</a:t>
            </a:r>
            <a:r>
              <a:rPr lang="sv-SE" dirty="0"/>
              <a:t> the CMS workflow (</a:t>
            </a:r>
            <a:r>
              <a:rPr lang="sv-SE" dirty="0" err="1"/>
              <a:t>Optimizely</a:t>
            </a:r>
            <a:r>
              <a:rPr lang="sv-SE" dirty="0"/>
              <a:t>).</a:t>
            </a:r>
          </a:p>
          <a:p>
            <a:pPr>
              <a:buFont typeface="Arial" panose="020B0604020202020204" pitchFamily="34" charset="0"/>
              <a:buChar char="•"/>
            </a:pPr>
            <a:r>
              <a:rPr lang="sv-SE" dirty="0" err="1"/>
              <a:t>Use</a:t>
            </a:r>
            <a:r>
              <a:rPr lang="sv-SE" dirty="0"/>
              <a:t> an LLM (via MCP) to </a:t>
            </a:r>
            <a:r>
              <a:rPr lang="sv-SE" b="1" dirty="0" err="1"/>
              <a:t>analyze</a:t>
            </a:r>
            <a:r>
              <a:rPr lang="sv-SE" dirty="0"/>
              <a:t> and </a:t>
            </a:r>
            <a:r>
              <a:rPr lang="sv-SE" b="1" dirty="0" err="1"/>
              <a:t>optimize</a:t>
            </a:r>
            <a:r>
              <a:rPr lang="sv-SE" b="1" dirty="0"/>
              <a:t> </a:t>
            </a:r>
            <a:r>
              <a:rPr lang="sv-SE" b="1" dirty="0" err="1"/>
              <a:t>content</a:t>
            </a:r>
            <a:r>
              <a:rPr lang="sv-SE" dirty="0"/>
              <a:t> </a:t>
            </a:r>
            <a:r>
              <a:rPr lang="sv-SE" dirty="0" err="1"/>
              <a:t>based</a:t>
            </a:r>
            <a:r>
              <a:rPr lang="sv-SE" dirty="0"/>
              <a:t> on real data, not </a:t>
            </a:r>
            <a:r>
              <a:rPr lang="sv-SE" dirty="0" err="1"/>
              <a:t>guesswork</a:t>
            </a:r>
            <a:r>
              <a:rPr lang="sv-SE" dirty="0"/>
              <a:t>.</a:t>
            </a:r>
          </a:p>
          <a:p>
            <a:pPr>
              <a:buFont typeface="Arial" panose="020B0604020202020204" pitchFamily="34" charset="0"/>
              <a:buChar char="•"/>
            </a:pPr>
            <a:r>
              <a:rPr lang="sv-SE" dirty="0" err="1"/>
              <a:t>Keep</a:t>
            </a:r>
            <a:r>
              <a:rPr lang="sv-SE" dirty="0"/>
              <a:t> integration </a:t>
            </a:r>
            <a:r>
              <a:rPr lang="sv-SE" dirty="0" err="1"/>
              <a:t>secure</a:t>
            </a:r>
            <a:r>
              <a:rPr lang="sv-SE" dirty="0"/>
              <a:t>, </a:t>
            </a:r>
            <a:r>
              <a:rPr lang="sv-SE" dirty="0" err="1"/>
              <a:t>observable</a:t>
            </a:r>
            <a:r>
              <a:rPr lang="sv-SE" dirty="0"/>
              <a:t>, and </a:t>
            </a:r>
            <a:r>
              <a:rPr lang="sv-SE" dirty="0" err="1"/>
              <a:t>maintainable</a:t>
            </a:r>
            <a:r>
              <a:rPr lang="sv-SE" dirty="0"/>
              <a:t>.</a:t>
            </a:r>
          </a:p>
          <a:p>
            <a:endParaRPr lang="sv-SE" dirty="0"/>
          </a:p>
          <a:p>
            <a:endParaRPr lang="sv-SE" dirty="0"/>
          </a:p>
          <a:p>
            <a:r>
              <a:rPr lang="sv-SE" dirty="0"/>
              <a:t>https://chatgpt.com/s/t_691ef0a22554819197c8d0761b87a919</a:t>
            </a:r>
          </a:p>
        </p:txBody>
      </p:sp>
      <p:sp>
        <p:nvSpPr>
          <p:cNvPr id="3" name="Rubrik 2">
            <a:extLst>
              <a:ext uri="{FF2B5EF4-FFF2-40B4-BE49-F238E27FC236}">
                <a16:creationId xmlns:a16="http://schemas.microsoft.com/office/drawing/2014/main" id="{557A48F0-8A61-3931-1F56-785FF218267C}"/>
              </a:ext>
            </a:extLst>
          </p:cNvPr>
          <p:cNvSpPr>
            <a:spLocks noGrp="1"/>
          </p:cNvSpPr>
          <p:nvPr>
            <p:ph type="title"/>
          </p:nvPr>
        </p:nvSpPr>
        <p:spPr/>
        <p:txBody>
          <a:bodyPr/>
          <a:lstStyle/>
          <a:p>
            <a:r>
              <a:rPr lang="en-US" b="1" i="0" dirty="0">
                <a:solidFill>
                  <a:srgbClr val="0D0D0D"/>
                </a:solidFill>
                <a:effectLst/>
                <a:latin typeface="ui-sans-serif"/>
              </a:rPr>
              <a:t>IT architecture for content optimization</a:t>
            </a:r>
            <a:br>
              <a:rPr lang="en-US" b="1" i="0" dirty="0">
                <a:solidFill>
                  <a:srgbClr val="0D0D0D"/>
                </a:solidFill>
                <a:effectLst/>
                <a:latin typeface="ui-sans-serif"/>
              </a:rPr>
            </a:br>
            <a:endParaRPr lang="sv-SE" dirty="0"/>
          </a:p>
        </p:txBody>
      </p:sp>
      <p:sp>
        <p:nvSpPr>
          <p:cNvPr id="4" name="Platshållare för text 3">
            <a:extLst>
              <a:ext uri="{FF2B5EF4-FFF2-40B4-BE49-F238E27FC236}">
                <a16:creationId xmlns:a16="http://schemas.microsoft.com/office/drawing/2014/main" id="{1B249E33-DB84-EFF6-F69E-872A70DCC5A5}"/>
              </a:ext>
            </a:extLst>
          </p:cNvPr>
          <p:cNvSpPr>
            <a:spLocks noGrp="1"/>
          </p:cNvSpPr>
          <p:nvPr>
            <p:ph type="body" sz="quarter" idx="12"/>
          </p:nvPr>
        </p:nvSpPr>
        <p:spPr/>
        <p:txBody>
          <a:bodyPr/>
          <a:lstStyle/>
          <a:p>
            <a:endParaRPr lang="sv-SE"/>
          </a:p>
        </p:txBody>
      </p:sp>
      <p:sp>
        <p:nvSpPr>
          <p:cNvPr id="5" name="Platshållare för text 4">
            <a:extLst>
              <a:ext uri="{FF2B5EF4-FFF2-40B4-BE49-F238E27FC236}">
                <a16:creationId xmlns:a16="http://schemas.microsoft.com/office/drawing/2014/main" id="{FBBF5E09-9AC2-4D75-9D33-D82A232B82A8}"/>
              </a:ext>
            </a:extLst>
          </p:cNvPr>
          <p:cNvSpPr>
            <a:spLocks noGrp="1"/>
          </p:cNvSpPr>
          <p:nvPr>
            <p:ph type="body" sz="quarter" idx="20"/>
          </p:nvPr>
        </p:nvSpPr>
        <p:spPr/>
        <p:txBody>
          <a:bodyPr/>
          <a:lstStyle/>
          <a:p>
            <a:endParaRPr lang="sv-SE"/>
          </a:p>
        </p:txBody>
      </p:sp>
      <p:sp>
        <p:nvSpPr>
          <p:cNvPr id="6" name="Platshållare för text 5">
            <a:extLst>
              <a:ext uri="{FF2B5EF4-FFF2-40B4-BE49-F238E27FC236}">
                <a16:creationId xmlns:a16="http://schemas.microsoft.com/office/drawing/2014/main" id="{72EFAB44-5663-E094-2F31-F0217AFD4735}"/>
              </a:ext>
            </a:extLst>
          </p:cNvPr>
          <p:cNvSpPr>
            <a:spLocks noGrp="1"/>
          </p:cNvSpPr>
          <p:nvPr>
            <p:ph type="body" sz="quarter" idx="16"/>
          </p:nvPr>
        </p:nvSpPr>
        <p:spPr/>
        <p:txBody>
          <a:bodyPr/>
          <a:lstStyle/>
          <a:p>
            <a:endParaRPr lang="sv-SE"/>
          </a:p>
        </p:txBody>
      </p:sp>
    </p:spTree>
    <p:extLst>
      <p:ext uri="{BB962C8B-B14F-4D97-AF65-F5344CB8AC3E}">
        <p14:creationId xmlns:p14="http://schemas.microsoft.com/office/powerpoint/2010/main" val="40962655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tartsidor, kapitelsidor, agenda">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poteket">
      <a:majorFont>
        <a:latin typeface="Arial "/>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6">
            <a:shade val="50000"/>
          </a:schemeClr>
        </a:lnRef>
        <a:fillRef idx="1">
          <a:schemeClr val="accent6"/>
        </a:fillRef>
        <a:effectRef idx="0">
          <a:schemeClr val="accent6"/>
        </a:effectRef>
        <a:fontRef idx="minor">
          <a:schemeClr val="lt1"/>
        </a:fontRef>
      </a:style>
    </a:spDef>
    <a:txDef>
      <a:spPr>
        <a:noFill/>
      </a:spPr>
      <a:bodyPr wrap="square" lIns="0" rIns="0" rtlCol="0" anchor="ctr">
        <a:noAutofit/>
      </a:bodyPr>
      <a:lstStyle>
        <a:defPPr algn="l">
          <a:defRPr dirty="0" err="1" smtClean="0"/>
        </a:defPPr>
      </a:lstStyle>
    </a:txDef>
  </a:objectDefaults>
  <a:extraClrSchemeLst/>
  <a:extLst>
    <a:ext uri="{05A4C25C-085E-4340-85A3-A5531E510DB2}">
      <thm15:themeFamily xmlns:thm15="http://schemas.microsoft.com/office/thememl/2012/main" name="Presentation2" id="{FB0A284F-A798-4601-BC7F-AC41DFE4896F}" vid="{67F724C8-D942-4B8C-AE4F-EEF0A5D84CEB}"/>
    </a:ext>
  </a:extLst>
</a:theme>
</file>

<file path=ppt/theme/theme2.xml><?xml version="1.0" encoding="utf-8"?>
<a:theme xmlns:a="http://schemas.openxmlformats.org/drawingml/2006/main" name="Orginalmall">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poteke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FB0A284F-A798-4601-BC7F-AC41DFE4896F}" vid="{1F44C45A-828F-46C4-BF1E-231709CC479A}"/>
    </a:ext>
  </a:extLst>
</a:theme>
</file>

<file path=ppt/theme/theme3.xml><?xml version="1.0" encoding="utf-8"?>
<a:theme xmlns:a="http://schemas.openxmlformats.org/drawingml/2006/main" name="med underrubrik">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FB0A284F-A798-4601-BC7F-AC41DFE4896F}" vid="{265179AC-DCAF-452D-B7C4-3BC9F42715F5}"/>
    </a:ext>
  </a:extLst>
</a:theme>
</file>

<file path=ppt/theme/theme4.xml><?xml version="1.0" encoding="utf-8"?>
<a:theme xmlns:a="http://schemas.openxmlformats.org/drawingml/2006/main" name="med understruken underrubrik">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FB0A284F-A798-4601-BC7F-AC41DFE4896F}" vid="{80936F38-0A54-43C5-8033-EA539973F21F}"/>
    </a:ext>
  </a:extLst>
</a:theme>
</file>

<file path=ppt/theme/theme5.xml><?xml version="1.0" encoding="utf-8"?>
<a:theme xmlns:a="http://schemas.openxmlformats.org/drawingml/2006/main" name="Bildsidor">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FB0A284F-A798-4601-BC7F-AC41DFE4896F}" vid="{1FF02557-492B-4654-AFFF-1F7DF0B58C4F}"/>
    </a:ext>
  </a:extLst>
</a:theme>
</file>

<file path=ppt/theme/theme6.xml><?xml version="1.0" encoding="utf-8"?>
<a:theme xmlns:a="http://schemas.openxmlformats.org/drawingml/2006/main" name="1_Orginalmall">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poteke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poteket_mall_2021" id="{36BAB185-F0EC-4537-A39A-DE031FEAE8CC}" vid="{1A65EED3-1524-4C47-9D0E-F03A47CC5C0D}"/>
    </a:ext>
  </a:extLst>
</a:theme>
</file>

<file path=ppt/theme/theme7.xml><?xml version="1.0" encoding="utf-8"?>
<a:theme xmlns:a="http://schemas.openxmlformats.org/drawingml/2006/main" name="5_Startsidor, kapitelsidor, agenda">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poteket">
      <a:majorFont>
        <a:latin typeface="Arial "/>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6">
            <a:shade val="50000"/>
          </a:schemeClr>
        </a:lnRef>
        <a:fillRef idx="1">
          <a:schemeClr val="accent6"/>
        </a:fillRef>
        <a:effectRef idx="0">
          <a:schemeClr val="accent6"/>
        </a:effectRef>
        <a:fontRef idx="minor">
          <a:schemeClr val="lt1"/>
        </a:fontRef>
      </a:style>
    </a:spDef>
    <a:txDef>
      <a:spPr>
        <a:noFill/>
      </a:spPr>
      <a:bodyPr wrap="square" lIns="0" rIns="0" rtlCol="0" anchor="ctr">
        <a:noAutofit/>
      </a:bodyPr>
      <a:lstStyle>
        <a:defPPr algn="l">
          <a:defRPr dirty="0" err="1" smtClean="0"/>
        </a:defPPr>
      </a:lstStyle>
    </a:txDef>
  </a:objectDefaults>
  <a:extraClrSchemeLst/>
  <a:extLst>
    <a:ext uri="{05A4C25C-085E-4340-85A3-A5531E510DB2}">
      <thm15:themeFamily xmlns:thm15="http://schemas.microsoft.com/office/thememl/2012/main" name="Apoteket_mall_2021" id="{36BAB185-F0EC-4537-A39A-DE031FEAE8CC}" vid="{6C202B1A-242B-4907-B477-92CFC2E95E16}"/>
    </a:ext>
  </a:extLst>
</a:theme>
</file>

<file path=ppt/theme/theme8.xml><?xml version="1.0" encoding="utf-8"?>
<a:theme xmlns:a="http://schemas.openxmlformats.org/drawingml/2006/main" name="2_Orginalmall">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poteke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FB0A284F-A798-4601-BC7F-AC41DFE4896F}" vid="{1F44C45A-828F-46C4-BF1E-231709CC479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tema">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poteke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tema">
  <a:themeElements>
    <a:clrScheme name="Apoteket">
      <a:dk1>
        <a:sysClr val="windowText" lastClr="000000"/>
      </a:dk1>
      <a:lt1>
        <a:srgbClr val="FFFFFF"/>
      </a:lt1>
      <a:dk2>
        <a:srgbClr val="1D6453"/>
      </a:dk2>
      <a:lt2>
        <a:srgbClr val="D3E0D1"/>
      </a:lt2>
      <a:accent1>
        <a:srgbClr val="249555"/>
      </a:accent1>
      <a:accent2>
        <a:srgbClr val="028E97"/>
      </a:accent2>
      <a:accent3>
        <a:srgbClr val="8A2E2C"/>
      </a:accent3>
      <a:accent4>
        <a:srgbClr val="F1C145"/>
      </a:accent4>
      <a:accent5>
        <a:srgbClr val="EB756D"/>
      </a:accent5>
      <a:accent6>
        <a:srgbClr val="1D6453"/>
      </a:accent6>
      <a:hlink>
        <a:srgbClr val="7F7F7F"/>
      </a:hlink>
      <a:folHlink>
        <a:srgbClr val="D0CECE"/>
      </a:folHlink>
    </a:clrScheme>
    <a:fontScheme name="Apoteke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F4D036BFAE64A4495A56EF68BF9930E" ma:contentTypeVersion="12" ma:contentTypeDescription="Skapa ett nytt dokument." ma:contentTypeScope="" ma:versionID="22f5c89779da101e9bae788593301a42">
  <xsd:schema xmlns:xsd="http://www.w3.org/2001/XMLSchema" xmlns:xs="http://www.w3.org/2001/XMLSchema" xmlns:p="http://schemas.microsoft.com/office/2006/metadata/properties" xmlns:ns2="c9714d00-e704-49c8-8064-7de50083b897" xmlns:ns3="c01420df-2b20-4458-bedb-5ae6a823e52c" targetNamespace="http://schemas.microsoft.com/office/2006/metadata/properties" ma:root="true" ma:fieldsID="2f83ef946c701994ef564349c30b951f" ns2:_="" ns3:_="">
    <xsd:import namespace="c9714d00-e704-49c8-8064-7de50083b897"/>
    <xsd:import namespace="c01420df-2b20-4458-bedb-5ae6a823e52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714d00-e704-49c8-8064-7de50083b8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eringar" ma:readOnly="false" ma:fieldId="{5cf76f15-5ced-4ddc-b409-7134ff3c332f}" ma:taxonomyMulti="true" ma:sspId="99a69993-a589-47be-8669-ff20002c78e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1420df-2b20-4458-bedb-5ae6a823e52c"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1e58d9ca-837e-4d0d-80e5-5f10831e9185}" ma:internalName="TaxCatchAll" ma:showField="CatchAllData" ma:web="c01420df-2b20-4458-bedb-5ae6a823e5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9714d00-e704-49c8-8064-7de50083b897">
      <Terms xmlns="http://schemas.microsoft.com/office/infopath/2007/PartnerControls"/>
    </lcf76f155ced4ddcb4097134ff3c332f>
    <TaxCatchAll xmlns="c01420df-2b20-4458-bedb-5ae6a823e52c" xsi:nil="true"/>
  </documentManagement>
</p:properties>
</file>

<file path=customXml/itemProps1.xml><?xml version="1.0" encoding="utf-8"?>
<ds:datastoreItem xmlns:ds="http://schemas.openxmlformats.org/officeDocument/2006/customXml" ds:itemID="{B4CCCE20-7EA2-49F2-A4C1-E244B5A384D6}"/>
</file>

<file path=customXml/itemProps2.xml><?xml version="1.0" encoding="utf-8"?>
<ds:datastoreItem xmlns:ds="http://schemas.openxmlformats.org/officeDocument/2006/customXml" ds:itemID="{BB64247A-EFD3-43D2-83BB-1736A1D75CF3}">
  <ds:schemaRefs>
    <ds:schemaRef ds:uri="http://schemas.microsoft.com/sharepoint/v3/contenttype/forms"/>
  </ds:schemaRefs>
</ds:datastoreItem>
</file>

<file path=customXml/itemProps3.xml><?xml version="1.0" encoding="utf-8"?>
<ds:datastoreItem xmlns:ds="http://schemas.openxmlformats.org/officeDocument/2006/customXml" ds:itemID="{13ECB40A-1C6E-478F-A702-5E550D924642}">
  <ds:schemaRefs>
    <ds:schemaRef ds:uri="cd31370a-6b40-458e-8567-88365bf51a6d"/>
    <ds:schemaRef ds:uri="http://schemas.microsoft.com/office/2006/documentManagement/types"/>
    <ds:schemaRef ds:uri="http://schemas.openxmlformats.org/package/2006/metadata/core-properties"/>
    <ds:schemaRef ds:uri="b7e72dba-1244-45fe-8253-7fc70af80a25"/>
    <ds:schemaRef ds:uri="http://purl.org/dc/elements/1.1/"/>
    <ds:schemaRef ds:uri="http://www.w3.org/XML/1998/namespace"/>
    <ds:schemaRef ds:uri="http://purl.org/dc/terms/"/>
    <ds:schemaRef ds:uri="http://purl.org/dc/dcmitype/"/>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Apoteket Mallar 2022</Template>
  <TotalTime>0</TotalTime>
  <Words>2858</Words>
  <Application>Microsoft Macintosh PowerPoint</Application>
  <PresentationFormat>Bredbild</PresentationFormat>
  <Paragraphs>279</Paragraphs>
  <Slides>23</Slides>
  <Notes>0</Notes>
  <HiddenSlides>0</HiddenSlides>
  <MMClips>0</MMClips>
  <ScaleCrop>false</ScaleCrop>
  <HeadingPairs>
    <vt:vector size="8" baseType="variant">
      <vt:variant>
        <vt:lpstr>Använt teckensnitt</vt:lpstr>
      </vt:variant>
      <vt:variant>
        <vt:i4>16</vt:i4>
      </vt:variant>
      <vt:variant>
        <vt:lpstr>Tema</vt:lpstr>
      </vt:variant>
      <vt:variant>
        <vt:i4>9</vt:i4>
      </vt:variant>
      <vt:variant>
        <vt:lpstr>Serverprogram för OLE-inbäddning</vt:lpstr>
      </vt:variant>
      <vt:variant>
        <vt:i4>1</vt:i4>
      </vt:variant>
      <vt:variant>
        <vt:lpstr>Bildrubriker</vt:lpstr>
      </vt:variant>
      <vt:variant>
        <vt:i4>23</vt:i4>
      </vt:variant>
    </vt:vector>
  </HeadingPairs>
  <TitlesOfParts>
    <vt:vector size="49" baseType="lpstr">
      <vt:lpstr>Aptos</vt:lpstr>
      <vt:lpstr>Arial</vt:lpstr>
      <vt:lpstr>Arial </vt:lpstr>
      <vt:lpstr>Arial MT</vt:lpstr>
      <vt:lpstr>Calibri</vt:lpstr>
      <vt:lpstr>Courier New</vt:lpstr>
      <vt:lpstr>Georgia</vt:lpstr>
      <vt:lpstr>Inter</vt:lpstr>
      <vt:lpstr>Montserrat</vt:lpstr>
      <vt:lpstr>Montserrat Black</vt:lpstr>
      <vt:lpstr>Montserrat Light</vt:lpstr>
      <vt:lpstr>Roboto</vt:lpstr>
      <vt:lpstr>Tahoma</vt:lpstr>
      <vt:lpstr>Times New Roman</vt:lpstr>
      <vt:lpstr>ui-sans-serif</vt:lpstr>
      <vt:lpstr>Wingdings</vt:lpstr>
      <vt:lpstr>Startsidor, kapitelsidor, agenda</vt:lpstr>
      <vt:lpstr>Orginalmall</vt:lpstr>
      <vt:lpstr>med underrubrik</vt:lpstr>
      <vt:lpstr>med understruken underrubrik</vt:lpstr>
      <vt:lpstr>Bildsidor</vt:lpstr>
      <vt:lpstr>1_Orginalmall</vt:lpstr>
      <vt:lpstr>5_Startsidor, kapitelsidor, agenda</vt:lpstr>
      <vt:lpstr>2_Orginalmall</vt:lpstr>
      <vt:lpstr>Office Theme</vt:lpstr>
      <vt:lpstr>think-cell Slide</vt:lpstr>
      <vt:lpstr>SEO AI Search Behov</vt:lpstr>
      <vt:lpstr>Innehåll </vt:lpstr>
      <vt:lpstr>AIO</vt:lpstr>
      <vt:lpstr>Total Search Dominance Index - Distribution of referral traffic from traditional and AI search platforms (Sep 25’). Google </vt:lpstr>
      <vt:lpstr>PowerPoint-presentation</vt:lpstr>
      <vt:lpstr>49% of consumers use AI-based search today, and 53% of those use it to guide brand discovery and purchase</vt:lpstr>
      <vt:lpstr>AI-powered search engines generate results by analyzing information from multiple sources</vt:lpstr>
      <vt:lpstr>Each AI-powered search engine is different; making a-tailored optimization strategy essential: each engine needs to be treated separately</vt:lpstr>
      <vt:lpstr>Influence is possible within days for engines with web access; continuous monitoring and improvements needed</vt:lpstr>
      <vt:lpstr>SEO in the age of GenAI is a rapidly evolving space with many solutions for GEO flooding the market…</vt:lpstr>
      <vt:lpstr>…but existing tools have limited functionalities, and are lacking a comprehensive approach to GEO beyond tooling</vt:lpstr>
      <vt:lpstr>Innehåll </vt:lpstr>
      <vt:lpstr>Bakgrund och Syfte</vt:lpstr>
      <vt:lpstr>Nuläge: Innehåll </vt:lpstr>
      <vt:lpstr>Option A Externt: One-stop-shop</vt:lpstr>
      <vt:lpstr>Option B: SaaS-lösningar  (As-is + manuellt)</vt:lpstr>
      <vt:lpstr>Option C: Hybrid SaaS-lösningar fort. + Automation (Retrieve – Build – Semi-automation (Hybrid) </vt:lpstr>
      <vt:lpstr>Behov: Automatiserade AI-lösningar för innehåll &amp; optimering mot AI Search case by case</vt:lpstr>
      <vt:lpstr>Innehåll </vt:lpstr>
      <vt:lpstr>Behov AI Search - Apoteket Strategi</vt:lpstr>
      <vt:lpstr>PowerPoint-presentation</vt:lpstr>
      <vt:lpstr>Appendix</vt:lpstr>
      <vt:lpstr>IT architecture for content optimization </vt:lpstr>
    </vt:vector>
  </TitlesOfParts>
  <Company>Apoteket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Lead – SEO-arbetet</dc:title>
  <dc:creator>Tilde Åkerström</dc:creator>
  <cp:keywords>Mall;2021;MoncFrank</cp:keywords>
  <cp:lastModifiedBy>Fredrik Birkl</cp:lastModifiedBy>
  <cp:revision>2</cp:revision>
  <dcterms:created xsi:type="dcterms:W3CDTF">2023-09-27T08:57:13Z</dcterms:created>
  <dcterms:modified xsi:type="dcterms:W3CDTF">2025-11-21T14:07:27Z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0x010100FF4D036BFAE64A4495A56EF68BF9930E</vt:lpwstr>
  </property>
  <property fmtid="{D5CDD505-2E9C-101B-9397-08002B2CF9AE}" pid="3" name="MediaServiceImageTags">
    <vt:lpwstr/>
  </property>
  <property fmtid="{D5CDD505-2E9C-101B-9397-08002B2CF9AE}" pid="4" name="MSIP_Label_bb41c188-b42e-48c0-970d-e7e4b0d7dadb_Enabled">
    <vt:lpwstr>true</vt:lpwstr>
  </property>
  <property fmtid="{D5CDD505-2E9C-101B-9397-08002B2CF9AE}" pid="5" name="MSIP_Label_bb41c188-b42e-48c0-970d-e7e4b0d7dadb_SetDate">
    <vt:lpwstr>2025-11-21T14:07:27Z</vt:lpwstr>
  </property>
  <property fmtid="{D5CDD505-2E9C-101B-9397-08002B2CF9AE}" pid="6" name="MSIP_Label_bb41c188-b42e-48c0-970d-e7e4b0d7dadb_Method">
    <vt:lpwstr>Privileged</vt:lpwstr>
  </property>
  <property fmtid="{D5CDD505-2E9C-101B-9397-08002B2CF9AE}" pid="7" name="MSIP_Label_bb41c188-b42e-48c0-970d-e7e4b0d7dadb_Name">
    <vt:lpwstr>Öppen</vt:lpwstr>
  </property>
  <property fmtid="{D5CDD505-2E9C-101B-9397-08002B2CF9AE}" pid="8" name="MSIP_Label_bb41c188-b42e-48c0-970d-e7e4b0d7dadb_SiteId">
    <vt:lpwstr>161c6878-ed19-497c-bc25-787872461eb3</vt:lpwstr>
  </property>
  <property fmtid="{D5CDD505-2E9C-101B-9397-08002B2CF9AE}" pid="9" name="MSIP_Label_bb41c188-b42e-48c0-970d-e7e4b0d7dadb_ActionId">
    <vt:lpwstr>3047ef77-ed80-4af1-808b-149be374bbb4</vt:lpwstr>
  </property>
  <property fmtid="{D5CDD505-2E9C-101B-9397-08002B2CF9AE}" pid="10" name="MSIP_Label_bb41c188-b42e-48c0-970d-e7e4b0d7dadb_ContentBits">
    <vt:lpwstr>0</vt:lpwstr>
  </property>
  <property fmtid="{D5CDD505-2E9C-101B-9397-08002B2CF9AE}" pid="11" name="MSIP_Label_bb41c188-b42e-48c0-970d-e7e4b0d7dadb_Tag">
    <vt:lpwstr>50, 0, 1, 1</vt:lpwstr>
  </property>
</Properties>
</file>